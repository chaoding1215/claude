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3" r:id="rId5"/>
    <p:sldMasterId id="2147483657" r:id="rId6"/>
    <p:sldMasterId id="2147483661" r:id="rId7"/>
    <p:sldMasterId id="2147483665" r:id="rId8"/>
    <p:sldMasterId id="2147483668" r:id="rId9"/>
    <p:sldMasterId id="2147483682" r:id="rId10"/>
    <p:sldMasterId id="2147483687" r:id="rId11"/>
    <p:sldMasterId id="2147483690" r:id="rId12"/>
    <p:sldMasterId id="2147483692" r:id="rId13"/>
    <p:sldMasterId id="2147483696" r:id="rId14"/>
    <p:sldMasterId id="2147483699" r:id="rId15"/>
    <p:sldMasterId id="2147483715"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Lst>
  <p:sldSz cy="6858000" cx="12196750"/>
  <p:notesSz cx="6858000" cy="9144000"/>
  <p:embeddedFontLst>
    <p:embeddedFont>
      <p:font typeface="Arim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27">
          <p15:clr>
            <a:srgbClr val="A4A3A4"/>
          </p15:clr>
        </p15:guide>
        <p15:guide id="2" orient="horz" pos="3906">
          <p15:clr>
            <a:srgbClr val="A4A3A4"/>
          </p15:clr>
        </p15:guide>
        <p15:guide id="3" orient="horz" pos="1888">
          <p15:clr>
            <a:srgbClr val="A4A3A4"/>
          </p15:clr>
        </p15:guide>
        <p15:guide id="4" pos="303">
          <p15:clr>
            <a:srgbClr val="A4A3A4"/>
          </p15:clr>
        </p15:guide>
        <p15:guide id="5" pos="7357">
          <p15:clr>
            <a:srgbClr val="A4A3A4"/>
          </p15:clr>
        </p15:guide>
        <p15:guide id="6" orient="horz" pos="255">
          <p15:clr>
            <a:srgbClr val="A4A3A4"/>
          </p15:clr>
        </p15:guide>
        <p15:guide id="7" orient="horz" pos="2069">
          <p15:clr>
            <a:srgbClr val="A4A3A4"/>
          </p15:clr>
        </p15:guide>
        <p15:guide id="8" orient="horz" pos="1797">
          <p15:clr>
            <a:srgbClr val="A4A3A4"/>
          </p15:clr>
        </p15:guide>
        <p15:guide id="9" orient="horz" pos="1570">
          <p15:clr>
            <a:srgbClr val="A4A3A4"/>
          </p15:clr>
        </p15:guide>
        <p15:guide id="10" orient="horz" pos="3566">
          <p15:clr>
            <a:srgbClr val="A4A3A4"/>
          </p15:clr>
        </p15:guide>
      </p15:sldGuideLst>
    </p:ext>
    <p:ext uri="GoogleSlidesCustomDataVersion2">
      <go:slidesCustomData xmlns:go="http://customooxmlschemas.google.com/" r:id="rId42" roundtripDataSignature="AMtx7mgubvPvnJPpvfKaeIYiMamKJQhm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27" orient="horz"/>
        <p:guide pos="3906" orient="horz"/>
        <p:guide pos="1888" orient="horz"/>
        <p:guide pos="303"/>
        <p:guide pos="7357"/>
        <p:guide pos="255" orient="horz"/>
        <p:guide pos="2069" orient="horz"/>
        <p:guide pos="1797" orient="horz"/>
        <p:guide pos="1570" orient="horz"/>
        <p:guide pos="356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mo-italic.fntdata"/><Relationship Id="rId20" Type="http://schemas.openxmlformats.org/officeDocument/2006/relationships/slide" Target="slides/slide3.xml"/><Relationship Id="rId42" Type="http://customschemas.google.com/relationships/presentationmetadata" Target="metadata"/><Relationship Id="rId41" Type="http://schemas.openxmlformats.org/officeDocument/2006/relationships/font" Target="fonts/Arimo-boldItalic.fntdata"/><Relationship Id="rId22" Type="http://schemas.openxmlformats.org/officeDocument/2006/relationships/slide" Target="slides/slide5.xml"/><Relationship Id="rId21" Type="http://schemas.openxmlformats.org/officeDocument/2006/relationships/slide" Target="slides/slide4.xml"/><Relationship Id="rId24" Type="http://schemas.openxmlformats.org/officeDocument/2006/relationships/slide" Target="slides/slide7.xml"/><Relationship Id="rId23" Type="http://schemas.openxmlformats.org/officeDocument/2006/relationships/slide" Target="slides/slide6.xml"/><Relationship Id="rId1" Type="http://schemas.openxmlformats.org/officeDocument/2006/relationships/theme" Target="theme/theme6.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9.xml"/><Relationship Id="rId25" Type="http://schemas.openxmlformats.org/officeDocument/2006/relationships/slide" Target="slides/slide8.xml"/><Relationship Id="rId28" Type="http://schemas.openxmlformats.org/officeDocument/2006/relationships/slide" Target="slides/slide11.xml"/><Relationship Id="rId27"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2.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4.xml"/><Relationship Id="rId30" Type="http://schemas.openxmlformats.org/officeDocument/2006/relationships/slide" Target="slides/slide13.xml"/><Relationship Id="rId11" Type="http://schemas.openxmlformats.org/officeDocument/2006/relationships/slideMaster" Target="slideMasters/slideMaster8.xml"/><Relationship Id="rId33" Type="http://schemas.openxmlformats.org/officeDocument/2006/relationships/slide" Target="slides/slide16.xml"/><Relationship Id="rId10" Type="http://schemas.openxmlformats.org/officeDocument/2006/relationships/slideMaster" Target="slideMasters/slideMaster7.xml"/><Relationship Id="rId32" Type="http://schemas.openxmlformats.org/officeDocument/2006/relationships/slide" Target="slides/slide15.xml"/><Relationship Id="rId13" Type="http://schemas.openxmlformats.org/officeDocument/2006/relationships/slideMaster" Target="slideMasters/slideMaster10.xml"/><Relationship Id="rId35" Type="http://schemas.openxmlformats.org/officeDocument/2006/relationships/slide" Target="slides/slide18.xml"/><Relationship Id="rId12" Type="http://schemas.openxmlformats.org/officeDocument/2006/relationships/slideMaster" Target="slideMasters/slideMaster9.xml"/><Relationship Id="rId34" Type="http://schemas.openxmlformats.org/officeDocument/2006/relationships/slide" Target="slides/slide17.xml"/><Relationship Id="rId15" Type="http://schemas.openxmlformats.org/officeDocument/2006/relationships/slideMaster" Target="slideMasters/slideMaster12.xml"/><Relationship Id="rId37" Type="http://schemas.openxmlformats.org/officeDocument/2006/relationships/slide" Target="slides/slide20.xml"/><Relationship Id="rId14" Type="http://schemas.openxmlformats.org/officeDocument/2006/relationships/slideMaster" Target="slideMasters/slideMaster11.xml"/><Relationship Id="rId36" Type="http://schemas.openxmlformats.org/officeDocument/2006/relationships/slide" Target="slides/slide19.xml"/><Relationship Id="rId17" Type="http://schemas.openxmlformats.org/officeDocument/2006/relationships/notesMaster" Target="notesMasters/notesMaster1.xml"/><Relationship Id="rId39" Type="http://schemas.openxmlformats.org/officeDocument/2006/relationships/font" Target="fonts/Arimo-bold.fntdata"/><Relationship Id="rId16" Type="http://schemas.openxmlformats.org/officeDocument/2006/relationships/slideMaster" Target="slideMasters/slideMaster13.xml"/><Relationship Id="rId38" Type="http://schemas.openxmlformats.org/officeDocument/2006/relationships/font" Target="fonts/Arimo-regular.fntdata"/><Relationship Id="rId19" Type="http://schemas.openxmlformats.org/officeDocument/2006/relationships/slide" Target="slides/slide2.xml"/><Relationship Id="rId1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600">
                <a:solidFill>
                  <a:schemeClr val="dk1"/>
                </a:solidFill>
                <a:latin typeface="Calibri"/>
                <a:ea typeface="Calibri"/>
                <a:cs typeface="Calibri"/>
                <a:sym typeface="Calibri"/>
              </a:rPr>
              <a:t>出行正处于产业变革期，未来出行是建立在智能的车和聪明的路基础上的车路合作式智能交通。ICT技术将使能这一场变革。</a:t>
            </a:r>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智能的车，就是一个智能移动空间，无缝联接人-车-家，基于智能计算平台和各种智能终端，带给人们智能驾乘体验。</a:t>
            </a:r>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聪明的路，是指道路设施的数字化和智能化，包括智能交通灯，路侧雷达、摄像机，道路标识数字化等等。</a:t>
            </a:r>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车路合作式智能交通，是实现无人驾驶的必由之路，ICT技术将实现车路信息的实时交互与感知，使得车路主动双向互动成为标配。</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rPr lang="en-US" sz="1600">
                <a:latin typeface="Arial"/>
                <a:ea typeface="Arial"/>
                <a:cs typeface="Arial"/>
                <a:sym typeface="Arial"/>
              </a:rPr>
              <a:t>Slide Owner: Luo Cai （</a:t>
            </a:r>
            <a:r>
              <a:rPr lang="en-US" sz="1600">
                <a:solidFill>
                  <a:schemeClr val="dk1"/>
                </a:solidFill>
                <a:latin typeface="Calibri"/>
                <a:ea typeface="Calibri"/>
                <a:cs typeface="Calibri"/>
                <a:sym typeface="Calibri"/>
              </a:rPr>
              <a:t>00231878</a:t>
            </a:r>
            <a:r>
              <a:rPr lang="en-US" sz="1600">
                <a:latin typeface="Arial"/>
                <a:ea typeface="Arial"/>
                <a:cs typeface="Arial"/>
                <a:sym typeface="Arial"/>
              </a:rPr>
              <a:t>), Corporate MKT</a:t>
            </a:r>
            <a:endParaRPr/>
          </a:p>
          <a:p>
            <a:pPr indent="0" lvl="0" marL="0" rtl="0" algn="l">
              <a:spcBef>
                <a:spcPts val="0"/>
              </a:spcBef>
              <a:spcAft>
                <a:spcPts val="0"/>
              </a:spcAft>
              <a:buNone/>
            </a:pPr>
            <a:r>
              <a:rPr lang="en-US" sz="1600">
                <a:latin typeface="Arial"/>
                <a:ea typeface="Arial"/>
                <a:cs typeface="Arial"/>
                <a:sym typeface="Arial"/>
              </a:rPr>
              <a:t>Latest update: Jan, 2019</a:t>
            </a:r>
            <a:endParaRPr/>
          </a:p>
          <a:p>
            <a:pPr indent="0" lvl="0" marL="0" marR="0" rtl="0" algn="l">
              <a:lnSpc>
                <a:spcPct val="100000"/>
              </a:lnSpc>
              <a:spcBef>
                <a:spcPts val="480"/>
              </a:spcBef>
              <a:spcAft>
                <a:spcPts val="0"/>
              </a:spcAft>
              <a:buClr>
                <a:schemeClr val="dk1"/>
              </a:buClr>
              <a:buSzPts val="1600"/>
              <a:buFont typeface="Arial"/>
              <a:buNone/>
            </a:pPr>
            <a:r>
              <a:rPr lang="en-US" sz="1600">
                <a:latin typeface="Arial"/>
                <a:ea typeface="Arial"/>
                <a:cs typeface="Arial"/>
                <a:sym typeface="Arial"/>
              </a:rPr>
              <a:t>Recommended target audience: all</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t/>
            </a:r>
            <a:endParaRPr/>
          </a:p>
        </p:txBody>
      </p:sp>
      <p:sp>
        <p:nvSpPr>
          <p:cNvPr id="483" name="Google Shape;48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AI是一种技术，华为云致力于将AI和企业实际业务场景深度结合，提供华为云EI（Enterprise Intelligence）服务和EI智能体解决方案，用AI技术解决企业实际业务问题。</a:t>
            </a:r>
            <a:endParaRPr/>
          </a:p>
          <a:p>
            <a:pPr indent="0" lvl="0" marL="0" rtl="0" algn="l">
              <a:spcBef>
                <a:spcPts val="0"/>
              </a:spcBef>
              <a:spcAft>
                <a:spcPts val="0"/>
              </a:spcAft>
              <a:buNone/>
            </a:pPr>
            <a:r>
              <a:rPr lang="en-US"/>
              <a:t>EI ModelArts是华为云提供的一站式普惠AI开发平台。通过“极快” （图像识别训练全球最快）和 “极简”（通过创新的ExeML自动学习技术）实现0代码AI模型开发</a:t>
            </a:r>
            <a:endParaRPr/>
          </a:p>
          <a:p>
            <a:pPr indent="0" lvl="0" marL="0" rtl="0" algn="l">
              <a:spcBef>
                <a:spcPts val="0"/>
              </a:spcBef>
              <a:spcAft>
                <a:spcPts val="0"/>
              </a:spcAft>
              <a:buNone/>
            </a:pPr>
            <a:r>
              <a:rPr lang="en-US"/>
              <a:t>华为云提供EI Advanced API的丰富接口。这些接口有两个特点，全领域覆盖（支持全域的AI能力开发，即支持视频，图片，语言和文本等）；“零门槛”，企业应用的开发人员能很简单的使用这些API接口。</a:t>
            </a:r>
            <a:endParaRPr/>
          </a:p>
          <a:p>
            <a:pPr indent="0" lvl="0" marL="0" rtl="0" algn="l">
              <a:spcBef>
                <a:spcPts val="0"/>
              </a:spcBef>
              <a:spcAft>
                <a:spcPts val="0"/>
              </a:spcAft>
              <a:buNone/>
            </a:pPr>
            <a:r>
              <a:rPr lang="en-US"/>
              <a:t>华为云除了面向开发者提供一站式普惠AI开发平台，和面向企业应用提供EI API服务外，结合行业Know how和企业生产运营的大数据，面向工业，交通，城市等行业场景提供EI 智能体解决方案。</a:t>
            </a:r>
            <a:endParaRPr/>
          </a:p>
          <a:p>
            <a:pPr indent="0" lvl="0" marL="0" rtl="0" algn="l">
              <a:spcBef>
                <a:spcPts val="0"/>
              </a:spcBef>
              <a:spcAft>
                <a:spcPts val="0"/>
              </a:spcAft>
              <a:buNone/>
            </a:pPr>
            <a:r>
              <a:rPr lang="en-US"/>
              <a:t>华为云是目前国内唯一的提供AI全栈全场景能力的云服务商。</a:t>
            </a:r>
            <a:endParaRPr/>
          </a:p>
          <a:p>
            <a:pPr indent="0" lvl="0" marL="0" rtl="0" algn="l">
              <a:spcBef>
                <a:spcPts val="0"/>
              </a:spcBef>
              <a:spcAft>
                <a:spcPts val="0"/>
              </a:spcAft>
              <a:buNone/>
            </a:pPr>
            <a:r>
              <a:t/>
            </a:r>
            <a:endParaRPr/>
          </a:p>
          <a:p>
            <a:pPr indent="0" lvl="0" marL="0" rtl="0" algn="l">
              <a:spcBef>
                <a:spcPts val="0"/>
              </a:spcBef>
              <a:spcAft>
                <a:spcPts val="0"/>
              </a:spcAft>
              <a:buNone/>
            </a:pPr>
            <a:r>
              <a:rPr b="0" lang="en-US" sz="1600" u="none">
                <a:solidFill>
                  <a:schemeClr val="dk1"/>
                </a:solidFill>
                <a:latin typeface="Calibri"/>
                <a:ea typeface="Calibri"/>
                <a:cs typeface="Calibri"/>
                <a:sym typeface="Calibri"/>
              </a:rPr>
              <a:t>华为云EI ModelArts，从0到1开发训练AI模型，通过“极快”和“极简”实现普惠AI。</a:t>
            </a:r>
            <a:r>
              <a:rPr lang="en-US" sz="1600">
                <a:solidFill>
                  <a:schemeClr val="dk1"/>
                </a:solidFill>
                <a:latin typeface="Calibri"/>
                <a:ea typeface="Calibri"/>
                <a:cs typeface="Calibri"/>
                <a:sym typeface="Calibri"/>
              </a:rPr>
              <a:t>华为云EI ModelArts一站式AI开发平台，提供海量数据预处理及半自动化标注、大规模分布式训练、自动化模型生成，以及端-边-云模型按需部署能力，管理全生命周期 AI 工作流。</a:t>
            </a:r>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图像识别训练全球最快（By 斯坦福大学 DAWN Benchmark测试）；通过创新的ExeML（自动学习）技术，，实现0代码极简AI模型开发。</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rPr lang="en-US" sz="1600">
                <a:latin typeface="Arial"/>
                <a:ea typeface="Arial"/>
                <a:cs typeface="Arial"/>
                <a:sym typeface="Arial"/>
              </a:rPr>
              <a:t>Slide Owner: Gaoshijie（00477859） Cloud BU MKT</a:t>
            </a:r>
            <a:endParaRPr/>
          </a:p>
          <a:p>
            <a:pPr indent="0" lvl="0" marL="0" rtl="0" algn="l">
              <a:spcBef>
                <a:spcPts val="0"/>
              </a:spcBef>
              <a:spcAft>
                <a:spcPts val="0"/>
              </a:spcAft>
              <a:buNone/>
            </a:pPr>
            <a:r>
              <a:rPr lang="en-US" sz="1600">
                <a:latin typeface="Arial"/>
                <a:ea typeface="Arial"/>
                <a:cs typeface="Arial"/>
                <a:sym typeface="Arial"/>
              </a:rPr>
              <a:t>Latest update: Jan, 2019</a:t>
            </a:r>
            <a:endParaRPr/>
          </a:p>
          <a:p>
            <a:pPr indent="0" lvl="0" marL="0" marR="0" rtl="0" algn="l">
              <a:lnSpc>
                <a:spcPct val="100000"/>
              </a:lnSpc>
              <a:spcBef>
                <a:spcPts val="480"/>
              </a:spcBef>
              <a:spcAft>
                <a:spcPts val="0"/>
              </a:spcAft>
              <a:buClr>
                <a:schemeClr val="dk1"/>
              </a:buClr>
              <a:buSzPts val="1600"/>
              <a:buFont typeface="Arial"/>
              <a:buNone/>
            </a:pPr>
            <a:r>
              <a:rPr lang="en-US" sz="1600">
                <a:latin typeface="Arial"/>
                <a:ea typeface="Arial"/>
                <a:cs typeface="Arial"/>
                <a:sym typeface="Arial"/>
              </a:rPr>
              <a:t>Recommended target audience: all</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73" name="Google Shape;5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3" name="Google Shape;75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None/>
            </a:pPr>
            <a:r>
              <a:rPr lang="en-US" sz="1400">
                <a:solidFill>
                  <a:schemeClr val="lt1"/>
                </a:solidFill>
              </a:rPr>
              <a:t>在我们新建的云数据中心的一个2000台节点的可用区中</a:t>
            </a:r>
            <a:r>
              <a:rPr lang="en-US" sz="1600">
                <a:solidFill>
                  <a:schemeClr val="lt1"/>
                </a:solidFill>
              </a:rPr>
              <a:t>，</a:t>
            </a:r>
            <a:r>
              <a:rPr lang="en-US" sz="1200">
                <a:solidFill>
                  <a:schemeClr val="lt1"/>
                </a:solidFill>
              </a:rPr>
              <a:t>我们采用</a:t>
            </a:r>
            <a:r>
              <a:rPr lang="en-US" sz="1600">
                <a:solidFill>
                  <a:srgbClr val="FFFF00"/>
                </a:solidFill>
              </a:rPr>
              <a:t>华为的SDN</a:t>
            </a:r>
            <a:r>
              <a:rPr lang="en-US" sz="1200">
                <a:solidFill>
                  <a:schemeClr val="lt1"/>
                </a:solidFill>
              </a:rPr>
              <a:t>解决方案，</a:t>
            </a:r>
            <a:r>
              <a:rPr lang="en-US" sz="1200">
                <a:solidFill>
                  <a:srgbClr val="FFFFFF"/>
                </a:solidFill>
                <a:latin typeface="Calibri"/>
                <a:ea typeface="Calibri"/>
                <a:cs typeface="Calibri"/>
                <a:sym typeface="Calibri"/>
              </a:rPr>
              <a:t>同等规模，</a:t>
            </a:r>
            <a:r>
              <a:rPr lang="en-US" sz="1600">
                <a:solidFill>
                  <a:srgbClr val="FFFF00"/>
                </a:solidFill>
              </a:rPr>
              <a:t>如果按照传统模式部署，需要至少2周完成基础的网络配置和连通性验证</a:t>
            </a:r>
            <a:r>
              <a:rPr lang="en-US" sz="1600">
                <a:solidFill>
                  <a:schemeClr val="lt1"/>
                </a:solidFill>
              </a:rPr>
              <a:t>，</a:t>
            </a:r>
            <a:r>
              <a:rPr lang="en-US" sz="1200">
                <a:solidFill>
                  <a:schemeClr val="lt1"/>
                </a:solidFill>
              </a:rPr>
              <a:t>在</a:t>
            </a:r>
            <a:r>
              <a:rPr lang="en-US" sz="1600">
                <a:solidFill>
                  <a:srgbClr val="FFFF00"/>
                </a:solidFill>
              </a:rPr>
              <a:t>AC控制器配合ZTP</a:t>
            </a:r>
            <a:r>
              <a:rPr lang="en-US" sz="1200">
                <a:solidFill>
                  <a:schemeClr val="lt1"/>
                </a:solidFill>
              </a:rPr>
              <a:t>功能的帮助下, 实现了整体网络的零配置上线，以及overlay配置的自动下发，</a:t>
            </a:r>
            <a:r>
              <a:rPr lang="en-US" sz="1600">
                <a:solidFill>
                  <a:srgbClr val="FFFF00"/>
                </a:solidFill>
              </a:rPr>
              <a:t>基础网络交付缩短至3天之内，业务配置的发放更是可以做到分钟级</a:t>
            </a:r>
            <a:r>
              <a:rPr lang="en-US" sz="1600">
                <a:solidFill>
                  <a:schemeClr val="lt1"/>
                </a:solidFill>
              </a:rPr>
              <a:t>。极大减轻了资源交付阶段的压力，</a:t>
            </a:r>
            <a:r>
              <a:rPr lang="en-US" sz="1600">
                <a:solidFill>
                  <a:srgbClr val="FFFF00"/>
                </a:solidFill>
              </a:rPr>
              <a:t>但是这样还不够</a:t>
            </a:r>
            <a:r>
              <a:rPr lang="en-US" sz="1600">
                <a:solidFill>
                  <a:schemeClr val="lt1"/>
                </a:solidFill>
              </a:rPr>
              <a:t>，资源交付了，接下来面对的就是业务的上线和伸缩：那么问题来了：</a:t>
            </a:r>
            <a:r>
              <a:rPr lang="en-US" sz="1600">
                <a:solidFill>
                  <a:srgbClr val="FFFF00"/>
                </a:solidFill>
              </a:rPr>
              <a:t>业务意图与最终的网络的配置之间往往存在巨大的鸿沟</a:t>
            </a:r>
            <a:r>
              <a:rPr lang="en-US" sz="1600">
                <a:solidFill>
                  <a:schemeClr val="lt1"/>
                </a:solidFill>
              </a:rPr>
              <a:t>。</a:t>
            </a:r>
            <a:endParaRPr sz="1600">
              <a:solidFill>
                <a:srgbClr val="FFFF00"/>
              </a:solidFill>
            </a:endParaRPr>
          </a:p>
          <a:p>
            <a:pPr indent="0" lvl="0" marL="0" rtl="0" algn="l">
              <a:spcBef>
                <a:spcPts val="0"/>
              </a:spcBef>
              <a:spcAft>
                <a:spcPts val="0"/>
              </a:spcAft>
              <a:buNone/>
            </a:pPr>
            <a:r>
              <a:t/>
            </a:r>
            <a:endParaRPr/>
          </a:p>
        </p:txBody>
      </p:sp>
      <p:sp>
        <p:nvSpPr>
          <p:cNvPr id="754" name="Google Shape;75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1" name="Google Shape;78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架构，芯片，算法，</a:t>
            </a:r>
            <a:endParaRPr/>
          </a:p>
        </p:txBody>
      </p:sp>
      <p:sp>
        <p:nvSpPr>
          <p:cNvPr id="782" name="Google Shape;78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3" name="Google Shape;99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rPr b="0" lang="en-US" sz="1600">
                <a:solidFill>
                  <a:schemeClr val="dk1"/>
                </a:solidFill>
                <a:latin typeface="Calibri"/>
                <a:ea typeface="Calibri"/>
                <a:cs typeface="Calibri"/>
                <a:sym typeface="Calibri"/>
              </a:rPr>
              <a:t>1、得益于内置华为自研Solar芯片，经</a:t>
            </a:r>
            <a:r>
              <a:rPr b="0" lang="en-US" sz="1600">
                <a:solidFill>
                  <a:srgbClr val="000000"/>
                </a:solidFill>
              </a:rPr>
              <a:t>国际权威的第三方测评机构Tolly的测试，</a:t>
            </a:r>
            <a:r>
              <a:rPr b="0" lang="en-US" sz="1600">
                <a:solidFill>
                  <a:schemeClr val="dk1"/>
                </a:solidFill>
                <a:latin typeface="Calibri"/>
                <a:ea typeface="Calibri"/>
                <a:cs typeface="Calibri"/>
                <a:sym typeface="Calibri"/>
              </a:rPr>
              <a:t>华为全系列5G AR转发性能全面领先C。</a:t>
            </a:r>
            <a:endParaRPr b="0" sz="16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600"/>
              <a:buFont typeface="Calibri"/>
              <a:buNone/>
            </a:pPr>
            <a:r>
              <a:rPr b="0" lang="en-US" sz="1600">
                <a:solidFill>
                  <a:schemeClr val="dk1"/>
                </a:solidFill>
                <a:latin typeface="Calibri"/>
                <a:ea typeface="Calibri"/>
                <a:cs typeface="Calibri"/>
                <a:sym typeface="Calibri"/>
              </a:rPr>
              <a:t>2、以NetEngine AR6121为例，</a:t>
            </a:r>
            <a:r>
              <a:rPr b="0" lang="en-US" sz="1600">
                <a:solidFill>
                  <a:srgbClr val="000000"/>
                </a:solidFill>
              </a:rPr>
              <a:t>在C同档次设备叠加最高性能License的前提下，包括基础性能，IPSec性能，带业务性能的3 大性能指标仍为C同档次性能</a:t>
            </a:r>
            <a:r>
              <a:rPr b="0" lang="en-US" sz="1600">
                <a:solidFill>
                  <a:srgbClr val="C00000"/>
                </a:solidFill>
              </a:rPr>
              <a:t>2~5倍，全面碾压C。</a:t>
            </a:r>
            <a:endParaRPr b="0" sz="1600">
              <a:solidFill>
                <a:srgbClr val="000000"/>
              </a:solidFill>
            </a:endParaRPr>
          </a:p>
          <a:p>
            <a:pPr indent="0" lvl="0" marL="0" rtl="0" algn="l">
              <a:spcBef>
                <a:spcPts val="0"/>
              </a:spcBef>
              <a:spcAft>
                <a:spcPts val="0"/>
              </a:spcAft>
              <a:buNone/>
            </a:pPr>
            <a:r>
              <a:t/>
            </a:r>
            <a:endParaRPr/>
          </a:p>
        </p:txBody>
      </p:sp>
      <p:sp>
        <p:nvSpPr>
          <p:cNvPr id="994" name="Google Shape;99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0" name="Google Shape;10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9" name="Google Shape;116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3" name="Google Shape;126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4" name="Google Shape;126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2" name="Google Shape;139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AI是一种技术，华为云致力于将AI和企业实际业务场景深度结合，提供华为云EI（Enterprise Intelligence）服务和EI智能体解决方案，用AI技术解决企业实际业务问题。</a:t>
            </a:r>
            <a:endParaRPr/>
          </a:p>
          <a:p>
            <a:pPr indent="0" lvl="0" marL="0" rtl="0" algn="l">
              <a:spcBef>
                <a:spcPts val="0"/>
              </a:spcBef>
              <a:spcAft>
                <a:spcPts val="0"/>
              </a:spcAft>
              <a:buNone/>
            </a:pPr>
            <a:r>
              <a:rPr lang="en-US"/>
              <a:t>EI ModelArts是华为云提供的一站式普惠AI开发平台。通过“极快” （图像识别训练全球最快）和 “极简”（通过创新的ExeML自动学习技术）实现0代码AI模型开发</a:t>
            </a:r>
            <a:endParaRPr/>
          </a:p>
          <a:p>
            <a:pPr indent="0" lvl="0" marL="0" rtl="0" algn="l">
              <a:spcBef>
                <a:spcPts val="0"/>
              </a:spcBef>
              <a:spcAft>
                <a:spcPts val="0"/>
              </a:spcAft>
              <a:buNone/>
            </a:pPr>
            <a:r>
              <a:rPr lang="en-US"/>
              <a:t>华为云提供EI Advanced API的丰富接口。这些接口有两个特点，全领域覆盖（支持全域的AI能力开发，即支持视频，图片，语言和文本等）；“零门槛”，企业应用的开发人员能很简单的使用这些API接口。</a:t>
            </a:r>
            <a:endParaRPr/>
          </a:p>
          <a:p>
            <a:pPr indent="0" lvl="0" marL="0" rtl="0" algn="l">
              <a:spcBef>
                <a:spcPts val="0"/>
              </a:spcBef>
              <a:spcAft>
                <a:spcPts val="0"/>
              </a:spcAft>
              <a:buNone/>
            </a:pPr>
            <a:r>
              <a:rPr lang="en-US"/>
              <a:t>华为云除了面向开发者提供一站式普惠AI开发平台，和面向企业应用提供EI API服务外，结合行业Know how和企业生产运营的大数据，面向工业，交通，城市等行业场景提供EI 智能体解决方案。</a:t>
            </a:r>
            <a:endParaRPr/>
          </a:p>
          <a:p>
            <a:pPr indent="0" lvl="0" marL="0" rtl="0" algn="l">
              <a:spcBef>
                <a:spcPts val="0"/>
              </a:spcBef>
              <a:spcAft>
                <a:spcPts val="0"/>
              </a:spcAft>
              <a:buNone/>
            </a:pPr>
            <a:r>
              <a:rPr lang="en-US"/>
              <a:t>华为云是目前国内唯一的提供AI全栈全场景能力的云服务商。</a:t>
            </a:r>
            <a:endParaRPr/>
          </a:p>
          <a:p>
            <a:pPr indent="0" lvl="0" marL="0" rtl="0" algn="l">
              <a:spcBef>
                <a:spcPts val="0"/>
              </a:spcBef>
              <a:spcAft>
                <a:spcPts val="0"/>
              </a:spcAft>
              <a:buNone/>
            </a:pPr>
            <a:r>
              <a:t/>
            </a:r>
            <a:endParaRPr/>
          </a:p>
          <a:p>
            <a:pPr indent="0" lvl="0" marL="0" rtl="0" algn="l">
              <a:spcBef>
                <a:spcPts val="0"/>
              </a:spcBef>
              <a:spcAft>
                <a:spcPts val="0"/>
              </a:spcAft>
              <a:buNone/>
            </a:pPr>
            <a:r>
              <a:rPr b="0" lang="en-US" sz="1600" u="none">
                <a:solidFill>
                  <a:schemeClr val="dk1"/>
                </a:solidFill>
                <a:latin typeface="Calibri"/>
                <a:ea typeface="Calibri"/>
                <a:cs typeface="Calibri"/>
                <a:sym typeface="Calibri"/>
              </a:rPr>
              <a:t>华为云EI ModelArts，从0到1开发训练AI模型，通过“极快”和“极简”实现普惠AI。</a:t>
            </a:r>
            <a:r>
              <a:rPr lang="en-US" sz="1600">
                <a:solidFill>
                  <a:schemeClr val="dk1"/>
                </a:solidFill>
                <a:latin typeface="Calibri"/>
                <a:ea typeface="Calibri"/>
                <a:cs typeface="Calibri"/>
                <a:sym typeface="Calibri"/>
              </a:rPr>
              <a:t>华为云EI ModelArts一站式AI开发平台，提供海量数据预处理及半自动化标注、大规模分布式训练、自动化模型生成，以及端-边-云模型按需部署能力，管理全生命周期 AI 工作流。</a:t>
            </a:r>
            <a:endParaRPr/>
          </a:p>
          <a:p>
            <a:pPr indent="0" lvl="0" marL="0" rtl="0" algn="l">
              <a:spcBef>
                <a:spcPts val="0"/>
              </a:spcBef>
              <a:spcAft>
                <a:spcPts val="0"/>
              </a:spcAft>
              <a:buNone/>
            </a:pPr>
            <a:r>
              <a:rPr lang="en-US" sz="1600">
                <a:solidFill>
                  <a:schemeClr val="dk1"/>
                </a:solidFill>
                <a:latin typeface="Calibri"/>
                <a:ea typeface="Calibri"/>
                <a:cs typeface="Calibri"/>
                <a:sym typeface="Calibri"/>
              </a:rPr>
              <a:t>图像识别训练全球最快（By 斯坦福大学 DAWN Benchmark测试）；通过创新的ExeML（自动学习）技术，，实现0代码极简AI模型开发。</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rPr lang="en-US" sz="1600">
                <a:latin typeface="Arial"/>
                <a:ea typeface="Arial"/>
                <a:cs typeface="Arial"/>
                <a:sym typeface="Arial"/>
              </a:rPr>
              <a:t>Slide Owner: Gaoshijie（00477859） Cloud BU MKT</a:t>
            </a:r>
            <a:endParaRPr/>
          </a:p>
          <a:p>
            <a:pPr indent="0" lvl="0" marL="0" rtl="0" algn="l">
              <a:spcBef>
                <a:spcPts val="0"/>
              </a:spcBef>
              <a:spcAft>
                <a:spcPts val="0"/>
              </a:spcAft>
              <a:buNone/>
            </a:pPr>
            <a:r>
              <a:rPr lang="en-US" sz="1600">
                <a:latin typeface="Arial"/>
                <a:ea typeface="Arial"/>
                <a:cs typeface="Arial"/>
                <a:sym typeface="Arial"/>
              </a:rPr>
              <a:t>Latest update: Jan, 2019</a:t>
            </a:r>
            <a:endParaRPr/>
          </a:p>
          <a:p>
            <a:pPr indent="0" lvl="0" marL="0" marR="0" rtl="0" algn="l">
              <a:lnSpc>
                <a:spcPct val="100000"/>
              </a:lnSpc>
              <a:spcBef>
                <a:spcPts val="480"/>
              </a:spcBef>
              <a:spcAft>
                <a:spcPts val="0"/>
              </a:spcAft>
              <a:buClr>
                <a:schemeClr val="dk1"/>
              </a:buClr>
              <a:buSzPts val="1600"/>
              <a:buFont typeface="Arial"/>
              <a:buNone/>
            </a:pPr>
            <a:r>
              <a:rPr lang="en-US" sz="1600">
                <a:latin typeface="Arial"/>
                <a:ea typeface="Arial"/>
                <a:cs typeface="Arial"/>
                <a:sym typeface="Arial"/>
              </a:rPr>
              <a:t>Recommended target audience: all</a:t>
            </a:r>
            <a:endParaRPr/>
          </a:p>
          <a:p>
            <a:pPr indent="0" lvl="0" marL="0" rtl="0" algn="l">
              <a:spcBef>
                <a:spcPts val="0"/>
              </a:spcBef>
              <a:spcAft>
                <a:spcPts val="0"/>
              </a:spcAft>
              <a:buNone/>
            </a:pPr>
            <a:r>
              <a:rPr lang="en-US" sz="1600">
                <a:latin typeface="Arial"/>
                <a:ea typeface="Arial"/>
                <a:cs typeface="Arial"/>
                <a:sym typeface="Arial"/>
              </a:rPr>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93" name="Google Shape;139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2" name="Google Shape;157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7" name="Google Shape;157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i="0" lang="en-US" sz="1400">
                <a:solidFill>
                  <a:srgbClr val="333333"/>
                </a:solidFill>
                <a:latin typeface="Arial"/>
                <a:ea typeface="Arial"/>
                <a:cs typeface="Arial"/>
                <a:sym typeface="Arial"/>
              </a:rPr>
              <a:t>1、基于5G AR，建行首推5G +智能银行。构建“5G+MSTP专线”双通道服务网络，借助5G实现网点带宽从20M扩容到 &gt; 500Mbps（峰值速率&gt;1Gbps）。</a:t>
            </a:r>
            <a:endParaRPr i="0" sz="1400">
              <a:solidFill>
                <a:srgbClr val="333333"/>
              </a:solidFill>
              <a:latin typeface="Arial"/>
              <a:ea typeface="Arial"/>
              <a:cs typeface="Arial"/>
              <a:sym typeface="Arial"/>
            </a:endParaRPr>
          </a:p>
          <a:p>
            <a:pPr indent="0" lvl="0" marL="0" rtl="0" algn="l">
              <a:lnSpc>
                <a:spcPct val="120000"/>
              </a:lnSpc>
              <a:spcBef>
                <a:spcPts val="800"/>
              </a:spcBef>
              <a:spcAft>
                <a:spcPts val="0"/>
              </a:spcAft>
              <a:buNone/>
            </a:pPr>
            <a:r>
              <a:rPr i="0" lang="en-US" sz="1400">
                <a:solidFill>
                  <a:srgbClr val="333333"/>
                </a:solidFill>
                <a:latin typeface="Arial"/>
                <a:ea typeface="Arial"/>
                <a:cs typeface="Arial"/>
                <a:sym typeface="Arial"/>
              </a:rPr>
              <a:t>2、保障金融太空舱，智慧柜员机（&gt;20M），摄像头（&gt;20个，&gt;100Mbps）等近100智能终端带宽需求，为仿真机器人，班克投影（&lt;10ms）提供低延时体验。</a:t>
            </a:r>
            <a:endParaRPr i="0" sz="1400">
              <a:solidFill>
                <a:srgbClr val="333333"/>
              </a:solidFill>
              <a:latin typeface="Arial"/>
              <a:ea typeface="Arial"/>
              <a:cs typeface="Arial"/>
              <a:sym typeface="Arial"/>
            </a:endParaRPr>
          </a:p>
          <a:p>
            <a:pPr indent="0" lvl="0" marL="0" rtl="0" algn="l">
              <a:lnSpc>
                <a:spcPct val="120000"/>
              </a:lnSpc>
              <a:spcBef>
                <a:spcPts val="800"/>
              </a:spcBef>
              <a:spcAft>
                <a:spcPts val="0"/>
              </a:spcAft>
              <a:buNone/>
            </a:pPr>
            <a:r>
              <a:rPr i="0" lang="en-US" sz="1400">
                <a:solidFill>
                  <a:srgbClr val="333333"/>
                </a:solidFill>
                <a:latin typeface="Arial"/>
                <a:ea typeface="Arial"/>
                <a:cs typeface="Arial"/>
                <a:sym typeface="Arial"/>
              </a:rPr>
              <a:t>3、不仅提升客户全旅程金融服务体验，同时分流人工柜台近2/3的客户，客户排队等待时间平均减少约5分钟，结售汇业务从10分钟缩短为0.67分钟，理财产品销售办理从5分钟缩短为1分钟，客户满意度大幅提升。</a:t>
            </a:r>
            <a:endParaRPr i="0" sz="1400">
              <a:solidFill>
                <a:srgbClr val="333333"/>
              </a:solidFill>
              <a:latin typeface="Arial"/>
              <a:ea typeface="Arial"/>
              <a:cs typeface="Arial"/>
              <a:sym typeface="Arial"/>
            </a:endParaRPr>
          </a:p>
          <a:p>
            <a:pPr indent="0" lvl="0" marL="0" rtl="0" algn="l">
              <a:spcBef>
                <a:spcPts val="800"/>
              </a:spcBef>
              <a:spcAft>
                <a:spcPts val="0"/>
              </a:spcAft>
              <a:buNone/>
            </a:pPr>
            <a:r>
              <a:t/>
            </a:r>
            <a:endParaRPr/>
          </a:p>
        </p:txBody>
      </p:sp>
      <p:sp>
        <p:nvSpPr>
          <p:cNvPr id="1578" name="Google Shape;157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3" name="Google Shape;174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4" name="Google Shape;174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Google Shape;12;p32"/>
          <p:cNvSpPr txBox="1"/>
          <p:nvPr>
            <p:ph type="ctrTitle"/>
          </p:nvPr>
        </p:nvSpPr>
        <p:spPr>
          <a:xfrm>
            <a:off x="1524596" y="1122363"/>
            <a:ext cx="9147572" cy="2387600"/>
          </a:xfrm>
          <a:prstGeom prst="rect">
            <a:avLst/>
          </a:prstGeom>
          <a:noFill/>
          <a:ln>
            <a:noFill/>
          </a:ln>
        </p:spPr>
        <p:txBody>
          <a:bodyPr anchorCtr="0" anchor="b" bIns="45700" lIns="91425" spcFirstLastPara="1" rIns="91425" wrap="square" tIns="45700">
            <a:noAutofit/>
          </a:bodyPr>
          <a:lstStyle>
            <a:lvl1pPr lvl="0" marR="0" rtl="0" algn="ctr">
              <a:lnSpc>
                <a:spcPct val="57333"/>
              </a:lnSpc>
              <a:spcBef>
                <a:spcPts val="0"/>
              </a:spcBef>
              <a:spcAft>
                <a:spcPts val="0"/>
              </a:spcAft>
              <a:buClr>
                <a:schemeClr val="dk1"/>
              </a:buClr>
              <a:buSzPts val="6000"/>
              <a:buFont typeface="Microsoft YaHei"/>
              <a:buNone/>
              <a:defRPr b="0" i="0" sz="6000" u="none" cap="none" strike="noStrike">
                <a:solidFill>
                  <a:schemeClr val="dk1"/>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2"/>
          <p:cNvSpPr txBox="1"/>
          <p:nvPr>
            <p:ph idx="1" type="subTitle"/>
          </p:nvPr>
        </p:nvSpPr>
        <p:spPr>
          <a:xfrm>
            <a:off x="1524596" y="3602038"/>
            <a:ext cx="9147572" cy="1655762"/>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1D1D1B"/>
              </a:buClr>
              <a:buSzPts val="2400"/>
              <a:buFont typeface="Arial"/>
              <a:buNone/>
              <a:defRPr b="0" i="0" sz="2400" u="none" cap="none" strike="noStrike">
                <a:solidFill>
                  <a:srgbClr val="1D1D1B"/>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14" name="Google Shape;14;p32"/>
          <p:cNvSpPr txBox="1"/>
          <p:nvPr>
            <p:ph idx="10" type="dt"/>
          </p:nvPr>
        </p:nvSpPr>
        <p:spPr>
          <a:xfrm>
            <a:off x="838527" y="6356351"/>
            <a:ext cx="274427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32"/>
          <p:cNvSpPr txBox="1"/>
          <p:nvPr>
            <p:ph idx="11" type="ftr"/>
          </p:nvPr>
        </p:nvSpPr>
        <p:spPr>
          <a:xfrm>
            <a:off x="4040178" y="6356351"/>
            <a:ext cx="411640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32"/>
          <p:cNvSpPr txBox="1"/>
          <p:nvPr>
            <p:ph idx="12" type="sldNum"/>
          </p:nvPr>
        </p:nvSpPr>
        <p:spPr>
          <a:xfrm>
            <a:off x="8613964" y="6356351"/>
            <a:ext cx="274427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Arial"/>
                <a:ea typeface="Arial"/>
                <a:cs typeface="Arial"/>
                <a:sym typeface="Arial"/>
              </a:defRPr>
            </a:lvl1pPr>
            <a:lvl2pPr indent="0" lvl="1" marL="0" marR="0" rtl="0" algn="l">
              <a:spcBef>
                <a:spcPts val="0"/>
              </a:spcBef>
              <a:buNone/>
              <a:defRPr b="0" i="0" sz="1800" u="none" cap="none" strike="noStrike">
                <a:solidFill>
                  <a:schemeClr val="dk1"/>
                </a:solidFill>
                <a:latin typeface="Arial"/>
                <a:ea typeface="Arial"/>
                <a:cs typeface="Arial"/>
                <a:sym typeface="Arial"/>
              </a:defRPr>
            </a:lvl2pPr>
            <a:lvl3pPr indent="0" lvl="2" marL="0" marR="0" rtl="0" algn="l">
              <a:spcBef>
                <a:spcPts val="0"/>
              </a:spcBef>
              <a:buNone/>
              <a:defRPr b="0" i="0" sz="1800" u="none" cap="none" strike="noStrike">
                <a:solidFill>
                  <a:schemeClr val="dk1"/>
                </a:solidFill>
                <a:latin typeface="Arial"/>
                <a:ea typeface="Arial"/>
                <a:cs typeface="Arial"/>
                <a:sym typeface="Arial"/>
              </a:defRPr>
            </a:lvl3pPr>
            <a:lvl4pPr indent="0" lvl="3" marL="0" marR="0" rtl="0" algn="l">
              <a:spcBef>
                <a:spcPts val="0"/>
              </a:spcBef>
              <a:buNone/>
              <a:defRPr b="0" i="0" sz="1800" u="none" cap="none" strike="noStrike">
                <a:solidFill>
                  <a:schemeClr val="dk1"/>
                </a:solidFill>
                <a:latin typeface="Arial"/>
                <a:ea typeface="Arial"/>
                <a:cs typeface="Arial"/>
                <a:sym typeface="Arial"/>
              </a:defRPr>
            </a:lvl4pPr>
            <a:lvl5pPr indent="0" lvl="4" marL="0" marR="0" rtl="0" algn="l">
              <a:spcBef>
                <a:spcPts val="0"/>
              </a:spcBef>
              <a:buNone/>
              <a:defRPr b="0" i="0" sz="1800" u="none" cap="none" strike="noStrike">
                <a:solidFill>
                  <a:schemeClr val="dk1"/>
                </a:solidFill>
                <a:latin typeface="Arial"/>
                <a:ea typeface="Arial"/>
                <a:cs typeface="Arial"/>
                <a:sym typeface="Arial"/>
              </a:defRPr>
            </a:lvl5pPr>
            <a:lvl6pPr indent="0" lvl="5" marL="0" marR="0" rtl="0" algn="l">
              <a:spcBef>
                <a:spcPts val="0"/>
              </a:spcBef>
              <a:buNone/>
              <a:defRPr b="0" i="0" sz="1800" u="none" cap="none" strike="noStrike">
                <a:solidFill>
                  <a:schemeClr val="dk1"/>
                </a:solidFill>
                <a:latin typeface="Arial"/>
                <a:ea typeface="Arial"/>
                <a:cs typeface="Arial"/>
                <a:sym typeface="Arial"/>
              </a:defRPr>
            </a:lvl6pPr>
            <a:lvl7pPr indent="0" lvl="6" marL="0" marR="0" rtl="0" algn="l">
              <a:spcBef>
                <a:spcPts val="0"/>
              </a:spcBef>
              <a:buNone/>
              <a:defRPr b="0" i="0" sz="1800" u="none" cap="none" strike="noStrike">
                <a:solidFill>
                  <a:schemeClr val="dk1"/>
                </a:solidFill>
                <a:latin typeface="Arial"/>
                <a:ea typeface="Arial"/>
                <a:cs typeface="Arial"/>
                <a:sym typeface="Arial"/>
              </a:defRPr>
            </a:lvl7pPr>
            <a:lvl8pPr indent="0" lvl="7" marL="0" marR="0" rtl="0" algn="l">
              <a:spcBef>
                <a:spcPts val="0"/>
              </a:spcBef>
              <a:buNone/>
              <a:defRPr b="0" i="0" sz="1800" u="none" cap="none" strike="noStrike">
                <a:solidFill>
                  <a:schemeClr val="dk1"/>
                </a:solidFill>
                <a:latin typeface="Arial"/>
                <a:ea typeface="Arial"/>
                <a:cs typeface="Arial"/>
                <a:sym typeface="Arial"/>
              </a:defRPr>
            </a:lvl8pPr>
            <a:lvl9pPr indent="0" lvl="8" marL="0" marR="0" rtl="0" algn="l">
              <a:spcBef>
                <a:spcPts val="0"/>
              </a:spcBef>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Explore">
  <p:cSld name="1_Explore">
    <p:spTree>
      <p:nvGrpSpPr>
        <p:cNvPr id="17" name="Shape 17"/>
        <p:cNvGrpSpPr/>
        <p:nvPr/>
      </p:nvGrpSpPr>
      <p:grpSpPr>
        <a:xfrm>
          <a:off x="0" y="0"/>
          <a:ext cx="0" cy="0"/>
          <a:chOff x="0" y="0"/>
          <a:chExt cx="0" cy="0"/>
        </a:xfrm>
      </p:grpSpPr>
      <p:pic>
        <p:nvPicPr>
          <p:cNvPr id="18" name="Google Shape;18;p71"/>
          <p:cNvPicPr preferRelativeResize="0"/>
          <p:nvPr/>
        </p:nvPicPr>
        <p:blipFill rotWithShape="1">
          <a:blip r:embed="rId2">
            <a:alphaModFix/>
          </a:blip>
          <a:srcRect b="0" l="0" r="0" t="0"/>
          <a:stretch/>
        </p:blipFill>
        <p:spPr>
          <a:xfrm>
            <a:off x="-667" y="2754630"/>
            <a:ext cx="12196763" cy="4103370"/>
          </a:xfrm>
          <a:prstGeom prst="rect">
            <a:avLst/>
          </a:prstGeom>
          <a:noFill/>
          <a:ln>
            <a:noFill/>
          </a:ln>
        </p:spPr>
      </p:pic>
      <p:sp>
        <p:nvSpPr>
          <p:cNvPr id="19" name="Google Shape;19;p71"/>
          <p:cNvSpPr txBox="1"/>
          <p:nvPr>
            <p:ph type="ctrTitle"/>
          </p:nvPr>
        </p:nvSpPr>
        <p:spPr>
          <a:xfrm>
            <a:off x="-2000" y="489268"/>
            <a:ext cx="12198096" cy="1434017"/>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pic>
        <p:nvPicPr>
          <p:cNvPr id="20" name="Google Shape;20;p71"/>
          <p:cNvPicPr preferRelativeResize="0"/>
          <p:nvPr/>
        </p:nvPicPr>
        <p:blipFill rotWithShape="1">
          <a:blip r:embed="rId3">
            <a:alphaModFix/>
          </a:blip>
          <a:srcRect b="0" l="0" r="0" t="0"/>
          <a:stretch/>
        </p:blipFill>
        <p:spPr>
          <a:xfrm>
            <a:off x="9732464" y="146824"/>
            <a:ext cx="2258389" cy="494168"/>
          </a:xfrm>
          <a:prstGeom prst="rect">
            <a:avLst/>
          </a:prstGeom>
          <a:noFill/>
          <a:ln>
            <a:noFill/>
          </a:ln>
        </p:spPr>
      </p:pic>
      <p:sp>
        <p:nvSpPr>
          <p:cNvPr id="21" name="Google Shape;21;p71"/>
          <p:cNvSpPr/>
          <p:nvPr/>
        </p:nvSpPr>
        <p:spPr>
          <a:xfrm>
            <a:off x="7985076" y="2352794"/>
            <a:ext cx="4108817" cy="36933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i="1" lang="en-US" sz="1800">
                <a:solidFill>
                  <a:srgbClr val="1D1D1A"/>
                </a:solidFill>
                <a:latin typeface="KaiTi"/>
                <a:ea typeface="KaiTi"/>
                <a:cs typeface="KaiTi"/>
                <a:sym typeface="KaiTi"/>
              </a:rPr>
              <a:t>中东IT/IP拉马丹大练兵（2019年6月）</a:t>
            </a:r>
            <a:endParaRPr i="1" sz="1800">
              <a:solidFill>
                <a:srgbClr val="1D1D1A"/>
              </a:solidFill>
              <a:latin typeface="KaiTi"/>
              <a:ea typeface="KaiTi"/>
              <a:cs typeface="KaiTi"/>
              <a:sym typeface="KaiTi"/>
            </a:endParaRPr>
          </a:p>
        </p:txBody>
      </p:sp>
    </p:spTree>
  </p:cSld>
  <p:clrMapOvr>
    <a:masterClrMapping/>
  </p:clrMapOvr>
  <p:extLst>
    <p:ext uri="{DCECCB84-F9BA-43D5-87BE-67443E8EF086}">
      <p15:sldGuideLst>
        <p15:guide id="1" orient="horz" pos="34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22" name="Shape 22"/>
        <p:cNvGrpSpPr/>
        <p:nvPr/>
      </p:nvGrpSpPr>
      <p:grpSpPr>
        <a:xfrm>
          <a:off x="0" y="0"/>
          <a:ext cx="0" cy="0"/>
          <a:chOff x="0" y="0"/>
          <a:chExt cx="0" cy="0"/>
        </a:xfrm>
      </p:grpSpPr>
      <p:sp>
        <p:nvSpPr>
          <p:cNvPr id="23" name="Google Shape;23;p72"/>
          <p:cNvSpPr txBox="1"/>
          <p:nvPr>
            <p:ph type="title"/>
          </p:nvPr>
        </p:nvSpPr>
        <p:spPr>
          <a:xfrm>
            <a:off x="838528" y="365126"/>
            <a:ext cx="10519708" cy="1325563"/>
          </a:xfrm>
          <a:prstGeom prst="rect">
            <a:avLst/>
          </a:prstGeom>
          <a:noFill/>
          <a:ln>
            <a:noFill/>
          </a:ln>
        </p:spPr>
        <p:txBody>
          <a:bodyPr anchorCtr="0" anchor="t" bIns="45700" lIns="91425" spcFirstLastPara="1" rIns="91425" wrap="square" tIns="45700">
            <a:noAutofit/>
          </a:bodyPr>
          <a:lstStyle>
            <a:lvl1pPr lvl="0" marR="0" rtl="0" algn="l">
              <a:lnSpc>
                <a:spcPct val="107500"/>
              </a:lnSpc>
              <a:spcBef>
                <a:spcPts val="0"/>
              </a:spcBef>
              <a:spcAft>
                <a:spcPts val="0"/>
              </a:spcAft>
              <a:buClr>
                <a:schemeClr val="dk1"/>
              </a:buClr>
              <a:buSzPts val="3200"/>
              <a:buFont typeface="Microsoft YaHei"/>
              <a:buNone/>
              <a:defRPr b="0" i="0" sz="3200" u="none" cap="none" strike="noStrike">
                <a:solidFill>
                  <a:schemeClr val="dk1"/>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 name="Google Shape;24;p72"/>
          <p:cNvSpPr txBox="1"/>
          <p:nvPr>
            <p:ph idx="10" type="dt"/>
          </p:nvPr>
        </p:nvSpPr>
        <p:spPr>
          <a:xfrm>
            <a:off x="838527" y="6356351"/>
            <a:ext cx="274427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5" name="Google Shape;25;p72"/>
          <p:cNvSpPr txBox="1"/>
          <p:nvPr>
            <p:ph idx="11" type="ftr"/>
          </p:nvPr>
        </p:nvSpPr>
        <p:spPr>
          <a:xfrm>
            <a:off x="4040178" y="6356351"/>
            <a:ext cx="411640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 name="Google Shape;26;p72"/>
          <p:cNvSpPr txBox="1"/>
          <p:nvPr>
            <p:ph idx="12" type="sldNum"/>
          </p:nvPr>
        </p:nvSpPr>
        <p:spPr>
          <a:xfrm>
            <a:off x="8613964" y="6356351"/>
            <a:ext cx="274427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inese text page">
  <p:cSld name="1_Chinese text page">
    <p:spTree>
      <p:nvGrpSpPr>
        <p:cNvPr id="27" name="Shape 27"/>
        <p:cNvGrpSpPr/>
        <p:nvPr/>
      </p:nvGrpSpPr>
      <p:grpSpPr>
        <a:xfrm>
          <a:off x="0" y="0"/>
          <a:ext cx="0" cy="0"/>
          <a:chOff x="0" y="0"/>
          <a:chExt cx="0" cy="0"/>
        </a:xfrm>
      </p:grpSpPr>
      <p:sp>
        <p:nvSpPr>
          <p:cNvPr id="28" name="Google Shape;28;p73"/>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07187"/>
              </a:lnSpc>
              <a:spcBef>
                <a:spcPts val="0"/>
              </a:spcBef>
              <a:spcAft>
                <a:spcPts val="0"/>
              </a:spcAft>
              <a:buClr>
                <a:schemeClr val="dk1"/>
              </a:buClr>
              <a:buSzPts val="3200"/>
              <a:buFont typeface="Microsoft YaHei"/>
              <a:buNone/>
              <a:defRPr b="0" i="0" sz="32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500"/>
              </a:spcBef>
              <a:spcAft>
                <a:spcPts val="0"/>
              </a:spcAft>
              <a:buClr>
                <a:schemeClr val="dk1"/>
              </a:buClr>
              <a:buSzPts val="2598"/>
              <a:buFont typeface="Arial"/>
              <a:buNone/>
              <a:defRPr b="0" i="0" sz="2598"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2338"/>
              <a:buFont typeface="Arial"/>
              <a:buNone/>
              <a:defRPr b="0" i="0" sz="2338"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2079"/>
              <a:buFont typeface="Arial"/>
              <a:buNone/>
              <a:defRPr b="0" i="0" sz="2079" u="none" cap="none" strike="noStrike">
                <a:solidFill>
                  <a:schemeClr val="dk1"/>
                </a:solidFill>
                <a:latin typeface="Arial"/>
                <a:ea typeface="Arial"/>
                <a:cs typeface="Arial"/>
                <a:sym typeface="Arial"/>
              </a:defRPr>
            </a:lvl9pPr>
          </a:lstStyle>
          <a:p/>
        </p:txBody>
      </p:sp>
      <p:sp>
        <p:nvSpPr>
          <p:cNvPr id="29" name="Google Shape;29;p73"/>
          <p:cNvSpPr txBox="1"/>
          <p:nvPr>
            <p:ph idx="2" type="body"/>
          </p:nvPr>
        </p:nvSpPr>
        <p:spPr>
          <a:xfrm>
            <a:off x="736908" y="1501989"/>
            <a:ext cx="10733557" cy="4690459"/>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800"/>
              <a:buFont typeface="Microsoft YaHei"/>
              <a:buNone/>
              <a:defRPr b="0" i="0" sz="1800" u="none" cap="none" strike="noStrike">
                <a:solidFill>
                  <a:schemeClr val="dk1"/>
                </a:solidFill>
                <a:latin typeface="Microsoft YaHei"/>
                <a:ea typeface="Microsoft YaHei"/>
                <a:cs typeface="Microsoft YaHei"/>
                <a:sym typeface="Microsoft YaHei"/>
              </a:defRPr>
            </a:lvl1pPr>
            <a:lvl2pPr indent="-311086" lvl="1" marL="914400" marR="0" rtl="0" algn="l">
              <a:lnSpc>
                <a:spcPct val="90000"/>
              </a:lnSpc>
              <a:spcBef>
                <a:spcPts val="500"/>
              </a:spcBef>
              <a:spcAft>
                <a:spcPts val="0"/>
              </a:spcAft>
              <a:buClr>
                <a:schemeClr val="dk1"/>
              </a:buClr>
              <a:buSzPts val="1299"/>
              <a:buFont typeface="Arial"/>
              <a:buChar char="•"/>
              <a:defRPr b="0" i="0" sz="1299" u="none" cap="none" strike="noStrike">
                <a:solidFill>
                  <a:schemeClr val="dk1"/>
                </a:solidFill>
                <a:latin typeface="Arial"/>
                <a:ea typeface="Arial"/>
                <a:cs typeface="Arial"/>
                <a:sym typeface="Arial"/>
              </a:defRPr>
            </a:lvl2pPr>
            <a:lvl3pPr indent="-311087" lvl="2" marL="1371600" marR="0" rtl="0" algn="l">
              <a:lnSpc>
                <a:spcPct val="90000"/>
              </a:lnSpc>
              <a:spcBef>
                <a:spcPts val="500"/>
              </a:spcBef>
              <a:spcAft>
                <a:spcPts val="0"/>
              </a:spcAft>
              <a:buClr>
                <a:schemeClr val="dk1"/>
              </a:buClr>
              <a:buSzPts val="1299"/>
              <a:buFont typeface="Arial"/>
              <a:buChar char="•"/>
              <a:defRPr b="0" i="0" sz="1299" u="none" cap="none" strike="noStrike">
                <a:solidFill>
                  <a:schemeClr val="dk1"/>
                </a:solidFill>
                <a:latin typeface="Arial"/>
                <a:ea typeface="Arial"/>
                <a:cs typeface="Arial"/>
                <a:sym typeface="Arial"/>
              </a:defRPr>
            </a:lvl3pPr>
            <a:lvl4pPr indent="-311087" lvl="3" marL="1828800" marR="0" rtl="0" algn="l">
              <a:lnSpc>
                <a:spcPct val="90000"/>
              </a:lnSpc>
              <a:spcBef>
                <a:spcPts val="500"/>
              </a:spcBef>
              <a:spcAft>
                <a:spcPts val="0"/>
              </a:spcAft>
              <a:buClr>
                <a:schemeClr val="dk1"/>
              </a:buClr>
              <a:buSzPts val="1299"/>
              <a:buFont typeface="Arial"/>
              <a:buChar char="•"/>
              <a:defRPr b="0" i="0" sz="1299" u="none" cap="none" strike="noStrike">
                <a:solidFill>
                  <a:schemeClr val="dk1"/>
                </a:solidFill>
                <a:latin typeface="Arial"/>
                <a:ea typeface="Arial"/>
                <a:cs typeface="Arial"/>
                <a:sym typeface="Arial"/>
              </a:defRPr>
            </a:lvl4pPr>
            <a:lvl5pPr indent="-311086" lvl="4" marL="2286000" marR="0" rtl="0" algn="l">
              <a:lnSpc>
                <a:spcPct val="90000"/>
              </a:lnSpc>
              <a:spcBef>
                <a:spcPts val="500"/>
              </a:spcBef>
              <a:spcAft>
                <a:spcPts val="0"/>
              </a:spcAft>
              <a:buClr>
                <a:schemeClr val="dk1"/>
              </a:buClr>
              <a:buSzPts val="1299"/>
              <a:buFont typeface="Arial"/>
              <a:buChar char="•"/>
              <a:defRPr b="0" i="0" sz="1299"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page">
  <p:cSld name="1_Contents page">
    <p:bg>
      <p:bgPr>
        <a:solidFill>
          <a:srgbClr val="EBEBEB"/>
        </a:solidFill>
      </p:bgPr>
    </p:bg>
    <p:spTree>
      <p:nvGrpSpPr>
        <p:cNvPr id="53" name="Shape 53"/>
        <p:cNvGrpSpPr/>
        <p:nvPr/>
      </p:nvGrpSpPr>
      <p:grpSpPr>
        <a:xfrm>
          <a:off x="0" y="0"/>
          <a:ext cx="0" cy="0"/>
          <a:chOff x="0" y="0"/>
          <a:chExt cx="0" cy="0"/>
        </a:xfrm>
      </p:grpSpPr>
      <p:sp>
        <p:nvSpPr>
          <p:cNvPr id="54" name="Google Shape;54;p34"/>
          <p:cNvSpPr txBox="1"/>
          <p:nvPr>
            <p:ph idx="1" type="body"/>
          </p:nvPr>
        </p:nvSpPr>
        <p:spPr>
          <a:xfrm>
            <a:off x="1033620" y="1843088"/>
            <a:ext cx="10122060" cy="3013725"/>
          </a:xfrm>
          <a:prstGeom prst="rect">
            <a:avLst/>
          </a:prstGeom>
          <a:noFill/>
          <a:ln>
            <a:noFill/>
          </a:ln>
        </p:spPr>
        <p:txBody>
          <a:bodyPr anchorCtr="0" anchor="t" bIns="90000" lIns="91425" spcFirstLastPara="1" rIns="91425" wrap="square" tIns="90000">
            <a:noAutofit/>
          </a:bodyPr>
          <a:lstStyle>
            <a:lvl1pPr indent="-368300" lvl="0" marL="457200" marR="0" rtl="0" algn="l">
              <a:lnSpc>
                <a:spcPct val="70000"/>
              </a:lnSpc>
              <a:spcBef>
                <a:spcPts val="1299"/>
              </a:spcBef>
              <a:spcAft>
                <a:spcPts val="0"/>
              </a:spcAft>
              <a:buClr>
                <a:schemeClr val="dk1"/>
              </a:buClr>
              <a:buSzPts val="2200"/>
              <a:buFont typeface="Calibri"/>
              <a:buAutoNum type="arabicPeriod"/>
              <a:defRPr b="0" i="0" sz="2200" u="none" cap="none" strike="noStrike">
                <a:solidFill>
                  <a:schemeClr val="dk1"/>
                </a:solidFill>
                <a:latin typeface="Microsoft YaHei"/>
                <a:ea typeface="Microsoft YaHei"/>
                <a:cs typeface="Microsoft YaHei"/>
                <a:sym typeface="Microsoft YaHei"/>
              </a:defRPr>
            </a:lvl1pPr>
            <a:lvl2pPr indent="-426530" lvl="1" marL="914400" marR="0" rtl="0" algn="l">
              <a:lnSpc>
                <a:spcPct val="90000"/>
              </a:lnSpc>
              <a:spcBef>
                <a:spcPts val="649"/>
              </a:spcBef>
              <a:spcAft>
                <a:spcPts val="0"/>
              </a:spcAft>
              <a:buClr>
                <a:schemeClr val="dk1"/>
              </a:buClr>
              <a:buSzPts val="3117"/>
              <a:buFont typeface="Calibri"/>
              <a:buAutoNum type="arabicPeriod"/>
              <a:defRPr b="0" i="0" sz="3117" u="none" cap="none" strike="noStrike">
                <a:solidFill>
                  <a:schemeClr val="dk1"/>
                </a:solidFill>
                <a:latin typeface="Calibri"/>
                <a:ea typeface="Calibri"/>
                <a:cs typeface="Calibri"/>
                <a:sym typeface="Calibri"/>
              </a:defRPr>
            </a:lvl2pPr>
            <a:lvl3pPr indent="-228600" lvl="2" marL="13716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3pPr>
            <a:lvl4pPr indent="-228600" lvl="3" marL="18288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4pPr>
            <a:lvl5pPr indent="-228600" lvl="4" marL="22860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5pPr>
            <a:lvl6pPr indent="-376999" lvl="5" marL="27432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6pPr>
            <a:lvl7pPr indent="-376999" lvl="6" marL="32004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7pPr>
            <a:lvl8pPr indent="-376999" lvl="7" marL="36576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8pPr>
            <a:lvl9pPr indent="-376999" lvl="8" marL="41148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9pPr>
          </a:lstStyle>
          <a:p/>
        </p:txBody>
      </p:sp>
      <p:cxnSp>
        <p:nvCxnSpPr>
          <p:cNvPr id="55" name="Google Shape;55;p34"/>
          <p:cNvCxnSpPr/>
          <p:nvPr/>
        </p:nvCxnSpPr>
        <p:spPr>
          <a:xfrm rot="10800000">
            <a:off x="1029918" y="1349255"/>
            <a:ext cx="885967" cy="0"/>
          </a:xfrm>
          <a:prstGeom prst="straightConnector1">
            <a:avLst/>
          </a:prstGeom>
          <a:noFill/>
          <a:ln cap="flat" cmpd="sng" w="28575">
            <a:solidFill>
              <a:srgbClr val="C7000B"/>
            </a:solidFill>
            <a:prstDash val="solid"/>
            <a:miter lim="8000"/>
            <a:headEnd len="sm" w="sm" type="none"/>
            <a:tailEnd len="sm" w="sm" type="none"/>
          </a:ln>
        </p:spPr>
      </p:cxnSp>
      <p:sp>
        <p:nvSpPr>
          <p:cNvPr id="56" name="Google Shape;56;p34"/>
          <p:cNvSpPr txBox="1"/>
          <p:nvPr/>
        </p:nvSpPr>
        <p:spPr>
          <a:xfrm>
            <a:off x="918916" y="630373"/>
            <a:ext cx="1147485" cy="6535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1D1D1A"/>
                </a:solidFill>
                <a:latin typeface="Microsoft YaHei"/>
                <a:ea typeface="Microsoft YaHei"/>
                <a:cs typeface="Microsoft YaHei"/>
                <a:sym typeface="Microsoft YaHei"/>
              </a:rPr>
              <a:t>目录</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7" name="Shape 5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hinese text page">
  <p:cSld name="3_Chinese text page">
    <p:spTree>
      <p:nvGrpSpPr>
        <p:cNvPr id="58" name="Shape 58"/>
        <p:cNvGrpSpPr/>
        <p:nvPr/>
      </p:nvGrpSpPr>
      <p:grpSpPr>
        <a:xfrm>
          <a:off x="0" y="0"/>
          <a:ext cx="0" cy="0"/>
          <a:chOff x="0" y="0"/>
          <a:chExt cx="0" cy="0"/>
        </a:xfrm>
      </p:grpSpPr>
      <p:sp>
        <p:nvSpPr>
          <p:cNvPr id="59" name="Google Shape;59;p85"/>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22500"/>
              </a:lnSpc>
              <a:spcBef>
                <a:spcPts val="0"/>
              </a:spcBef>
              <a:spcAft>
                <a:spcPts val="0"/>
              </a:spcAft>
              <a:buClr>
                <a:schemeClr val="dk1"/>
              </a:buClr>
              <a:buSzPts val="2800"/>
              <a:buFont typeface="Arial"/>
              <a:buNone/>
              <a:defRPr b="0" i="0" sz="28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49"/>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49"/>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83" name="Shape 83"/>
        <p:cNvGrpSpPr/>
        <p:nvPr/>
      </p:nvGrpSpPr>
      <p:grpSpPr>
        <a:xfrm>
          <a:off x="0" y="0"/>
          <a:ext cx="0" cy="0"/>
          <a:chOff x="0" y="0"/>
          <a:chExt cx="0" cy="0"/>
        </a:xfrm>
      </p:grpSpPr>
      <p:sp>
        <p:nvSpPr>
          <p:cNvPr id="84" name="Google Shape;84;p37"/>
          <p:cNvSpPr txBox="1"/>
          <p:nvPr>
            <p:ph type="title"/>
          </p:nvPr>
        </p:nvSpPr>
        <p:spPr>
          <a:xfrm>
            <a:off x="741227" y="449284"/>
            <a:ext cx="10180909" cy="8715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3"/>
              <a:buFont typeface="Calibri"/>
              <a:buNone/>
              <a:defRPr b="0" i="0" sz="5713"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5" name="Google Shape;85;p37"/>
          <p:cNvSpPr txBox="1"/>
          <p:nvPr>
            <p:ph idx="1" type="body"/>
          </p:nvPr>
        </p:nvSpPr>
        <p:spPr>
          <a:xfrm>
            <a:off x="739782" y="1628384"/>
            <a:ext cx="10158399" cy="4584744"/>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299"/>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397955" lvl="1" marL="914400" marR="0" rtl="0" algn="l">
              <a:lnSpc>
                <a:spcPct val="90000"/>
              </a:lnSpc>
              <a:spcBef>
                <a:spcPts val="649"/>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2pPr>
            <a:lvl3pPr indent="-393510" lvl="2" marL="1371600" marR="0" rtl="0" algn="l">
              <a:lnSpc>
                <a:spcPct val="90000"/>
              </a:lnSpc>
              <a:spcBef>
                <a:spcPts val="649"/>
              </a:spcBef>
              <a:spcAft>
                <a:spcPts val="0"/>
              </a:spcAft>
              <a:buClr>
                <a:schemeClr val="dk1"/>
              </a:buClr>
              <a:buSzPts val="2597"/>
              <a:buFont typeface="Arial"/>
              <a:buChar char="•"/>
              <a:defRPr b="0" i="0" sz="2597" u="none" cap="none" strike="noStrike">
                <a:solidFill>
                  <a:schemeClr val="dk1"/>
                </a:solidFill>
                <a:latin typeface="Calibri"/>
                <a:ea typeface="Calibri"/>
                <a:cs typeface="Calibri"/>
                <a:sym typeface="Calibri"/>
              </a:defRPr>
            </a:lvl3pPr>
            <a:lvl4pPr indent="-376999" lvl="3" marL="18288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4pPr>
            <a:lvl5pPr indent="-376999" lvl="4" marL="22860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5pPr>
            <a:lvl6pPr indent="-376999" lvl="5" marL="27432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6pPr>
            <a:lvl7pPr indent="-376999" lvl="6" marL="32004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7pPr>
            <a:lvl8pPr indent="-376999" lvl="7" marL="36576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8pPr>
            <a:lvl9pPr indent="-376999" lvl="8" marL="41148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9pPr>
          </a:lstStyle>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hinese text page">
  <p:cSld name="3_Chinese text page">
    <p:spTree>
      <p:nvGrpSpPr>
        <p:cNvPr id="86" name="Shape 86"/>
        <p:cNvGrpSpPr/>
        <p:nvPr/>
      </p:nvGrpSpPr>
      <p:grpSpPr>
        <a:xfrm>
          <a:off x="0" y="0"/>
          <a:ext cx="0" cy="0"/>
          <a:chOff x="0" y="0"/>
          <a:chExt cx="0" cy="0"/>
        </a:xfrm>
      </p:grpSpPr>
      <p:sp>
        <p:nvSpPr>
          <p:cNvPr id="87" name="Google Shape;87;p99"/>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22500"/>
              </a:lnSpc>
              <a:spcBef>
                <a:spcPts val="0"/>
              </a:spcBef>
              <a:spcAft>
                <a:spcPts val="0"/>
              </a:spcAft>
              <a:buClr>
                <a:schemeClr val="dk1"/>
              </a:buClr>
              <a:buSzPts val="2800"/>
              <a:buFont typeface="Arial"/>
              <a:buNone/>
              <a:defRPr b="0" i="0" sz="28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49"/>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49"/>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49"/>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page">
  <p:cSld name="1_Contents page">
    <p:bg>
      <p:bgPr>
        <a:solidFill>
          <a:srgbClr val="EBEBEB"/>
        </a:solidFill>
      </p:bgPr>
    </p:bg>
    <p:spTree>
      <p:nvGrpSpPr>
        <p:cNvPr id="88" name="Shape 88"/>
        <p:cNvGrpSpPr/>
        <p:nvPr/>
      </p:nvGrpSpPr>
      <p:grpSpPr>
        <a:xfrm>
          <a:off x="0" y="0"/>
          <a:ext cx="0" cy="0"/>
          <a:chOff x="0" y="0"/>
          <a:chExt cx="0" cy="0"/>
        </a:xfrm>
      </p:grpSpPr>
      <p:sp>
        <p:nvSpPr>
          <p:cNvPr id="89" name="Google Shape;89;p100"/>
          <p:cNvSpPr txBox="1"/>
          <p:nvPr>
            <p:ph idx="1" type="body"/>
          </p:nvPr>
        </p:nvSpPr>
        <p:spPr>
          <a:xfrm>
            <a:off x="1033620" y="1843088"/>
            <a:ext cx="10122060" cy="3013725"/>
          </a:xfrm>
          <a:prstGeom prst="rect">
            <a:avLst/>
          </a:prstGeom>
          <a:noFill/>
          <a:ln>
            <a:noFill/>
          </a:ln>
        </p:spPr>
        <p:txBody>
          <a:bodyPr anchorCtr="0" anchor="t" bIns="90000" lIns="91425" spcFirstLastPara="1" rIns="91425" wrap="square" tIns="90000">
            <a:noAutofit/>
          </a:bodyPr>
          <a:lstStyle>
            <a:lvl1pPr indent="-368300" lvl="0" marL="457200" marR="0" rtl="0" algn="l">
              <a:lnSpc>
                <a:spcPct val="70000"/>
              </a:lnSpc>
              <a:spcBef>
                <a:spcPts val="1299"/>
              </a:spcBef>
              <a:spcAft>
                <a:spcPts val="0"/>
              </a:spcAft>
              <a:buClr>
                <a:schemeClr val="dk1"/>
              </a:buClr>
              <a:buSzPts val="2200"/>
              <a:buFont typeface="Calibri"/>
              <a:buAutoNum type="arabicPeriod"/>
              <a:defRPr b="0" i="0" sz="2200" u="none" cap="none" strike="noStrike">
                <a:solidFill>
                  <a:schemeClr val="dk1"/>
                </a:solidFill>
                <a:latin typeface="Microsoft YaHei"/>
                <a:ea typeface="Microsoft YaHei"/>
                <a:cs typeface="Microsoft YaHei"/>
                <a:sym typeface="Microsoft YaHei"/>
              </a:defRPr>
            </a:lvl1pPr>
            <a:lvl2pPr indent="-426530" lvl="1" marL="914400" marR="0" rtl="0" algn="l">
              <a:lnSpc>
                <a:spcPct val="90000"/>
              </a:lnSpc>
              <a:spcBef>
                <a:spcPts val="649"/>
              </a:spcBef>
              <a:spcAft>
                <a:spcPts val="0"/>
              </a:spcAft>
              <a:buClr>
                <a:schemeClr val="dk1"/>
              </a:buClr>
              <a:buSzPts val="3117"/>
              <a:buFont typeface="Calibri"/>
              <a:buAutoNum type="arabicPeriod"/>
              <a:defRPr b="0" i="0" sz="3117" u="none" cap="none" strike="noStrike">
                <a:solidFill>
                  <a:schemeClr val="dk1"/>
                </a:solidFill>
                <a:latin typeface="Calibri"/>
                <a:ea typeface="Calibri"/>
                <a:cs typeface="Calibri"/>
                <a:sym typeface="Calibri"/>
              </a:defRPr>
            </a:lvl2pPr>
            <a:lvl3pPr indent="-228600" lvl="2" marL="13716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3pPr>
            <a:lvl4pPr indent="-228600" lvl="3" marL="18288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4pPr>
            <a:lvl5pPr indent="-228600" lvl="4" marL="2286000" marR="0" rtl="0" algn="l">
              <a:lnSpc>
                <a:spcPct val="90000"/>
              </a:lnSpc>
              <a:spcBef>
                <a:spcPts val="649"/>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5pPr>
            <a:lvl6pPr indent="-376999" lvl="5" marL="27432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6pPr>
            <a:lvl7pPr indent="-376999" lvl="6" marL="32004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7pPr>
            <a:lvl8pPr indent="-376999" lvl="7" marL="36576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8pPr>
            <a:lvl9pPr indent="-376999" lvl="8" marL="4114800" marR="0" rtl="0" algn="l">
              <a:lnSpc>
                <a:spcPct val="90000"/>
              </a:lnSpc>
              <a:spcBef>
                <a:spcPts val="649"/>
              </a:spcBef>
              <a:spcAft>
                <a:spcPts val="0"/>
              </a:spcAft>
              <a:buClr>
                <a:schemeClr val="dk1"/>
              </a:buClr>
              <a:buSzPts val="2337"/>
              <a:buFont typeface="Arial"/>
              <a:buChar char="•"/>
              <a:defRPr b="0" i="0" sz="2337" u="none" cap="none" strike="noStrike">
                <a:solidFill>
                  <a:schemeClr val="dk1"/>
                </a:solidFill>
                <a:latin typeface="Calibri"/>
                <a:ea typeface="Calibri"/>
                <a:cs typeface="Calibri"/>
                <a:sym typeface="Calibri"/>
              </a:defRPr>
            </a:lvl9pPr>
          </a:lstStyle>
          <a:p/>
        </p:txBody>
      </p:sp>
      <p:cxnSp>
        <p:nvCxnSpPr>
          <p:cNvPr id="90" name="Google Shape;90;p100"/>
          <p:cNvCxnSpPr/>
          <p:nvPr/>
        </p:nvCxnSpPr>
        <p:spPr>
          <a:xfrm rot="10800000">
            <a:off x="1029918" y="1349255"/>
            <a:ext cx="885967" cy="0"/>
          </a:xfrm>
          <a:prstGeom prst="straightConnector1">
            <a:avLst/>
          </a:prstGeom>
          <a:noFill/>
          <a:ln cap="flat" cmpd="sng" w="28575">
            <a:solidFill>
              <a:srgbClr val="C7000B"/>
            </a:solidFill>
            <a:prstDash val="solid"/>
            <a:miter lim="8000"/>
            <a:headEnd len="sm" w="sm" type="none"/>
            <a:tailEnd len="sm" w="sm" type="none"/>
          </a:ln>
        </p:spPr>
      </p:cxnSp>
      <p:sp>
        <p:nvSpPr>
          <p:cNvPr id="91" name="Google Shape;91;p100"/>
          <p:cNvSpPr txBox="1"/>
          <p:nvPr/>
        </p:nvSpPr>
        <p:spPr>
          <a:xfrm>
            <a:off x="918916" y="630373"/>
            <a:ext cx="1147485" cy="6535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1D1D1A"/>
                </a:solidFill>
                <a:latin typeface="Microsoft YaHei"/>
                <a:ea typeface="Microsoft YaHei"/>
                <a:cs typeface="Microsoft YaHei"/>
                <a:sym typeface="Microsoft YaHei"/>
              </a:rPr>
              <a:t>目录</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117" name="Shape 117"/>
        <p:cNvGrpSpPr/>
        <p:nvPr/>
      </p:nvGrpSpPr>
      <p:grpSpPr>
        <a:xfrm>
          <a:off x="0" y="0"/>
          <a:ext cx="0" cy="0"/>
          <a:chOff x="0" y="0"/>
          <a:chExt cx="0" cy="0"/>
        </a:xfrm>
      </p:grpSpPr>
      <p:sp>
        <p:nvSpPr>
          <p:cNvPr id="118" name="Google Shape;118;p39"/>
          <p:cNvSpPr txBox="1"/>
          <p:nvPr>
            <p:ph type="title"/>
          </p:nvPr>
        </p:nvSpPr>
        <p:spPr>
          <a:xfrm>
            <a:off x="741227" y="449284"/>
            <a:ext cx="10180909" cy="8715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39"/>
          <p:cNvSpPr txBox="1"/>
          <p:nvPr>
            <p:ph idx="1" type="body"/>
          </p:nvPr>
        </p:nvSpPr>
        <p:spPr>
          <a:xfrm>
            <a:off x="739782" y="1628384"/>
            <a:ext cx="10158399" cy="4584744"/>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299"/>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397955" lvl="1" marL="914400" marR="0" rtl="0" algn="l">
              <a:lnSpc>
                <a:spcPct val="90000"/>
              </a:lnSpc>
              <a:spcBef>
                <a:spcPts val="650"/>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2pPr>
            <a:lvl3pPr indent="-393573" lvl="2" marL="1371600" marR="0" rtl="0" algn="l">
              <a:lnSpc>
                <a:spcPct val="90000"/>
              </a:lnSpc>
              <a:spcBef>
                <a:spcPts val="650"/>
              </a:spcBef>
              <a:spcAft>
                <a:spcPts val="0"/>
              </a:spcAft>
              <a:buClr>
                <a:schemeClr val="dk1"/>
              </a:buClr>
              <a:buSzPts val="2598"/>
              <a:buFont typeface="Arial"/>
              <a:buChar char="•"/>
              <a:defRPr b="0" i="0" sz="2598" u="none" cap="none" strike="noStrike">
                <a:solidFill>
                  <a:schemeClr val="dk1"/>
                </a:solidFill>
                <a:latin typeface="Calibri"/>
                <a:ea typeface="Calibri"/>
                <a:cs typeface="Calibri"/>
                <a:sym typeface="Calibri"/>
              </a:defRPr>
            </a:lvl3pPr>
            <a:lvl4pPr indent="-377063" lvl="3" marL="1828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4pPr>
            <a:lvl5pPr indent="-377063" lvl="4" marL="22860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Tree>
  </p:cSld>
  <p:clrMapOvr>
    <a:masterClrMapping/>
  </p:clrMapOvr>
  <p:transition>
    <p:fade thruBlk="1"/>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page">
  <p:cSld name="1_Contents page">
    <p:bg>
      <p:bgPr>
        <a:solidFill>
          <a:srgbClr val="EBEBEB"/>
        </a:solidFill>
      </p:bgPr>
    </p:bg>
    <p:spTree>
      <p:nvGrpSpPr>
        <p:cNvPr id="120" name="Shape 120"/>
        <p:cNvGrpSpPr/>
        <p:nvPr/>
      </p:nvGrpSpPr>
      <p:grpSpPr>
        <a:xfrm>
          <a:off x="0" y="0"/>
          <a:ext cx="0" cy="0"/>
          <a:chOff x="0" y="0"/>
          <a:chExt cx="0" cy="0"/>
        </a:xfrm>
      </p:grpSpPr>
      <p:sp>
        <p:nvSpPr>
          <p:cNvPr id="121" name="Google Shape;121;p42"/>
          <p:cNvSpPr txBox="1"/>
          <p:nvPr>
            <p:ph idx="1" type="body"/>
          </p:nvPr>
        </p:nvSpPr>
        <p:spPr>
          <a:xfrm>
            <a:off x="1033620" y="1843088"/>
            <a:ext cx="10122060" cy="3013725"/>
          </a:xfrm>
          <a:prstGeom prst="rect">
            <a:avLst/>
          </a:prstGeom>
          <a:noFill/>
          <a:ln>
            <a:noFill/>
          </a:ln>
        </p:spPr>
        <p:txBody>
          <a:bodyPr anchorCtr="0" anchor="t" bIns="90000" lIns="91425" spcFirstLastPara="1" rIns="91425" wrap="square" tIns="90000">
            <a:noAutofit/>
          </a:bodyPr>
          <a:lstStyle>
            <a:lvl1pPr indent="-368300" lvl="0" marL="457200" marR="0" rtl="0" algn="l">
              <a:lnSpc>
                <a:spcPct val="70000"/>
              </a:lnSpc>
              <a:spcBef>
                <a:spcPts val="1299"/>
              </a:spcBef>
              <a:spcAft>
                <a:spcPts val="0"/>
              </a:spcAft>
              <a:buClr>
                <a:schemeClr val="dk1"/>
              </a:buClr>
              <a:buSzPts val="2200"/>
              <a:buFont typeface="Calibri"/>
              <a:buAutoNum type="arabicPeriod"/>
              <a:defRPr b="0" i="0" sz="2200" u="none" cap="none" strike="noStrike">
                <a:solidFill>
                  <a:schemeClr val="dk1"/>
                </a:solidFill>
                <a:latin typeface="Microsoft YaHei"/>
                <a:ea typeface="Microsoft YaHei"/>
                <a:cs typeface="Microsoft YaHei"/>
                <a:sym typeface="Microsoft YaHei"/>
              </a:defRPr>
            </a:lvl1pPr>
            <a:lvl2pPr indent="-426593" lvl="1" marL="914400" marR="0" rtl="0" algn="l">
              <a:lnSpc>
                <a:spcPct val="90000"/>
              </a:lnSpc>
              <a:spcBef>
                <a:spcPts val="650"/>
              </a:spcBef>
              <a:spcAft>
                <a:spcPts val="0"/>
              </a:spcAft>
              <a:buClr>
                <a:schemeClr val="dk1"/>
              </a:buClr>
              <a:buSzPts val="3118"/>
              <a:buFont typeface="Calibri"/>
              <a:buAutoNum type="arabicPeriod"/>
              <a:defRPr b="0" i="0" sz="3118" u="none" cap="none" strike="noStrike">
                <a:solidFill>
                  <a:schemeClr val="dk1"/>
                </a:solidFill>
                <a:latin typeface="Calibri"/>
                <a:ea typeface="Calibri"/>
                <a:cs typeface="Calibri"/>
                <a:sym typeface="Calibri"/>
              </a:defRPr>
            </a:lvl2pPr>
            <a:lvl3pPr indent="-228600" lvl="2" marL="13716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3pPr>
            <a:lvl4pPr indent="-228600" lvl="3" marL="18288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4pPr>
            <a:lvl5pPr indent="-228600" lvl="4" marL="22860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cxnSp>
        <p:nvCxnSpPr>
          <p:cNvPr id="122" name="Google Shape;122;p42"/>
          <p:cNvCxnSpPr/>
          <p:nvPr/>
        </p:nvCxnSpPr>
        <p:spPr>
          <a:xfrm rot="10800000">
            <a:off x="1029918" y="1349255"/>
            <a:ext cx="885967" cy="0"/>
          </a:xfrm>
          <a:prstGeom prst="straightConnector1">
            <a:avLst/>
          </a:prstGeom>
          <a:noFill/>
          <a:ln cap="flat" cmpd="sng" w="28575">
            <a:solidFill>
              <a:srgbClr val="C7000B"/>
            </a:solidFill>
            <a:prstDash val="solid"/>
            <a:miter lim="8000"/>
            <a:headEnd len="sm" w="sm" type="none"/>
            <a:tailEnd len="sm" w="sm" type="none"/>
          </a:ln>
        </p:spPr>
      </p:cxnSp>
      <p:sp>
        <p:nvSpPr>
          <p:cNvPr id="123" name="Google Shape;123;p42"/>
          <p:cNvSpPr txBox="1"/>
          <p:nvPr/>
        </p:nvSpPr>
        <p:spPr>
          <a:xfrm>
            <a:off x="918916" y="630373"/>
            <a:ext cx="1147485" cy="6535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1D1D1A"/>
                </a:solidFill>
                <a:latin typeface="Microsoft YaHei"/>
                <a:ea typeface="Microsoft YaHei"/>
                <a:cs typeface="Microsoft YaHei"/>
                <a:sym typeface="Microsoft YaHei"/>
              </a:rPr>
              <a:t>目录</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hinese text page">
  <p:cSld name="3_Chinese text page">
    <p:bg>
      <p:bgPr>
        <a:solidFill>
          <a:srgbClr val="232424"/>
        </a:solidFill>
      </p:bgPr>
    </p:bg>
    <p:spTree>
      <p:nvGrpSpPr>
        <p:cNvPr id="124" name="Shape 124"/>
        <p:cNvGrpSpPr/>
        <p:nvPr/>
      </p:nvGrpSpPr>
      <p:grpSpPr>
        <a:xfrm>
          <a:off x="0" y="0"/>
          <a:ext cx="0" cy="0"/>
          <a:chOff x="0" y="0"/>
          <a:chExt cx="0" cy="0"/>
        </a:xfrm>
      </p:grpSpPr>
      <p:sp>
        <p:nvSpPr>
          <p:cNvPr id="125" name="Google Shape;125;p70"/>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07187"/>
              </a:lnSpc>
              <a:spcBef>
                <a:spcPts val="0"/>
              </a:spcBef>
              <a:spcAft>
                <a:spcPts val="0"/>
              </a:spcAft>
              <a:buClr>
                <a:schemeClr val="dk2"/>
              </a:buClr>
              <a:buSzPts val="3200"/>
              <a:buFont typeface="Arial"/>
              <a:buNone/>
              <a:defRPr b="0" i="0" sz="3200" u="none" cap="none" strike="noStrike">
                <a:solidFill>
                  <a:schemeClr val="dk2"/>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
        <p:nvSpPr>
          <p:cNvPr id="126" name="Google Shape;126;p70"/>
          <p:cNvSpPr txBox="1"/>
          <p:nvPr>
            <p:ph idx="2" type="body"/>
          </p:nvPr>
        </p:nvSpPr>
        <p:spPr>
          <a:xfrm>
            <a:off x="736908" y="1501989"/>
            <a:ext cx="10733557" cy="4690459"/>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Microsoft YaHei"/>
                <a:ea typeface="Microsoft YaHei"/>
                <a:cs typeface="Microsoft YaHei"/>
                <a:sym typeface="Microsoft YaHei"/>
              </a:defRPr>
            </a:lvl1pPr>
            <a:lvl2pPr indent="-311086" lvl="1" marL="9144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2pPr>
            <a:lvl3pPr indent="-311087" lvl="2" marL="13716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3pPr>
            <a:lvl4pPr indent="-311087" lvl="3" marL="18288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4pPr>
            <a:lvl5pPr indent="-311086" lvl="4" marL="22860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inese text page">
  <p:cSld name="1_Chinese text page">
    <p:spTree>
      <p:nvGrpSpPr>
        <p:cNvPr id="131" name="Shape 131"/>
        <p:cNvGrpSpPr/>
        <p:nvPr/>
      </p:nvGrpSpPr>
      <p:grpSpPr>
        <a:xfrm>
          <a:off x="0" y="0"/>
          <a:ext cx="0" cy="0"/>
          <a:chOff x="0" y="0"/>
          <a:chExt cx="0" cy="0"/>
        </a:xfrm>
      </p:grpSpPr>
      <p:sp>
        <p:nvSpPr>
          <p:cNvPr id="132" name="Google Shape;132;p41"/>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22500"/>
              </a:lnSpc>
              <a:spcBef>
                <a:spcPts val="0"/>
              </a:spcBef>
              <a:spcAft>
                <a:spcPts val="0"/>
              </a:spcAft>
              <a:buClr>
                <a:schemeClr val="dk1"/>
              </a:buClr>
              <a:buSzPts val="2800"/>
              <a:buFont typeface="Arial"/>
              <a:buNone/>
              <a:defRPr b="0" i="0" sz="28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page">
  <p:cSld name="1_Contents page">
    <p:bg>
      <p:bgPr>
        <a:solidFill>
          <a:srgbClr val="EBEBEB"/>
        </a:solidFill>
      </p:bgPr>
    </p:bg>
    <p:spTree>
      <p:nvGrpSpPr>
        <p:cNvPr id="133" name="Shape 133"/>
        <p:cNvGrpSpPr/>
        <p:nvPr/>
      </p:nvGrpSpPr>
      <p:grpSpPr>
        <a:xfrm>
          <a:off x="0" y="0"/>
          <a:ext cx="0" cy="0"/>
          <a:chOff x="0" y="0"/>
          <a:chExt cx="0" cy="0"/>
        </a:xfrm>
      </p:grpSpPr>
      <p:cxnSp>
        <p:nvCxnSpPr>
          <p:cNvPr id="134" name="Google Shape;134;p86"/>
          <p:cNvCxnSpPr/>
          <p:nvPr/>
        </p:nvCxnSpPr>
        <p:spPr>
          <a:xfrm rot="10800000">
            <a:off x="1029918" y="1349255"/>
            <a:ext cx="885967" cy="0"/>
          </a:xfrm>
          <a:prstGeom prst="straightConnector1">
            <a:avLst/>
          </a:prstGeom>
          <a:noFill/>
          <a:ln cap="flat" cmpd="sng" w="28575">
            <a:solidFill>
              <a:srgbClr val="C7000B"/>
            </a:solidFill>
            <a:prstDash val="solid"/>
            <a:miter lim="8000"/>
            <a:headEnd len="sm" w="sm" type="none"/>
            <a:tailEnd len="sm" w="sm" type="none"/>
          </a:ln>
        </p:spPr>
      </p:cxnSp>
      <p:sp>
        <p:nvSpPr>
          <p:cNvPr id="135" name="Google Shape;135;p86"/>
          <p:cNvSpPr txBox="1"/>
          <p:nvPr/>
        </p:nvSpPr>
        <p:spPr>
          <a:xfrm>
            <a:off x="918916" y="630373"/>
            <a:ext cx="1147485" cy="6535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36">
                <a:solidFill>
                  <a:srgbClr val="1D1D1A"/>
                </a:solidFill>
                <a:latin typeface="Microsoft YaHei"/>
                <a:ea typeface="Microsoft YaHei"/>
                <a:cs typeface="Microsoft YaHei"/>
                <a:sym typeface="Microsoft YaHei"/>
              </a:rPr>
              <a:t>目录</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hinese text page">
  <p:cSld name="2_Chinese text page">
    <p:spTree>
      <p:nvGrpSpPr>
        <p:cNvPr id="140" name="Shape 140"/>
        <p:cNvGrpSpPr/>
        <p:nvPr/>
      </p:nvGrpSpPr>
      <p:grpSpPr>
        <a:xfrm>
          <a:off x="0" y="0"/>
          <a:ext cx="0" cy="0"/>
          <a:chOff x="0" y="0"/>
          <a:chExt cx="0" cy="0"/>
        </a:xfrm>
      </p:grpSpPr>
      <p:sp>
        <p:nvSpPr>
          <p:cNvPr id="141" name="Google Shape;141;p44"/>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algn="l">
              <a:lnSpc>
                <a:spcPct val="122500"/>
              </a:lnSpc>
              <a:spcBef>
                <a:spcPts val="0"/>
              </a:spcBef>
              <a:spcAft>
                <a:spcPts val="0"/>
              </a:spcAft>
              <a:buClr>
                <a:schemeClr val="dk1"/>
              </a:buClr>
              <a:buSzPts val="2800"/>
              <a:buNone/>
              <a:defRPr sz="2800">
                <a:solidFill>
                  <a:schemeClr val="dk1"/>
                </a:solidFill>
                <a:latin typeface="Microsoft YaHei"/>
                <a:ea typeface="Microsoft YaHei"/>
                <a:cs typeface="Microsoft YaHei"/>
                <a:sym typeface="Microsoft YaHei"/>
              </a:defRPr>
            </a:lvl1pPr>
            <a:lvl2pPr lvl="1" algn="ctr">
              <a:spcBef>
                <a:spcPts val="520"/>
              </a:spcBef>
              <a:spcAft>
                <a:spcPts val="0"/>
              </a:spcAft>
              <a:buClr>
                <a:schemeClr val="dk1"/>
              </a:buClr>
              <a:buSzPts val="2598"/>
              <a:buNone/>
              <a:defRPr sz="2598"/>
            </a:lvl2pPr>
            <a:lvl3pPr lvl="2" algn="ctr">
              <a:spcBef>
                <a:spcPts val="468"/>
              </a:spcBef>
              <a:spcAft>
                <a:spcPts val="0"/>
              </a:spcAft>
              <a:buClr>
                <a:schemeClr val="dk1"/>
              </a:buClr>
              <a:buSzPts val="2338"/>
              <a:buNone/>
              <a:defRPr sz="2338"/>
            </a:lvl3pPr>
            <a:lvl4pPr lvl="3" algn="ctr">
              <a:spcBef>
                <a:spcPts val="416"/>
              </a:spcBef>
              <a:spcAft>
                <a:spcPts val="0"/>
              </a:spcAft>
              <a:buClr>
                <a:schemeClr val="dk1"/>
              </a:buClr>
              <a:buSzPts val="2079"/>
              <a:buNone/>
              <a:defRPr sz="2079"/>
            </a:lvl4pPr>
            <a:lvl5pPr lvl="4" algn="ctr">
              <a:spcBef>
                <a:spcPts val="416"/>
              </a:spcBef>
              <a:spcAft>
                <a:spcPts val="0"/>
              </a:spcAft>
              <a:buClr>
                <a:schemeClr val="dk1"/>
              </a:buClr>
              <a:buSzPts val="2079"/>
              <a:buNone/>
              <a:defRPr sz="2079"/>
            </a:lvl5pPr>
            <a:lvl6pPr lvl="5" algn="ctr">
              <a:spcBef>
                <a:spcPts val="416"/>
              </a:spcBef>
              <a:spcAft>
                <a:spcPts val="0"/>
              </a:spcAft>
              <a:buClr>
                <a:schemeClr val="dk1"/>
              </a:buClr>
              <a:buSzPts val="2079"/>
              <a:buNone/>
              <a:defRPr sz="2079"/>
            </a:lvl6pPr>
            <a:lvl7pPr lvl="6" algn="ctr">
              <a:spcBef>
                <a:spcPts val="416"/>
              </a:spcBef>
              <a:spcAft>
                <a:spcPts val="0"/>
              </a:spcAft>
              <a:buClr>
                <a:schemeClr val="dk1"/>
              </a:buClr>
              <a:buSzPts val="2079"/>
              <a:buNone/>
              <a:defRPr sz="2079"/>
            </a:lvl7pPr>
            <a:lvl8pPr lvl="7" algn="ctr">
              <a:spcBef>
                <a:spcPts val="416"/>
              </a:spcBef>
              <a:spcAft>
                <a:spcPts val="0"/>
              </a:spcAft>
              <a:buClr>
                <a:schemeClr val="dk1"/>
              </a:buClr>
              <a:buSzPts val="2079"/>
              <a:buNone/>
              <a:defRPr sz="2079"/>
            </a:lvl8pPr>
            <a:lvl9pPr lvl="8" algn="ctr">
              <a:spcBef>
                <a:spcPts val="416"/>
              </a:spcBef>
              <a:spcAft>
                <a:spcPts val="0"/>
              </a:spcAft>
              <a:buClr>
                <a:schemeClr val="dk1"/>
              </a:buClr>
              <a:buSzPts val="2079"/>
              <a:buNone/>
              <a:defRPr sz="2079"/>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142" name="Shape 142"/>
        <p:cNvGrpSpPr/>
        <p:nvPr/>
      </p:nvGrpSpPr>
      <p:grpSpPr>
        <a:xfrm>
          <a:off x="0" y="0"/>
          <a:ext cx="0" cy="0"/>
          <a:chOff x="0" y="0"/>
          <a:chExt cx="0" cy="0"/>
        </a:xfrm>
      </p:grpSpPr>
      <p:sp>
        <p:nvSpPr>
          <p:cNvPr id="143" name="Google Shape;143;p45"/>
          <p:cNvSpPr txBox="1"/>
          <p:nvPr>
            <p:ph type="title"/>
          </p:nvPr>
        </p:nvSpPr>
        <p:spPr>
          <a:xfrm>
            <a:off x="741227" y="449284"/>
            <a:ext cx="10180909" cy="871537"/>
          </a:xfrm>
          <a:prstGeom prst="rect">
            <a:avLst/>
          </a:prstGeom>
          <a:noFill/>
          <a:ln>
            <a:noFill/>
          </a:ln>
        </p:spPr>
        <p:txBody>
          <a:bodyPr anchorCtr="0" anchor="ctr" bIns="60950" lIns="121925" spcFirstLastPara="1" rIns="121925" wrap="square" tIns="609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45"/>
          <p:cNvSpPr txBox="1"/>
          <p:nvPr>
            <p:ph idx="1" type="body"/>
          </p:nvPr>
        </p:nvSpPr>
        <p:spPr>
          <a:xfrm>
            <a:off x="739782" y="1628384"/>
            <a:ext cx="10158399" cy="4584744"/>
          </a:xfrm>
          <a:prstGeom prst="rect">
            <a:avLst/>
          </a:prstGeom>
          <a:noFill/>
          <a:ln>
            <a:noFill/>
          </a:ln>
        </p:spPr>
        <p:txBody>
          <a:bodyPr anchorCtr="0" anchor="t" bIns="60950" lIns="121925" spcFirstLastPara="1" rIns="121925" wrap="square" tIns="60950">
            <a:normAutofit/>
          </a:bodyPr>
          <a:lstStyle>
            <a:lvl1pPr indent="-431800" lvl="0" marL="457200" algn="l">
              <a:spcBef>
                <a:spcPts val="640"/>
              </a:spcBef>
              <a:spcAft>
                <a:spcPts val="0"/>
              </a:spcAft>
              <a:buClr>
                <a:schemeClr val="dk1"/>
              </a:buClr>
              <a:buSzPts val="3200"/>
              <a:buChar char="•"/>
              <a:defRPr sz="3200"/>
            </a:lvl1pPr>
            <a:lvl2pPr indent="-397955" lvl="1" marL="914400" algn="l">
              <a:spcBef>
                <a:spcPts val="533"/>
              </a:spcBef>
              <a:spcAft>
                <a:spcPts val="0"/>
              </a:spcAft>
              <a:buClr>
                <a:schemeClr val="dk1"/>
              </a:buClr>
              <a:buSzPts val="2667"/>
              <a:buChar char="–"/>
              <a:defRPr sz="2667"/>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45" name="Shape 145"/>
        <p:cNvGrpSpPr/>
        <p:nvPr/>
      </p:nvGrpSpPr>
      <p:grpSpPr>
        <a:xfrm>
          <a:off x="0" y="0"/>
          <a:ext cx="0" cy="0"/>
          <a:chOff x="0" y="0"/>
          <a:chExt cx="0" cy="0"/>
        </a:xfrm>
      </p:grpSpPr>
      <p:sp>
        <p:nvSpPr>
          <p:cNvPr id="146" name="Google Shape;146;p52"/>
          <p:cNvSpPr txBox="1"/>
          <p:nvPr>
            <p:ph idx="12" type="sldNum"/>
          </p:nvPr>
        </p:nvSpPr>
        <p:spPr>
          <a:xfrm>
            <a:off x="171749" y="6394456"/>
            <a:ext cx="438092" cy="365128"/>
          </a:xfrm>
          <a:prstGeom prst="rect">
            <a:avLst/>
          </a:prstGeom>
          <a:noFill/>
          <a:ln>
            <a:noFill/>
          </a:ln>
        </p:spPr>
        <p:txBody>
          <a:bodyPr anchorCtr="0" anchor="t" bIns="60975" lIns="121950" spcFirstLastPara="1" rIns="121950" wrap="square" tIns="60975">
            <a:noAutofit/>
          </a:bodyPr>
          <a:lstStyle>
            <a:lvl1pPr indent="0" lvl="0" marL="0" marR="0" rtl="0" algn="r">
              <a:spcBef>
                <a:spcPts val="0"/>
              </a:spcBef>
              <a:buNone/>
              <a:defRPr sz="1200">
                <a:solidFill>
                  <a:srgbClr val="FFFFFF"/>
                </a:solidFill>
                <a:latin typeface="Arial"/>
                <a:ea typeface="Arial"/>
                <a:cs typeface="Arial"/>
                <a:sym typeface="Arial"/>
              </a:defRPr>
            </a:lvl1pPr>
            <a:lvl2pPr indent="0" lvl="1" marL="0" marR="0" rtl="0" algn="r">
              <a:spcBef>
                <a:spcPts val="0"/>
              </a:spcBef>
              <a:buNone/>
              <a:defRPr sz="1200">
                <a:solidFill>
                  <a:srgbClr val="FFFFFF"/>
                </a:solidFill>
                <a:latin typeface="Arial"/>
                <a:ea typeface="Arial"/>
                <a:cs typeface="Arial"/>
                <a:sym typeface="Arial"/>
              </a:defRPr>
            </a:lvl2pPr>
            <a:lvl3pPr indent="0" lvl="2" marL="0" marR="0" rtl="0" algn="r">
              <a:spcBef>
                <a:spcPts val="0"/>
              </a:spcBef>
              <a:buNone/>
              <a:defRPr sz="1200">
                <a:solidFill>
                  <a:srgbClr val="FFFFFF"/>
                </a:solidFill>
                <a:latin typeface="Arial"/>
                <a:ea typeface="Arial"/>
                <a:cs typeface="Arial"/>
                <a:sym typeface="Arial"/>
              </a:defRPr>
            </a:lvl3pPr>
            <a:lvl4pPr indent="0" lvl="3" marL="0" marR="0" rtl="0" algn="r">
              <a:spcBef>
                <a:spcPts val="0"/>
              </a:spcBef>
              <a:buNone/>
              <a:defRPr sz="1200">
                <a:solidFill>
                  <a:srgbClr val="FFFFFF"/>
                </a:solidFill>
                <a:latin typeface="Arial"/>
                <a:ea typeface="Arial"/>
                <a:cs typeface="Arial"/>
                <a:sym typeface="Arial"/>
              </a:defRPr>
            </a:lvl4pPr>
            <a:lvl5pPr indent="0" lvl="4" marL="0" marR="0" rtl="0" algn="r">
              <a:spcBef>
                <a:spcPts val="0"/>
              </a:spcBef>
              <a:buNone/>
              <a:defRPr sz="1200">
                <a:solidFill>
                  <a:srgbClr val="FFFFFF"/>
                </a:solidFill>
                <a:latin typeface="Arial"/>
                <a:ea typeface="Arial"/>
                <a:cs typeface="Arial"/>
                <a:sym typeface="Arial"/>
              </a:defRPr>
            </a:lvl5pPr>
            <a:lvl6pPr indent="0" lvl="5" marL="0" marR="0" rtl="0" algn="r">
              <a:spcBef>
                <a:spcPts val="0"/>
              </a:spcBef>
              <a:buNone/>
              <a:defRPr sz="1200">
                <a:solidFill>
                  <a:srgbClr val="FFFFFF"/>
                </a:solidFill>
                <a:latin typeface="Arial"/>
                <a:ea typeface="Arial"/>
                <a:cs typeface="Arial"/>
                <a:sym typeface="Arial"/>
              </a:defRPr>
            </a:lvl6pPr>
            <a:lvl7pPr indent="0" lvl="6" marL="0" marR="0" rtl="0" algn="r">
              <a:spcBef>
                <a:spcPts val="0"/>
              </a:spcBef>
              <a:buNone/>
              <a:defRPr sz="1200">
                <a:solidFill>
                  <a:srgbClr val="FFFFFF"/>
                </a:solidFill>
                <a:latin typeface="Arial"/>
                <a:ea typeface="Arial"/>
                <a:cs typeface="Arial"/>
                <a:sym typeface="Arial"/>
              </a:defRPr>
            </a:lvl7pPr>
            <a:lvl8pPr indent="0" lvl="7" marL="0" marR="0" rtl="0" algn="r">
              <a:spcBef>
                <a:spcPts val="0"/>
              </a:spcBef>
              <a:buNone/>
              <a:defRPr sz="1200">
                <a:solidFill>
                  <a:srgbClr val="FFFFFF"/>
                </a:solidFill>
                <a:latin typeface="Arial"/>
                <a:ea typeface="Arial"/>
                <a:cs typeface="Arial"/>
                <a:sym typeface="Arial"/>
              </a:defRPr>
            </a:lvl8pPr>
            <a:lvl9pPr indent="0" lvl="8" marL="0" marR="0" rt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47" name="Google Shape;147;p52"/>
          <p:cNvSpPr txBox="1"/>
          <p:nvPr>
            <p:ph type="title"/>
          </p:nvPr>
        </p:nvSpPr>
        <p:spPr>
          <a:xfrm>
            <a:off x="609840" y="275170"/>
            <a:ext cx="10977087" cy="743507"/>
          </a:xfrm>
          <a:prstGeom prst="rect">
            <a:avLst/>
          </a:prstGeom>
          <a:noFill/>
          <a:ln>
            <a:noFill/>
          </a:ln>
        </p:spPr>
        <p:txBody>
          <a:bodyPr anchorCtr="0" anchor="ctr" bIns="60975" lIns="121975" spcFirstLastPara="1" rIns="121975" wrap="square" tIns="60975">
            <a:normAutofit/>
          </a:bodyPr>
          <a:lstStyle>
            <a:lvl1pPr lvl="0" algn="l">
              <a:spcBef>
                <a:spcPts val="0"/>
              </a:spcBef>
              <a:spcAft>
                <a:spcPts val="0"/>
              </a:spcAft>
              <a:buClr>
                <a:schemeClr val="lt1"/>
              </a:buClr>
              <a:buSzPts val="3198"/>
              <a:buFont typeface="Arial"/>
              <a:buNone/>
              <a:defRPr sz="3198">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标题和内容">
  <p:cSld name="4_标题和内容">
    <p:spTree>
      <p:nvGrpSpPr>
        <p:cNvPr id="148" name="Shape 148"/>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和内容" type="obj">
  <p:cSld name="OBJECT">
    <p:spTree>
      <p:nvGrpSpPr>
        <p:cNvPr id="149" name="Shape 149"/>
        <p:cNvGrpSpPr/>
        <p:nvPr/>
      </p:nvGrpSpPr>
      <p:grpSpPr>
        <a:xfrm>
          <a:off x="0" y="0"/>
          <a:ext cx="0" cy="0"/>
          <a:chOff x="0" y="0"/>
          <a:chExt cx="0" cy="0"/>
        </a:xfrm>
      </p:grpSpPr>
      <p:sp>
        <p:nvSpPr>
          <p:cNvPr id="150" name="Google Shape;150;p54"/>
          <p:cNvSpPr txBox="1"/>
          <p:nvPr>
            <p:ph type="title"/>
          </p:nvPr>
        </p:nvSpPr>
        <p:spPr>
          <a:xfrm>
            <a:off x="409630" y="405364"/>
            <a:ext cx="11377506" cy="872536"/>
          </a:xfrm>
          <a:prstGeom prst="rect">
            <a:avLst/>
          </a:prstGeom>
          <a:noFill/>
          <a:ln>
            <a:noFill/>
          </a:ln>
        </p:spPr>
        <p:txBody>
          <a:bodyPr anchorCtr="0" anchor="ctr" bIns="60950" lIns="121925" spcFirstLastPara="1" rIns="121925" wrap="square" tIns="609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54"/>
          <p:cNvSpPr txBox="1"/>
          <p:nvPr>
            <p:ph idx="1" type="body"/>
          </p:nvPr>
        </p:nvSpPr>
        <p:spPr>
          <a:xfrm>
            <a:off x="609681" y="1599829"/>
            <a:ext cx="10977404" cy="4526502"/>
          </a:xfrm>
          <a:prstGeom prst="rect">
            <a:avLst/>
          </a:prstGeom>
          <a:noFill/>
          <a:ln>
            <a:noFill/>
          </a:ln>
        </p:spPr>
        <p:txBody>
          <a:bodyPr anchorCtr="0" anchor="t" bIns="60950" lIns="121925" spcFirstLastPara="1" rIns="121925" wrap="square" tIns="609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52" name="Shape 152"/>
        <p:cNvGrpSpPr/>
        <p:nvPr/>
      </p:nvGrpSpPr>
      <p:grpSpPr>
        <a:xfrm>
          <a:off x="0" y="0"/>
          <a:ext cx="0" cy="0"/>
          <a:chOff x="0" y="0"/>
          <a:chExt cx="0" cy="0"/>
        </a:xfrm>
      </p:grpSpPr>
      <p:sp>
        <p:nvSpPr>
          <p:cNvPr id="153" name="Google Shape;153;p74"/>
          <p:cNvSpPr txBox="1"/>
          <p:nvPr>
            <p:ph type="ctrTitle"/>
          </p:nvPr>
        </p:nvSpPr>
        <p:spPr>
          <a:xfrm>
            <a:off x="517656" y="165101"/>
            <a:ext cx="11161453" cy="888186"/>
          </a:xfrm>
          <a:prstGeom prst="rect">
            <a:avLst/>
          </a:prstGeom>
          <a:noFill/>
          <a:ln>
            <a:noFill/>
          </a:ln>
        </p:spPr>
        <p:txBody>
          <a:bodyPr anchorCtr="0" anchor="ctr" bIns="60950" lIns="121925" spcFirstLastPara="1" rIns="121925" wrap="square" tIns="60950">
            <a:noAutofit/>
          </a:bodyPr>
          <a:lstStyle>
            <a:lvl1pPr lvl="0" marR="0" algn="l">
              <a:lnSpc>
                <a:spcPct val="100000"/>
              </a:lnSpc>
              <a:spcBef>
                <a:spcPts val="0"/>
              </a:spcBef>
              <a:spcAft>
                <a:spcPts val="0"/>
              </a:spcAft>
              <a:buClr>
                <a:srgbClr val="595959"/>
              </a:buClr>
              <a:buSzPts val="3599"/>
              <a:buFont typeface="Arial"/>
              <a:buNone/>
              <a:defRPr b="0" sz="3599">
                <a:solidFill>
                  <a:srgbClr val="59595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74"/>
          <p:cNvSpPr txBox="1"/>
          <p:nvPr>
            <p:ph idx="1" type="subTitle"/>
          </p:nvPr>
        </p:nvSpPr>
        <p:spPr>
          <a:xfrm>
            <a:off x="517656" y="1269261"/>
            <a:ext cx="11161453" cy="5031593"/>
          </a:xfrm>
          <a:prstGeom prst="rect">
            <a:avLst/>
          </a:prstGeom>
          <a:noFill/>
          <a:ln>
            <a:noFill/>
          </a:ln>
        </p:spPr>
        <p:txBody>
          <a:bodyPr anchorCtr="0" anchor="t" bIns="60950" lIns="121925" spcFirstLastPara="1" rIns="121925" wrap="square" tIns="60950">
            <a:normAutofit/>
          </a:bodyPr>
          <a:lstStyle>
            <a:lvl1pPr lvl="0" marR="0" algn="l">
              <a:lnSpc>
                <a:spcPct val="100000"/>
              </a:lnSpc>
              <a:spcBef>
                <a:spcPts val="480"/>
              </a:spcBef>
              <a:spcAft>
                <a:spcPts val="0"/>
              </a:spcAft>
              <a:buClr>
                <a:srgbClr val="595959"/>
              </a:buClr>
              <a:buSzPts val="2400"/>
              <a:buFont typeface="Arial"/>
              <a:buNone/>
              <a:defRPr sz="2400">
                <a:solidFill>
                  <a:srgbClr val="595959"/>
                </a:solidFill>
              </a:defRPr>
            </a:lvl1pPr>
            <a:lvl2pPr lvl="1" algn="ctr">
              <a:spcBef>
                <a:spcPts val="740"/>
              </a:spcBef>
              <a:spcAft>
                <a:spcPts val="0"/>
              </a:spcAft>
              <a:buClr>
                <a:srgbClr val="888888"/>
              </a:buClr>
              <a:buSzPts val="3699"/>
              <a:buNone/>
              <a:defRPr>
                <a:solidFill>
                  <a:srgbClr val="888888"/>
                </a:solidFill>
              </a:defRPr>
            </a:lvl2pPr>
            <a:lvl3pPr lvl="2" algn="ctr">
              <a:spcBef>
                <a:spcPts val="640"/>
              </a:spcBef>
              <a:spcAft>
                <a:spcPts val="0"/>
              </a:spcAft>
              <a:buClr>
                <a:srgbClr val="888888"/>
              </a:buClr>
              <a:buSzPts val="3199"/>
              <a:buNone/>
              <a:defRPr>
                <a:solidFill>
                  <a:srgbClr val="888888"/>
                </a:solidFill>
              </a:defRPr>
            </a:lvl3pPr>
            <a:lvl4pPr lvl="3" algn="ctr">
              <a:spcBef>
                <a:spcPts val="540"/>
              </a:spcBef>
              <a:spcAft>
                <a:spcPts val="0"/>
              </a:spcAft>
              <a:buClr>
                <a:srgbClr val="888888"/>
              </a:buClr>
              <a:buSzPts val="2699"/>
              <a:buNone/>
              <a:defRPr>
                <a:solidFill>
                  <a:srgbClr val="888888"/>
                </a:solidFill>
              </a:defRPr>
            </a:lvl4pPr>
            <a:lvl5pPr lvl="4" algn="ctr">
              <a:spcBef>
                <a:spcPts val="540"/>
              </a:spcBef>
              <a:spcAft>
                <a:spcPts val="0"/>
              </a:spcAft>
              <a:buClr>
                <a:srgbClr val="888888"/>
              </a:buClr>
              <a:buSzPts val="2699"/>
              <a:buNone/>
              <a:defRPr>
                <a:solidFill>
                  <a:srgbClr val="888888"/>
                </a:solidFill>
              </a:defRPr>
            </a:lvl5pPr>
            <a:lvl6pPr lvl="5" algn="ctr">
              <a:spcBef>
                <a:spcPts val="540"/>
              </a:spcBef>
              <a:spcAft>
                <a:spcPts val="0"/>
              </a:spcAft>
              <a:buClr>
                <a:srgbClr val="888888"/>
              </a:buClr>
              <a:buSzPts val="2699"/>
              <a:buNone/>
              <a:defRPr>
                <a:solidFill>
                  <a:srgbClr val="888888"/>
                </a:solidFill>
              </a:defRPr>
            </a:lvl6pPr>
            <a:lvl7pPr lvl="6" algn="ctr">
              <a:spcBef>
                <a:spcPts val="540"/>
              </a:spcBef>
              <a:spcAft>
                <a:spcPts val="0"/>
              </a:spcAft>
              <a:buClr>
                <a:srgbClr val="888888"/>
              </a:buClr>
              <a:buSzPts val="2699"/>
              <a:buNone/>
              <a:defRPr>
                <a:solidFill>
                  <a:srgbClr val="888888"/>
                </a:solidFill>
              </a:defRPr>
            </a:lvl7pPr>
            <a:lvl8pPr lvl="7" algn="ctr">
              <a:spcBef>
                <a:spcPts val="540"/>
              </a:spcBef>
              <a:spcAft>
                <a:spcPts val="0"/>
              </a:spcAft>
              <a:buClr>
                <a:srgbClr val="888888"/>
              </a:buClr>
              <a:buSzPts val="2699"/>
              <a:buNone/>
              <a:defRPr>
                <a:solidFill>
                  <a:srgbClr val="888888"/>
                </a:solidFill>
              </a:defRPr>
            </a:lvl8pPr>
            <a:lvl9pPr lvl="8" algn="ctr">
              <a:spcBef>
                <a:spcPts val="540"/>
              </a:spcBef>
              <a:spcAft>
                <a:spcPts val="0"/>
              </a:spcAft>
              <a:buClr>
                <a:srgbClr val="888888"/>
              </a:buClr>
              <a:buSzPts val="2699"/>
              <a:buNone/>
              <a:defRPr>
                <a:solidFill>
                  <a:srgbClr val="888888"/>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155" name="Shape 155"/>
        <p:cNvGrpSpPr/>
        <p:nvPr/>
      </p:nvGrpSpPr>
      <p:grpSpPr>
        <a:xfrm>
          <a:off x="0" y="0"/>
          <a:ext cx="0" cy="0"/>
          <a:chOff x="0" y="0"/>
          <a:chExt cx="0" cy="0"/>
        </a:xfrm>
      </p:grpSpPr>
      <p:sp>
        <p:nvSpPr>
          <p:cNvPr id="156" name="Google Shape;156;p75"/>
          <p:cNvSpPr txBox="1"/>
          <p:nvPr>
            <p:ph type="title"/>
          </p:nvPr>
        </p:nvSpPr>
        <p:spPr>
          <a:xfrm>
            <a:off x="609839" y="599976"/>
            <a:ext cx="10977088" cy="492329"/>
          </a:xfrm>
          <a:prstGeom prst="rect">
            <a:avLst/>
          </a:prstGeom>
          <a:noFill/>
          <a:ln>
            <a:noFill/>
          </a:ln>
        </p:spPr>
        <p:txBody>
          <a:bodyPr anchorCtr="0" anchor="ctr" bIns="60950" lIns="121925" spcFirstLastPara="1" rIns="121925" wrap="square" tIns="60950">
            <a:normAutofit/>
          </a:bodyPr>
          <a:lstStyle>
            <a:lvl1pPr lvl="0" algn="ctr">
              <a:spcBef>
                <a:spcPts val="0"/>
              </a:spcBef>
              <a:spcAft>
                <a:spcPts val="0"/>
              </a:spcAft>
              <a:buClr>
                <a:schemeClr val="dk1"/>
              </a:buClr>
              <a:buSzPts val="5899"/>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75"/>
          <p:cNvSpPr txBox="1"/>
          <p:nvPr>
            <p:ph idx="10" type="dt"/>
          </p:nvPr>
        </p:nvSpPr>
        <p:spPr>
          <a:xfrm>
            <a:off x="609840" y="6356351"/>
            <a:ext cx="284591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8" name="Google Shape;158;p75"/>
          <p:cNvSpPr txBox="1"/>
          <p:nvPr>
            <p:ph idx="11" type="ftr"/>
          </p:nvPr>
        </p:nvSpPr>
        <p:spPr>
          <a:xfrm>
            <a:off x="4167230" y="6356351"/>
            <a:ext cx="3862307"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9" name="Google Shape;159;p75"/>
          <p:cNvSpPr txBox="1"/>
          <p:nvPr>
            <p:ph idx="12" type="sldNum"/>
          </p:nvPr>
        </p:nvSpPr>
        <p:spPr>
          <a:xfrm>
            <a:off x="8741013" y="6356351"/>
            <a:ext cx="284591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684">
                <a:solidFill>
                  <a:srgbClr val="888888"/>
                </a:solidFill>
                <a:latin typeface="Arial"/>
                <a:ea typeface="Arial"/>
                <a:cs typeface="Arial"/>
                <a:sym typeface="Arial"/>
              </a:defRPr>
            </a:lvl1pPr>
            <a:lvl2pPr indent="0" lvl="1" marL="0" marR="0" rtl="0" algn="l">
              <a:spcBef>
                <a:spcPts val="0"/>
              </a:spcBef>
              <a:buNone/>
              <a:defRPr sz="1684">
                <a:solidFill>
                  <a:srgbClr val="888888"/>
                </a:solidFill>
                <a:latin typeface="Arial"/>
                <a:ea typeface="Arial"/>
                <a:cs typeface="Arial"/>
                <a:sym typeface="Arial"/>
              </a:defRPr>
            </a:lvl2pPr>
            <a:lvl3pPr indent="0" lvl="2" marL="0" marR="0" rtl="0" algn="l">
              <a:spcBef>
                <a:spcPts val="0"/>
              </a:spcBef>
              <a:buNone/>
              <a:defRPr sz="1684">
                <a:solidFill>
                  <a:srgbClr val="888888"/>
                </a:solidFill>
                <a:latin typeface="Arial"/>
                <a:ea typeface="Arial"/>
                <a:cs typeface="Arial"/>
                <a:sym typeface="Arial"/>
              </a:defRPr>
            </a:lvl3pPr>
            <a:lvl4pPr indent="0" lvl="3" marL="0" marR="0" rtl="0" algn="l">
              <a:spcBef>
                <a:spcPts val="0"/>
              </a:spcBef>
              <a:buNone/>
              <a:defRPr sz="1684">
                <a:solidFill>
                  <a:srgbClr val="888888"/>
                </a:solidFill>
                <a:latin typeface="Arial"/>
                <a:ea typeface="Arial"/>
                <a:cs typeface="Arial"/>
                <a:sym typeface="Arial"/>
              </a:defRPr>
            </a:lvl4pPr>
            <a:lvl5pPr indent="0" lvl="4" marL="0" marR="0" rtl="0" algn="l">
              <a:spcBef>
                <a:spcPts val="0"/>
              </a:spcBef>
              <a:buNone/>
              <a:defRPr sz="1684">
                <a:solidFill>
                  <a:srgbClr val="888888"/>
                </a:solidFill>
                <a:latin typeface="Arial"/>
                <a:ea typeface="Arial"/>
                <a:cs typeface="Arial"/>
                <a:sym typeface="Arial"/>
              </a:defRPr>
            </a:lvl5pPr>
            <a:lvl6pPr indent="0" lvl="5" marL="0" marR="0" rtl="0" algn="l">
              <a:spcBef>
                <a:spcPts val="0"/>
              </a:spcBef>
              <a:buNone/>
              <a:defRPr sz="1684">
                <a:solidFill>
                  <a:srgbClr val="888888"/>
                </a:solidFill>
                <a:latin typeface="Arial"/>
                <a:ea typeface="Arial"/>
                <a:cs typeface="Arial"/>
                <a:sym typeface="Arial"/>
              </a:defRPr>
            </a:lvl6pPr>
            <a:lvl7pPr indent="0" lvl="6" marL="0" marR="0" rtl="0" algn="l">
              <a:spcBef>
                <a:spcPts val="0"/>
              </a:spcBef>
              <a:buNone/>
              <a:defRPr sz="1684">
                <a:solidFill>
                  <a:srgbClr val="888888"/>
                </a:solidFill>
                <a:latin typeface="Arial"/>
                <a:ea typeface="Arial"/>
                <a:cs typeface="Arial"/>
                <a:sym typeface="Arial"/>
              </a:defRPr>
            </a:lvl7pPr>
            <a:lvl8pPr indent="0" lvl="7" marL="0" marR="0" rtl="0" algn="l">
              <a:spcBef>
                <a:spcPts val="0"/>
              </a:spcBef>
              <a:buNone/>
              <a:defRPr sz="1684">
                <a:solidFill>
                  <a:srgbClr val="888888"/>
                </a:solidFill>
                <a:latin typeface="Arial"/>
                <a:ea typeface="Arial"/>
                <a:cs typeface="Arial"/>
                <a:sym typeface="Arial"/>
              </a:defRPr>
            </a:lvl8pPr>
            <a:lvl9pPr indent="0" lvl="8" marL="0" marR="0" rtl="0" algn="l">
              <a:spcBef>
                <a:spcPts val="0"/>
              </a:spcBef>
              <a:buNone/>
              <a:defRPr sz="1684">
                <a:solidFill>
                  <a:srgbClr val="88888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标题和内容">
  <p:cSld name="5_标题和内容">
    <p:spTree>
      <p:nvGrpSpPr>
        <p:cNvPr id="160" name="Shape 160"/>
        <p:cNvGrpSpPr/>
        <p:nvPr/>
      </p:nvGrpSpPr>
      <p:grpSpPr>
        <a:xfrm>
          <a:off x="0" y="0"/>
          <a:ext cx="0" cy="0"/>
          <a:chOff x="0" y="0"/>
          <a:chExt cx="0" cy="0"/>
        </a:xfrm>
      </p:grpSpPr>
      <p:sp>
        <p:nvSpPr>
          <p:cNvPr id="161" name="Google Shape;161;p76"/>
          <p:cNvSpPr txBox="1"/>
          <p:nvPr>
            <p:ph idx="12" type="sldNum"/>
          </p:nvPr>
        </p:nvSpPr>
        <p:spPr>
          <a:xfrm>
            <a:off x="11166914" y="6306671"/>
            <a:ext cx="644217" cy="368301"/>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400">
                <a:solidFill>
                  <a:srgbClr val="000000"/>
                </a:solidFill>
                <a:latin typeface="Arial"/>
                <a:ea typeface="Arial"/>
                <a:cs typeface="Arial"/>
                <a:sym typeface="Arial"/>
              </a:defRPr>
            </a:lvl1pPr>
            <a:lvl2pPr indent="0" lvl="1" marL="0" marR="0" rtl="0" algn="l">
              <a:spcBef>
                <a:spcPts val="0"/>
              </a:spcBef>
              <a:buNone/>
              <a:defRPr sz="1400">
                <a:solidFill>
                  <a:srgbClr val="000000"/>
                </a:solidFill>
                <a:latin typeface="Arial"/>
                <a:ea typeface="Arial"/>
                <a:cs typeface="Arial"/>
                <a:sym typeface="Arial"/>
              </a:defRPr>
            </a:lvl2pPr>
            <a:lvl3pPr indent="0" lvl="2" marL="0" marR="0" rtl="0" algn="l">
              <a:spcBef>
                <a:spcPts val="0"/>
              </a:spcBef>
              <a:buNone/>
              <a:defRPr sz="1400">
                <a:solidFill>
                  <a:srgbClr val="000000"/>
                </a:solidFill>
                <a:latin typeface="Arial"/>
                <a:ea typeface="Arial"/>
                <a:cs typeface="Arial"/>
                <a:sym typeface="Arial"/>
              </a:defRPr>
            </a:lvl3pPr>
            <a:lvl4pPr indent="0" lvl="3" marL="0" marR="0" rtl="0" algn="l">
              <a:spcBef>
                <a:spcPts val="0"/>
              </a:spcBef>
              <a:buNone/>
              <a:defRPr sz="1400">
                <a:solidFill>
                  <a:srgbClr val="000000"/>
                </a:solidFill>
                <a:latin typeface="Arial"/>
                <a:ea typeface="Arial"/>
                <a:cs typeface="Arial"/>
                <a:sym typeface="Arial"/>
              </a:defRPr>
            </a:lvl4pPr>
            <a:lvl5pPr indent="0" lvl="4" marL="0" marR="0" rtl="0" algn="l">
              <a:spcBef>
                <a:spcPts val="0"/>
              </a:spcBef>
              <a:buNone/>
              <a:defRPr sz="1400">
                <a:solidFill>
                  <a:srgbClr val="000000"/>
                </a:solidFill>
                <a:latin typeface="Arial"/>
                <a:ea typeface="Arial"/>
                <a:cs typeface="Arial"/>
                <a:sym typeface="Arial"/>
              </a:defRPr>
            </a:lvl5pPr>
            <a:lvl6pPr indent="0" lvl="5" marL="0" marR="0" rtl="0" algn="l">
              <a:spcBef>
                <a:spcPts val="0"/>
              </a:spcBef>
              <a:buNone/>
              <a:defRPr sz="1400">
                <a:solidFill>
                  <a:srgbClr val="000000"/>
                </a:solidFill>
                <a:latin typeface="Arial"/>
                <a:ea typeface="Arial"/>
                <a:cs typeface="Arial"/>
                <a:sym typeface="Arial"/>
              </a:defRPr>
            </a:lvl6pPr>
            <a:lvl7pPr indent="0" lvl="6" marL="0" marR="0" rtl="0" algn="l">
              <a:spcBef>
                <a:spcPts val="0"/>
              </a:spcBef>
              <a:buNone/>
              <a:defRPr sz="1400">
                <a:solidFill>
                  <a:srgbClr val="000000"/>
                </a:solidFill>
                <a:latin typeface="Arial"/>
                <a:ea typeface="Arial"/>
                <a:cs typeface="Arial"/>
                <a:sym typeface="Arial"/>
              </a:defRPr>
            </a:lvl7pPr>
            <a:lvl8pPr indent="0" lvl="7" marL="0" marR="0" rtl="0" algn="l">
              <a:spcBef>
                <a:spcPts val="0"/>
              </a:spcBef>
              <a:buNone/>
              <a:defRPr sz="1400">
                <a:solidFill>
                  <a:srgbClr val="000000"/>
                </a:solidFill>
                <a:latin typeface="Arial"/>
                <a:ea typeface="Arial"/>
                <a:cs typeface="Arial"/>
                <a:sym typeface="Arial"/>
              </a:defRPr>
            </a:lvl8pPr>
            <a:lvl9pPr indent="0" lvl="8" marL="0" marR="0" rtl="0" algn="l">
              <a:spcBef>
                <a:spcPts val="0"/>
              </a:spcBef>
              <a:buNone/>
              <a:defRPr sz="1400">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62" name="Google Shape;162;p76"/>
          <p:cNvSpPr txBox="1"/>
          <p:nvPr/>
        </p:nvSpPr>
        <p:spPr>
          <a:xfrm>
            <a:off x="930004" y="853440"/>
            <a:ext cx="9254294" cy="4846320"/>
          </a:xfrm>
          <a:prstGeom prst="rect">
            <a:avLst/>
          </a:prstGeom>
          <a:no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400">
              <a:solidFill>
                <a:srgbClr val="000000"/>
              </a:solidFill>
              <a:latin typeface="Microsoft Yahei"/>
              <a:ea typeface="Microsoft Yahei"/>
              <a:cs typeface="Microsoft Yahei"/>
              <a:sym typeface="Microsoft Yahe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标题幻灯片">
  <p:cSld name="6_标题幻灯片">
    <p:spTree>
      <p:nvGrpSpPr>
        <p:cNvPr id="163" name="Shape 163"/>
        <p:cNvGrpSpPr/>
        <p:nvPr/>
      </p:nvGrpSpPr>
      <p:grpSpPr>
        <a:xfrm>
          <a:off x="0" y="0"/>
          <a:ext cx="0" cy="0"/>
          <a:chOff x="0" y="0"/>
          <a:chExt cx="0" cy="0"/>
        </a:xfrm>
      </p:grpSpPr>
      <p:sp>
        <p:nvSpPr>
          <p:cNvPr id="164" name="Google Shape;164;p77"/>
          <p:cNvSpPr txBox="1"/>
          <p:nvPr>
            <p:ph type="ctrTitle"/>
          </p:nvPr>
        </p:nvSpPr>
        <p:spPr>
          <a:xfrm>
            <a:off x="517658" y="165100"/>
            <a:ext cx="11161453" cy="888186"/>
          </a:xfrm>
          <a:prstGeom prst="rect">
            <a:avLst/>
          </a:prstGeom>
          <a:noFill/>
          <a:ln>
            <a:noFill/>
          </a:ln>
        </p:spPr>
        <p:txBody>
          <a:bodyPr anchorCtr="0" anchor="ctr" bIns="60950" lIns="121925" spcFirstLastPara="1" rIns="121925" wrap="square" tIns="60950">
            <a:noAutofit/>
          </a:bodyPr>
          <a:lstStyle>
            <a:lvl1pPr lvl="0" marR="0" algn="l">
              <a:lnSpc>
                <a:spcPct val="100000"/>
              </a:lnSpc>
              <a:spcBef>
                <a:spcPts val="0"/>
              </a:spcBef>
              <a:spcAft>
                <a:spcPts val="0"/>
              </a:spcAft>
              <a:buClr>
                <a:schemeClr val="lt1"/>
              </a:buClr>
              <a:buSzPts val="3598"/>
              <a:buFont typeface="Arial"/>
              <a:buNone/>
              <a:defRPr b="0" sz="3598">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标题幻灯片">
  <p:cSld name="2_标题幻灯片">
    <p:spTree>
      <p:nvGrpSpPr>
        <p:cNvPr id="165" name="Shape 165"/>
        <p:cNvGrpSpPr/>
        <p:nvPr/>
      </p:nvGrpSpPr>
      <p:grpSpPr>
        <a:xfrm>
          <a:off x="0" y="0"/>
          <a:ext cx="0" cy="0"/>
          <a:chOff x="0" y="0"/>
          <a:chExt cx="0" cy="0"/>
        </a:xfrm>
      </p:grpSpPr>
      <p:sp>
        <p:nvSpPr>
          <p:cNvPr id="166" name="Google Shape;166;p78"/>
          <p:cNvSpPr txBox="1"/>
          <p:nvPr>
            <p:ph type="ctrTitle"/>
          </p:nvPr>
        </p:nvSpPr>
        <p:spPr>
          <a:xfrm>
            <a:off x="192958" y="126441"/>
            <a:ext cx="11810850" cy="638880"/>
          </a:xfrm>
          <a:prstGeom prst="rect">
            <a:avLst/>
          </a:prstGeom>
          <a:noFill/>
          <a:ln>
            <a:noFill/>
          </a:ln>
        </p:spPr>
        <p:txBody>
          <a:bodyPr anchorCtr="0" anchor="ctr" bIns="60950" lIns="121925" spcFirstLastPara="1" rIns="121925" wrap="square" tIns="60950">
            <a:noAutofit/>
          </a:bodyPr>
          <a:lstStyle>
            <a:lvl1pPr lvl="0" marR="0" algn="l">
              <a:lnSpc>
                <a:spcPct val="100000"/>
              </a:lnSpc>
              <a:spcBef>
                <a:spcPts val="0"/>
              </a:spcBef>
              <a:spcAft>
                <a:spcPts val="0"/>
              </a:spcAft>
              <a:buClr>
                <a:schemeClr val="lt1"/>
              </a:buClr>
              <a:buSzPts val="3199"/>
              <a:buFont typeface="Arial"/>
              <a:buNone/>
              <a:defRPr b="1" sz="3199">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showMasterSp="0" type="tx">
  <p:cSld name="TITLE_AND_BODY">
    <p:bg>
      <p:bgPr>
        <a:solidFill>
          <a:srgbClr val="000000"/>
        </a:solidFill>
      </p:bgPr>
    </p:bg>
    <p:spTree>
      <p:nvGrpSpPr>
        <p:cNvPr id="167" name="Shape 167"/>
        <p:cNvGrpSpPr/>
        <p:nvPr/>
      </p:nvGrpSpPr>
      <p:grpSpPr>
        <a:xfrm>
          <a:off x="0" y="0"/>
          <a:ext cx="0" cy="0"/>
          <a:chOff x="0" y="0"/>
          <a:chExt cx="0" cy="0"/>
        </a:xfrm>
      </p:grpSpPr>
      <p:pic>
        <p:nvPicPr>
          <p:cNvPr descr="1.07-大徐总-芯片发布会-BG.jpg" id="168" name="Google Shape;168;p79"/>
          <p:cNvPicPr preferRelativeResize="0"/>
          <p:nvPr/>
        </p:nvPicPr>
        <p:blipFill rotWithShape="1">
          <a:blip r:embed="rId2">
            <a:alphaModFix/>
          </a:blip>
          <a:srcRect b="0" l="0" r="0" t="0"/>
          <a:stretch/>
        </p:blipFill>
        <p:spPr>
          <a:xfrm>
            <a:off x="1" y="0"/>
            <a:ext cx="12196763" cy="6858000"/>
          </a:xfrm>
          <a:prstGeom prst="rect">
            <a:avLst/>
          </a:prstGeom>
          <a:noFill/>
          <a:ln>
            <a:noFill/>
          </a:ln>
        </p:spPr>
      </p:pic>
      <p:sp>
        <p:nvSpPr>
          <p:cNvPr id="169" name="Google Shape;169;p79"/>
          <p:cNvSpPr txBox="1"/>
          <p:nvPr>
            <p:ph idx="12" type="sldNum"/>
          </p:nvPr>
        </p:nvSpPr>
        <p:spPr>
          <a:xfrm>
            <a:off x="5917998" y="6536531"/>
            <a:ext cx="356005" cy="313546"/>
          </a:xfrm>
          <a:prstGeom prst="rect">
            <a:avLst/>
          </a:prstGeom>
          <a:noFill/>
          <a:ln>
            <a:noFill/>
          </a:ln>
        </p:spPr>
        <p:txBody>
          <a:bodyPr anchorCtr="0" anchor="t" bIns="71425" lIns="71425" spcFirstLastPara="1" rIns="71425" wrap="square" tIns="71425">
            <a:noAutofit/>
          </a:bodyPr>
          <a:lstStyle>
            <a:lvl1pPr indent="0" lvl="0" marL="0" marR="0" rtl="0" algn="ctr">
              <a:spcBef>
                <a:spcPts val="0"/>
              </a:spcBef>
              <a:buNone/>
              <a:defRPr b="0" i="0" sz="1100">
                <a:solidFill>
                  <a:srgbClr val="FFFFFF"/>
                </a:solidFill>
                <a:latin typeface="Arial"/>
                <a:ea typeface="Arial"/>
                <a:cs typeface="Arial"/>
                <a:sym typeface="Arial"/>
              </a:defRPr>
            </a:lvl1pPr>
            <a:lvl2pPr indent="0" lvl="1" marL="0" marR="0" rtl="0" algn="ctr">
              <a:spcBef>
                <a:spcPts val="0"/>
              </a:spcBef>
              <a:buNone/>
              <a:defRPr b="0" i="0" sz="1100">
                <a:solidFill>
                  <a:srgbClr val="FFFFFF"/>
                </a:solidFill>
                <a:latin typeface="Arial"/>
                <a:ea typeface="Arial"/>
                <a:cs typeface="Arial"/>
                <a:sym typeface="Arial"/>
              </a:defRPr>
            </a:lvl2pPr>
            <a:lvl3pPr indent="0" lvl="2" marL="0" marR="0" rtl="0" algn="ctr">
              <a:spcBef>
                <a:spcPts val="0"/>
              </a:spcBef>
              <a:buNone/>
              <a:defRPr b="0" i="0" sz="1100">
                <a:solidFill>
                  <a:srgbClr val="FFFFFF"/>
                </a:solidFill>
                <a:latin typeface="Arial"/>
                <a:ea typeface="Arial"/>
                <a:cs typeface="Arial"/>
                <a:sym typeface="Arial"/>
              </a:defRPr>
            </a:lvl3pPr>
            <a:lvl4pPr indent="0" lvl="3" marL="0" marR="0" rtl="0" algn="ctr">
              <a:spcBef>
                <a:spcPts val="0"/>
              </a:spcBef>
              <a:buNone/>
              <a:defRPr b="0" i="0" sz="1100">
                <a:solidFill>
                  <a:srgbClr val="FFFFFF"/>
                </a:solidFill>
                <a:latin typeface="Arial"/>
                <a:ea typeface="Arial"/>
                <a:cs typeface="Arial"/>
                <a:sym typeface="Arial"/>
              </a:defRPr>
            </a:lvl4pPr>
            <a:lvl5pPr indent="0" lvl="4" marL="0" marR="0" rtl="0" algn="ctr">
              <a:spcBef>
                <a:spcPts val="0"/>
              </a:spcBef>
              <a:buNone/>
              <a:defRPr b="0" i="0" sz="1100">
                <a:solidFill>
                  <a:srgbClr val="FFFFFF"/>
                </a:solidFill>
                <a:latin typeface="Arial"/>
                <a:ea typeface="Arial"/>
                <a:cs typeface="Arial"/>
                <a:sym typeface="Arial"/>
              </a:defRPr>
            </a:lvl5pPr>
            <a:lvl6pPr indent="0" lvl="5" marL="0" marR="0" rtl="0" algn="ctr">
              <a:spcBef>
                <a:spcPts val="0"/>
              </a:spcBef>
              <a:buNone/>
              <a:defRPr b="0" i="0" sz="1100">
                <a:solidFill>
                  <a:srgbClr val="FFFFFF"/>
                </a:solidFill>
                <a:latin typeface="Arial"/>
                <a:ea typeface="Arial"/>
                <a:cs typeface="Arial"/>
                <a:sym typeface="Arial"/>
              </a:defRPr>
            </a:lvl6pPr>
            <a:lvl7pPr indent="0" lvl="6" marL="0" marR="0" rtl="0" algn="ctr">
              <a:spcBef>
                <a:spcPts val="0"/>
              </a:spcBef>
              <a:buNone/>
              <a:defRPr b="0" i="0" sz="1100">
                <a:solidFill>
                  <a:srgbClr val="FFFFFF"/>
                </a:solidFill>
                <a:latin typeface="Arial"/>
                <a:ea typeface="Arial"/>
                <a:cs typeface="Arial"/>
                <a:sym typeface="Arial"/>
              </a:defRPr>
            </a:lvl7pPr>
            <a:lvl8pPr indent="0" lvl="7" marL="0" marR="0" rtl="0" algn="ctr">
              <a:spcBef>
                <a:spcPts val="0"/>
              </a:spcBef>
              <a:buNone/>
              <a:defRPr b="0" i="0" sz="1100">
                <a:solidFill>
                  <a:srgbClr val="FFFFFF"/>
                </a:solidFill>
                <a:latin typeface="Arial"/>
                <a:ea typeface="Arial"/>
                <a:cs typeface="Arial"/>
                <a:sym typeface="Arial"/>
              </a:defRPr>
            </a:lvl8pPr>
            <a:lvl9pPr indent="0" lvl="8" marL="0" marR="0" rtl="0" algn="ctr">
              <a:spcBef>
                <a:spcPts val="0"/>
              </a:spcBef>
              <a:buNone/>
              <a:defRPr b="0" i="0" sz="1100">
                <a:solidFill>
                  <a:srgbClr val="FFFFFF"/>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70" name="Shape 170"/>
        <p:cNvGrpSpPr/>
        <p:nvPr/>
      </p:nvGrpSpPr>
      <p:grpSpPr>
        <a:xfrm>
          <a:off x="0" y="0"/>
          <a:ext cx="0" cy="0"/>
          <a:chOff x="0" y="0"/>
          <a:chExt cx="0" cy="0"/>
        </a:xfrm>
      </p:grpSpPr>
      <p:sp>
        <p:nvSpPr>
          <p:cNvPr id="171" name="Google Shape;171;p80"/>
          <p:cNvSpPr txBox="1"/>
          <p:nvPr>
            <p:ph type="title"/>
          </p:nvPr>
        </p:nvSpPr>
        <p:spPr>
          <a:xfrm>
            <a:off x="480188" y="384001"/>
            <a:ext cx="11044313" cy="480000"/>
          </a:xfrm>
          <a:prstGeom prst="rect">
            <a:avLst/>
          </a:prstGeom>
          <a:noFill/>
          <a:ln>
            <a:noFill/>
          </a:ln>
        </p:spPr>
        <p:txBody>
          <a:bodyPr anchorCtr="0" anchor="ctr" bIns="60950" lIns="121925" spcFirstLastPara="1" rIns="121925" wrap="square" tIns="60950">
            <a:normAutofit/>
          </a:bodyPr>
          <a:lstStyle>
            <a:lvl1pPr lvl="0" algn="l">
              <a:spcBef>
                <a:spcPts val="0"/>
              </a:spcBef>
              <a:spcAft>
                <a:spcPts val="0"/>
              </a:spcAft>
              <a:buClr>
                <a:srgbClr val="FFC000"/>
              </a:buClr>
              <a:buSzPts val="3299"/>
              <a:buFont typeface="Microsoft Yahei"/>
              <a:buNone/>
              <a:defRPr b="1" sz="3299">
                <a:solidFill>
                  <a:srgbClr val="FFC000"/>
                </a:solidFill>
                <a:latin typeface="Microsoft Yahei"/>
                <a:ea typeface="Microsoft Yahei"/>
                <a:cs typeface="Microsoft Yahei"/>
                <a:sym typeface="Microsoft Ya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p:fade thruBlk="1"/>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标题和内容">
  <p:cSld name="3_标题和内容">
    <p:spTree>
      <p:nvGrpSpPr>
        <p:cNvPr id="172" name="Shape 172"/>
        <p:cNvGrpSpPr/>
        <p:nvPr/>
      </p:nvGrpSpPr>
      <p:grpSpPr>
        <a:xfrm>
          <a:off x="0" y="0"/>
          <a:ext cx="0" cy="0"/>
          <a:chOff x="0" y="0"/>
          <a:chExt cx="0" cy="0"/>
        </a:xfrm>
      </p:grpSpPr>
      <p:sp>
        <p:nvSpPr>
          <p:cNvPr id="173" name="Google Shape;173;p81"/>
          <p:cNvSpPr txBox="1"/>
          <p:nvPr>
            <p:ph type="title"/>
          </p:nvPr>
        </p:nvSpPr>
        <p:spPr>
          <a:xfrm>
            <a:off x="1007929" y="1805908"/>
            <a:ext cx="7491692" cy="1325313"/>
          </a:xfrm>
          <a:prstGeom prst="rect">
            <a:avLst/>
          </a:prstGeom>
          <a:noFill/>
          <a:ln>
            <a:noFill/>
          </a:ln>
        </p:spPr>
        <p:txBody>
          <a:bodyPr anchorCtr="0" anchor="ctr" bIns="60950" lIns="121925" spcFirstLastPara="1" rIns="121925" wrap="square" tIns="60950">
            <a:normAutofit/>
          </a:bodyPr>
          <a:lstStyle>
            <a:lvl1pPr lvl="0" algn="ctr">
              <a:spcBef>
                <a:spcPts val="0"/>
              </a:spcBef>
              <a:spcAft>
                <a:spcPts val="0"/>
              </a:spcAft>
              <a:buClr>
                <a:srgbClr val="0C0C0C"/>
              </a:buClr>
              <a:buSzPts val="3999"/>
              <a:buFont typeface="Arial"/>
              <a:buNone/>
              <a:defRPr sz="3999">
                <a:solidFill>
                  <a:srgbClr val="0C0C0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81"/>
          <p:cNvSpPr txBox="1"/>
          <p:nvPr>
            <p:ph idx="1" type="subTitle"/>
          </p:nvPr>
        </p:nvSpPr>
        <p:spPr>
          <a:xfrm>
            <a:off x="1007927" y="3068640"/>
            <a:ext cx="4154229" cy="461558"/>
          </a:xfrm>
          <a:prstGeom prst="rect">
            <a:avLst/>
          </a:prstGeom>
          <a:noFill/>
          <a:ln>
            <a:noFill/>
          </a:ln>
        </p:spPr>
        <p:txBody>
          <a:bodyPr anchorCtr="0" anchor="t" bIns="60950" lIns="121925" spcFirstLastPara="1" rIns="121925" wrap="square" tIns="60950">
            <a:normAutofit/>
          </a:bodyPr>
          <a:lstStyle>
            <a:lvl1pPr lvl="0" marR="0" algn="l">
              <a:lnSpc>
                <a:spcPct val="100000"/>
              </a:lnSpc>
              <a:spcBef>
                <a:spcPts val="860"/>
              </a:spcBef>
              <a:spcAft>
                <a:spcPts val="0"/>
              </a:spcAft>
              <a:buClr>
                <a:srgbClr val="990000"/>
              </a:buClr>
              <a:buSzPts val="4299"/>
              <a:buFont typeface="Arial"/>
              <a:buNone/>
              <a:defRPr>
                <a:solidFill>
                  <a:srgbClr val="0C0C0C"/>
                </a:solidFill>
                <a:latin typeface="Arial"/>
                <a:ea typeface="Arial"/>
                <a:cs typeface="Arial"/>
                <a:sym typeface="Arial"/>
              </a:defRPr>
            </a:lvl1pPr>
            <a:lvl2pPr lvl="1" algn="ctr">
              <a:spcBef>
                <a:spcPts val="740"/>
              </a:spcBef>
              <a:spcAft>
                <a:spcPts val="0"/>
              </a:spcAft>
              <a:buClr>
                <a:srgbClr val="888888"/>
              </a:buClr>
              <a:buSzPts val="3699"/>
              <a:buNone/>
              <a:defRPr>
                <a:solidFill>
                  <a:srgbClr val="888888"/>
                </a:solidFill>
              </a:defRPr>
            </a:lvl2pPr>
            <a:lvl3pPr lvl="2" algn="ctr">
              <a:spcBef>
                <a:spcPts val="640"/>
              </a:spcBef>
              <a:spcAft>
                <a:spcPts val="0"/>
              </a:spcAft>
              <a:buClr>
                <a:srgbClr val="888888"/>
              </a:buClr>
              <a:buSzPts val="3199"/>
              <a:buNone/>
              <a:defRPr>
                <a:solidFill>
                  <a:srgbClr val="888888"/>
                </a:solidFill>
              </a:defRPr>
            </a:lvl3pPr>
            <a:lvl4pPr lvl="3" algn="ctr">
              <a:spcBef>
                <a:spcPts val="540"/>
              </a:spcBef>
              <a:spcAft>
                <a:spcPts val="0"/>
              </a:spcAft>
              <a:buClr>
                <a:srgbClr val="888888"/>
              </a:buClr>
              <a:buSzPts val="2699"/>
              <a:buNone/>
              <a:defRPr>
                <a:solidFill>
                  <a:srgbClr val="888888"/>
                </a:solidFill>
              </a:defRPr>
            </a:lvl4pPr>
            <a:lvl5pPr lvl="4" algn="ctr">
              <a:spcBef>
                <a:spcPts val="540"/>
              </a:spcBef>
              <a:spcAft>
                <a:spcPts val="0"/>
              </a:spcAft>
              <a:buClr>
                <a:srgbClr val="888888"/>
              </a:buClr>
              <a:buSzPts val="2699"/>
              <a:buNone/>
              <a:defRPr>
                <a:solidFill>
                  <a:srgbClr val="888888"/>
                </a:solidFill>
              </a:defRPr>
            </a:lvl5pPr>
            <a:lvl6pPr lvl="5" algn="ctr">
              <a:spcBef>
                <a:spcPts val="540"/>
              </a:spcBef>
              <a:spcAft>
                <a:spcPts val="0"/>
              </a:spcAft>
              <a:buClr>
                <a:srgbClr val="888888"/>
              </a:buClr>
              <a:buSzPts val="2699"/>
              <a:buNone/>
              <a:defRPr>
                <a:solidFill>
                  <a:srgbClr val="888888"/>
                </a:solidFill>
              </a:defRPr>
            </a:lvl6pPr>
            <a:lvl7pPr lvl="6" algn="ctr">
              <a:spcBef>
                <a:spcPts val="540"/>
              </a:spcBef>
              <a:spcAft>
                <a:spcPts val="0"/>
              </a:spcAft>
              <a:buClr>
                <a:srgbClr val="888888"/>
              </a:buClr>
              <a:buSzPts val="2699"/>
              <a:buNone/>
              <a:defRPr>
                <a:solidFill>
                  <a:srgbClr val="888888"/>
                </a:solidFill>
              </a:defRPr>
            </a:lvl7pPr>
            <a:lvl8pPr lvl="7" algn="ctr">
              <a:spcBef>
                <a:spcPts val="540"/>
              </a:spcBef>
              <a:spcAft>
                <a:spcPts val="0"/>
              </a:spcAft>
              <a:buClr>
                <a:srgbClr val="888888"/>
              </a:buClr>
              <a:buSzPts val="2699"/>
              <a:buNone/>
              <a:defRPr>
                <a:solidFill>
                  <a:srgbClr val="888888"/>
                </a:solidFill>
              </a:defRPr>
            </a:lvl8pPr>
            <a:lvl9pPr lvl="8" algn="ctr">
              <a:spcBef>
                <a:spcPts val="540"/>
              </a:spcBef>
              <a:spcAft>
                <a:spcPts val="0"/>
              </a:spcAft>
              <a:buClr>
                <a:srgbClr val="888888"/>
              </a:buClr>
              <a:buSzPts val="2699"/>
              <a:buNone/>
              <a:defRPr>
                <a:solidFill>
                  <a:srgbClr val="888888"/>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00" name="Shape 20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文档正文_空白">
  <p:cSld name="文档正文_空白">
    <p:spTree>
      <p:nvGrpSpPr>
        <p:cNvPr id="201" name="Shape 201"/>
        <p:cNvGrpSpPr/>
        <p:nvPr/>
      </p:nvGrpSpPr>
      <p:grpSpPr>
        <a:xfrm>
          <a:off x="0" y="0"/>
          <a:ext cx="0" cy="0"/>
          <a:chOff x="0" y="0"/>
          <a:chExt cx="0" cy="0"/>
        </a:xfrm>
      </p:grpSpPr>
      <p:sp>
        <p:nvSpPr>
          <p:cNvPr id="202" name="Google Shape;202;p101"/>
          <p:cNvSpPr txBox="1"/>
          <p:nvPr>
            <p:ph type="title"/>
          </p:nvPr>
        </p:nvSpPr>
        <p:spPr>
          <a:xfrm>
            <a:off x="249019" y="274747"/>
            <a:ext cx="11693646" cy="558376"/>
          </a:xfrm>
          <a:prstGeom prst="rect">
            <a:avLst/>
          </a:prstGeom>
          <a:noFill/>
          <a:ln>
            <a:noFill/>
          </a:ln>
        </p:spPr>
        <p:txBody>
          <a:bodyPr anchorCtr="0" anchor="t" bIns="60950" lIns="121925" spcFirstLastPara="1" rIns="121925" wrap="square" tIns="60950">
            <a:noAutofit/>
          </a:bodyPr>
          <a:lstStyle>
            <a:lvl1pPr lvl="0" marR="0" rtl="0" algn="l">
              <a:lnSpc>
                <a:spcPct val="90000"/>
              </a:lnSpc>
              <a:spcBef>
                <a:spcPts val="0"/>
              </a:spcBef>
              <a:spcAft>
                <a:spcPts val="0"/>
              </a:spcAft>
              <a:buClr>
                <a:srgbClr val="990000"/>
              </a:buClr>
              <a:buSzPts val="2699"/>
              <a:buFont typeface="Microsoft Yahei"/>
              <a:buNone/>
              <a:defRPr b="1" i="0" sz="2699" u="none" cap="none" strike="noStrike">
                <a:solidFill>
                  <a:srgbClr val="990000"/>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标题和内容">
  <p:cSld name="4_标题和内容">
    <p:spTree>
      <p:nvGrpSpPr>
        <p:cNvPr id="203" name="Shape 20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p:cSld name="1_标题幻灯片">
    <p:spTree>
      <p:nvGrpSpPr>
        <p:cNvPr id="204" name="Shape 204"/>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42" name="Shape 242"/>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hinese text page">
  <p:cSld name="2_Chinese text page">
    <p:spTree>
      <p:nvGrpSpPr>
        <p:cNvPr id="243" name="Shape 243"/>
        <p:cNvGrpSpPr/>
        <p:nvPr/>
      </p:nvGrpSpPr>
      <p:grpSpPr>
        <a:xfrm>
          <a:off x="0" y="0"/>
          <a:ext cx="0" cy="0"/>
          <a:chOff x="0" y="0"/>
          <a:chExt cx="0" cy="0"/>
        </a:xfrm>
      </p:grpSpPr>
      <p:sp>
        <p:nvSpPr>
          <p:cNvPr id="244" name="Google Shape;244;p87"/>
          <p:cNvSpPr txBox="1"/>
          <p:nvPr>
            <p:ph type="title"/>
          </p:nvPr>
        </p:nvSpPr>
        <p:spPr>
          <a:xfrm>
            <a:off x="660486" y="263829"/>
            <a:ext cx="10520145" cy="6840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990000"/>
              </a:buClr>
              <a:buSzPts val="2800"/>
              <a:buFont typeface="Microsoft Yahei"/>
              <a:buNone/>
              <a:defRPr b="1" i="0" sz="2800" u="none" cap="none" strike="noStrike">
                <a:solidFill>
                  <a:srgbClr val="990000"/>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inese text page">
  <p:cSld name="1_Chinese text page">
    <p:spTree>
      <p:nvGrpSpPr>
        <p:cNvPr id="268" name="Shape 268"/>
        <p:cNvGrpSpPr/>
        <p:nvPr/>
      </p:nvGrpSpPr>
      <p:grpSpPr>
        <a:xfrm>
          <a:off x="0" y="0"/>
          <a:ext cx="0" cy="0"/>
          <a:chOff x="0" y="0"/>
          <a:chExt cx="0" cy="0"/>
        </a:xfrm>
      </p:grpSpPr>
      <p:sp>
        <p:nvSpPr>
          <p:cNvPr id="269" name="Google Shape;269;p56"/>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07187"/>
              </a:lnSpc>
              <a:spcBef>
                <a:spcPts val="0"/>
              </a:spcBef>
              <a:spcAft>
                <a:spcPts val="0"/>
              </a:spcAft>
              <a:buClr>
                <a:schemeClr val="dk1"/>
              </a:buClr>
              <a:buSzPts val="3200"/>
              <a:buFont typeface="Arial"/>
              <a:buNone/>
              <a:defRPr b="0" i="0" sz="32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
        <p:nvSpPr>
          <p:cNvPr id="270" name="Google Shape;270;p56"/>
          <p:cNvSpPr txBox="1"/>
          <p:nvPr>
            <p:ph idx="2" type="body"/>
          </p:nvPr>
        </p:nvSpPr>
        <p:spPr>
          <a:xfrm>
            <a:off x="736908" y="1501989"/>
            <a:ext cx="10733557" cy="4690459"/>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Microsoft YaHei"/>
                <a:ea typeface="Microsoft YaHei"/>
                <a:cs typeface="Microsoft YaHei"/>
                <a:sym typeface="Microsoft YaHei"/>
              </a:defRPr>
            </a:lvl1pPr>
            <a:lvl2pPr indent="-311086" lvl="1" marL="9144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2pPr>
            <a:lvl3pPr indent="-311087" lvl="2" marL="13716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3pPr>
            <a:lvl4pPr indent="-311087" lvl="3" marL="18288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4pPr>
            <a:lvl5pPr indent="-311086" lvl="4" marL="2286000" marR="0" rtl="0" algn="l">
              <a:lnSpc>
                <a:spcPct val="90000"/>
              </a:lnSpc>
              <a:spcBef>
                <a:spcPts val="650"/>
              </a:spcBef>
              <a:spcAft>
                <a:spcPts val="0"/>
              </a:spcAft>
              <a:buClr>
                <a:schemeClr val="dk1"/>
              </a:buClr>
              <a:buSzPts val="1299"/>
              <a:buFont typeface="Arial"/>
              <a:buChar char="•"/>
              <a:defRPr b="0" i="0" sz="1299"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294" name="Shape 294"/>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s page">
  <p:cSld name="1_Contents page">
    <p:bg>
      <p:bgPr>
        <a:solidFill>
          <a:srgbClr val="EBEBEB"/>
        </a:solidFill>
      </p:bgPr>
    </p:bg>
    <p:spTree>
      <p:nvGrpSpPr>
        <p:cNvPr id="295" name="Shape 295"/>
        <p:cNvGrpSpPr/>
        <p:nvPr/>
      </p:nvGrpSpPr>
      <p:grpSpPr>
        <a:xfrm>
          <a:off x="0" y="0"/>
          <a:ext cx="0" cy="0"/>
          <a:chOff x="0" y="0"/>
          <a:chExt cx="0" cy="0"/>
        </a:xfrm>
      </p:grpSpPr>
      <p:sp>
        <p:nvSpPr>
          <p:cNvPr id="296" name="Google Shape;296;p65"/>
          <p:cNvSpPr txBox="1"/>
          <p:nvPr>
            <p:ph idx="1" type="body"/>
          </p:nvPr>
        </p:nvSpPr>
        <p:spPr>
          <a:xfrm>
            <a:off x="1033620" y="1843088"/>
            <a:ext cx="10122060" cy="3013725"/>
          </a:xfrm>
          <a:prstGeom prst="rect">
            <a:avLst/>
          </a:prstGeom>
          <a:noFill/>
          <a:ln>
            <a:noFill/>
          </a:ln>
        </p:spPr>
        <p:txBody>
          <a:bodyPr anchorCtr="0" anchor="t" bIns="90000" lIns="91425" spcFirstLastPara="1" rIns="91425" wrap="square" tIns="90000">
            <a:noAutofit/>
          </a:bodyPr>
          <a:lstStyle>
            <a:lvl1pPr indent="-368300" lvl="0" marL="457200" marR="0" rtl="0" algn="l">
              <a:lnSpc>
                <a:spcPct val="70000"/>
              </a:lnSpc>
              <a:spcBef>
                <a:spcPts val="1299"/>
              </a:spcBef>
              <a:spcAft>
                <a:spcPts val="0"/>
              </a:spcAft>
              <a:buClr>
                <a:schemeClr val="dk1"/>
              </a:buClr>
              <a:buSzPts val="2200"/>
              <a:buFont typeface="Calibri"/>
              <a:buAutoNum type="arabicPeriod"/>
              <a:defRPr b="0" i="0" sz="2200" u="none" cap="none" strike="noStrike">
                <a:solidFill>
                  <a:schemeClr val="dk1"/>
                </a:solidFill>
                <a:latin typeface="Microsoft YaHei"/>
                <a:ea typeface="Microsoft YaHei"/>
                <a:cs typeface="Microsoft YaHei"/>
                <a:sym typeface="Microsoft YaHei"/>
              </a:defRPr>
            </a:lvl1pPr>
            <a:lvl2pPr indent="-426593" lvl="1" marL="914400" marR="0" rtl="0" algn="l">
              <a:lnSpc>
                <a:spcPct val="90000"/>
              </a:lnSpc>
              <a:spcBef>
                <a:spcPts val="650"/>
              </a:spcBef>
              <a:spcAft>
                <a:spcPts val="0"/>
              </a:spcAft>
              <a:buClr>
                <a:schemeClr val="dk1"/>
              </a:buClr>
              <a:buSzPts val="3118"/>
              <a:buFont typeface="Calibri"/>
              <a:buAutoNum type="arabicPeriod"/>
              <a:defRPr b="0" i="0" sz="3118" u="none" cap="none" strike="noStrike">
                <a:solidFill>
                  <a:schemeClr val="dk1"/>
                </a:solidFill>
                <a:latin typeface="Calibri"/>
                <a:ea typeface="Calibri"/>
                <a:cs typeface="Calibri"/>
                <a:sym typeface="Calibri"/>
              </a:defRPr>
            </a:lvl2pPr>
            <a:lvl3pPr indent="-228600" lvl="2" marL="13716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3pPr>
            <a:lvl4pPr indent="-228600" lvl="3" marL="18288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4pPr>
            <a:lvl5pPr indent="-228600" lvl="4" marL="2286000" marR="0" rtl="0" algn="l">
              <a:lnSpc>
                <a:spcPct val="90000"/>
              </a:lnSpc>
              <a:spcBef>
                <a:spcPts val="650"/>
              </a:spcBef>
              <a:spcAft>
                <a:spcPts val="0"/>
              </a:spcAft>
              <a:buClr>
                <a:schemeClr val="dk1"/>
              </a:buClr>
              <a:buSzPts val="2200"/>
              <a:buFont typeface="Calibri"/>
              <a:buNone/>
              <a:defRPr b="0" i="0" sz="2200" u="none" cap="none" strike="noStrike">
                <a:solidFill>
                  <a:schemeClr val="dk1"/>
                </a:solidFill>
                <a:latin typeface="Microsoft YaHei"/>
                <a:ea typeface="Microsoft YaHei"/>
                <a:cs typeface="Microsoft YaHei"/>
                <a:sym typeface="Microsoft YaHe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cxnSp>
        <p:nvCxnSpPr>
          <p:cNvPr id="297" name="Google Shape;297;p65"/>
          <p:cNvCxnSpPr/>
          <p:nvPr/>
        </p:nvCxnSpPr>
        <p:spPr>
          <a:xfrm rot="10800000">
            <a:off x="1029918" y="1349255"/>
            <a:ext cx="885967" cy="0"/>
          </a:xfrm>
          <a:prstGeom prst="straightConnector1">
            <a:avLst/>
          </a:prstGeom>
          <a:noFill/>
          <a:ln cap="flat" cmpd="sng" w="28575">
            <a:solidFill>
              <a:srgbClr val="C7000B"/>
            </a:solidFill>
            <a:prstDash val="solid"/>
            <a:miter lim="8000"/>
            <a:headEnd len="sm" w="sm" type="none"/>
            <a:tailEnd len="sm" w="sm" type="none"/>
          </a:ln>
        </p:spPr>
      </p:cxnSp>
      <p:sp>
        <p:nvSpPr>
          <p:cNvPr id="298" name="Google Shape;298;p65"/>
          <p:cNvSpPr txBox="1"/>
          <p:nvPr/>
        </p:nvSpPr>
        <p:spPr>
          <a:xfrm>
            <a:off x="918916" y="630373"/>
            <a:ext cx="1147485" cy="6535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1D1D1A"/>
                </a:solidFill>
                <a:latin typeface="Microsoft YaHei"/>
                <a:ea typeface="Microsoft YaHei"/>
                <a:cs typeface="Microsoft YaHei"/>
                <a:sym typeface="Microsoft YaHei"/>
              </a:rPr>
              <a:t>目录</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299" name="Shape 299"/>
        <p:cNvGrpSpPr/>
        <p:nvPr/>
      </p:nvGrpSpPr>
      <p:grpSpPr>
        <a:xfrm>
          <a:off x="0" y="0"/>
          <a:ext cx="0" cy="0"/>
          <a:chOff x="0" y="0"/>
          <a:chExt cx="0" cy="0"/>
        </a:xfrm>
      </p:grpSpPr>
      <p:sp>
        <p:nvSpPr>
          <p:cNvPr id="300" name="Google Shape;300;p84"/>
          <p:cNvSpPr txBox="1"/>
          <p:nvPr/>
        </p:nvSpPr>
        <p:spPr>
          <a:xfrm>
            <a:off x="1095466" y="6331933"/>
            <a:ext cx="146346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FFFFFF"/>
                </a:solidFill>
                <a:latin typeface="Arial"/>
                <a:ea typeface="Arial"/>
                <a:cs typeface="Arial"/>
                <a:sym typeface="Arial"/>
              </a:rPr>
              <a:t>Huawei Confidential</a:t>
            </a:r>
            <a:endParaRPr/>
          </a:p>
        </p:txBody>
      </p:sp>
      <p:pic>
        <p:nvPicPr>
          <p:cNvPr id="301" name="Google Shape;301;p84"/>
          <p:cNvPicPr preferRelativeResize="0"/>
          <p:nvPr/>
        </p:nvPicPr>
        <p:blipFill rotWithShape="1">
          <a:blip r:embed="rId2">
            <a:alphaModFix/>
          </a:blip>
          <a:srcRect b="0" l="0" r="0" t="0"/>
          <a:stretch/>
        </p:blipFill>
        <p:spPr>
          <a:xfrm>
            <a:off x="9735661" y="6211274"/>
            <a:ext cx="1733477" cy="371313"/>
          </a:xfrm>
          <a:prstGeom prst="rect">
            <a:avLst/>
          </a:prstGeom>
          <a:noFill/>
          <a:ln>
            <a:noFill/>
          </a:ln>
        </p:spPr>
      </p:pic>
      <p:sp>
        <p:nvSpPr>
          <p:cNvPr id="302" name="Google Shape;302;p84"/>
          <p:cNvSpPr/>
          <p:nvPr/>
        </p:nvSpPr>
        <p:spPr>
          <a:xfrm>
            <a:off x="736752" y="6398516"/>
            <a:ext cx="460659"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1000">
                <a:solidFill>
                  <a:srgbClr val="FFFFFF"/>
                </a:solidFill>
                <a:latin typeface="Arial"/>
                <a:ea typeface="Arial"/>
                <a:cs typeface="Arial"/>
                <a:sym typeface="Arial"/>
              </a:rPr>
              <a:t>‹#›</a:t>
            </a:fld>
            <a:endParaRPr sz="1000">
              <a:solidFill>
                <a:srgbClr val="FFFFFF"/>
              </a:solidFill>
              <a:latin typeface="Calibri"/>
              <a:ea typeface="Calibri"/>
              <a:cs typeface="Calibri"/>
              <a:sym typeface="Calibri"/>
            </a:endParaRPr>
          </a:p>
        </p:txBody>
      </p:sp>
    </p:spTree>
  </p:cSld>
  <p:clrMapOvr>
    <a:masterClrMapping/>
  </p:clrMapOvr>
  <p:extLst>
    <p:ext uri="{DCECCB84-F9BA-43D5-87BE-67443E8EF086}">
      <p15:sldGuideLst>
        <p15:guide id="1" pos="28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inese text page">
  <p:cSld name="1_Chinese text page">
    <p:spTree>
      <p:nvGrpSpPr>
        <p:cNvPr id="326" name="Shape 326"/>
        <p:cNvGrpSpPr/>
        <p:nvPr/>
      </p:nvGrpSpPr>
      <p:grpSpPr>
        <a:xfrm>
          <a:off x="0" y="0"/>
          <a:ext cx="0" cy="0"/>
          <a:chOff x="0" y="0"/>
          <a:chExt cx="0" cy="0"/>
        </a:xfrm>
      </p:grpSpPr>
      <p:sp>
        <p:nvSpPr>
          <p:cNvPr id="327" name="Google Shape;327;p62"/>
          <p:cNvSpPr txBox="1"/>
          <p:nvPr>
            <p:ph idx="1" type="subTitle"/>
          </p:nvPr>
        </p:nvSpPr>
        <p:spPr>
          <a:xfrm>
            <a:off x="729175" y="456134"/>
            <a:ext cx="10740640" cy="993400"/>
          </a:xfrm>
          <a:prstGeom prst="rect">
            <a:avLst/>
          </a:prstGeom>
          <a:noFill/>
          <a:ln>
            <a:noFill/>
          </a:ln>
        </p:spPr>
        <p:txBody>
          <a:bodyPr anchorCtr="0" anchor="t" bIns="0" lIns="0" spcFirstLastPara="1" rIns="0" wrap="square" tIns="0">
            <a:normAutofit/>
          </a:bodyPr>
          <a:lstStyle>
            <a:lvl1pPr lvl="0" marR="0" rtl="0" algn="l">
              <a:lnSpc>
                <a:spcPct val="122500"/>
              </a:lnSpc>
              <a:spcBef>
                <a:spcPts val="0"/>
              </a:spcBef>
              <a:spcAft>
                <a:spcPts val="0"/>
              </a:spcAft>
              <a:buClr>
                <a:schemeClr val="dk1"/>
              </a:buClr>
              <a:buSzPts val="2800"/>
              <a:buFont typeface="Arial"/>
              <a:buNone/>
              <a:defRPr b="0" i="0" sz="28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8" name="Shape 328"/>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hinese text page">
  <p:cSld name="4_Chinese text page">
    <p:spTree>
      <p:nvGrpSpPr>
        <p:cNvPr id="330" name="Shape 330"/>
        <p:cNvGrpSpPr/>
        <p:nvPr/>
      </p:nvGrpSpPr>
      <p:grpSpPr>
        <a:xfrm>
          <a:off x="0" y="0"/>
          <a:ext cx="0" cy="0"/>
          <a:chOff x="0" y="0"/>
          <a:chExt cx="0" cy="0"/>
        </a:xfrm>
      </p:grpSpPr>
      <p:sp>
        <p:nvSpPr>
          <p:cNvPr id="331" name="Google Shape;331;p64"/>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32" name="Shape 332"/>
        <p:cNvGrpSpPr/>
        <p:nvPr/>
      </p:nvGrpSpPr>
      <p:grpSpPr>
        <a:xfrm>
          <a:off x="0" y="0"/>
          <a:ext cx="0" cy="0"/>
          <a:chOff x="0" y="0"/>
          <a:chExt cx="0" cy="0"/>
        </a:xfrm>
      </p:grpSpPr>
      <p:sp>
        <p:nvSpPr>
          <p:cNvPr id="333" name="Google Shape;333;p104"/>
          <p:cNvSpPr txBox="1"/>
          <p:nvPr>
            <p:ph type="title"/>
          </p:nvPr>
        </p:nvSpPr>
        <p:spPr>
          <a:xfrm>
            <a:off x="1007927" y="369035"/>
            <a:ext cx="10180910" cy="74578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4" name="Google Shape;334;p104"/>
          <p:cNvSpPr txBox="1"/>
          <p:nvPr>
            <p:ph idx="1" type="body"/>
          </p:nvPr>
        </p:nvSpPr>
        <p:spPr>
          <a:xfrm>
            <a:off x="1007926" y="1297019"/>
            <a:ext cx="10131957" cy="4800000"/>
          </a:xfrm>
          <a:prstGeom prst="rect">
            <a:avLst/>
          </a:prstGeom>
          <a:noFill/>
          <a:ln>
            <a:noFill/>
          </a:ln>
        </p:spPr>
        <p:txBody>
          <a:bodyPr anchorCtr="0" anchor="t" bIns="45700" lIns="91425" spcFirstLastPara="1" rIns="91425" wrap="square" tIns="45700">
            <a:noAutofit/>
          </a:bodyPr>
          <a:lstStyle>
            <a:lvl1pPr indent="-459486" lvl="0" marL="457200" marR="0" rtl="0" algn="l">
              <a:lnSpc>
                <a:spcPct val="90000"/>
              </a:lnSpc>
              <a:spcBef>
                <a:spcPts val="1299"/>
              </a:spcBef>
              <a:spcAft>
                <a:spcPts val="0"/>
              </a:spcAft>
              <a:buClr>
                <a:schemeClr val="dk1"/>
              </a:buClr>
              <a:buSzPts val="3636"/>
              <a:buFont typeface="Arial"/>
              <a:buChar char="•"/>
              <a:defRPr b="0" i="0" sz="3636" u="none" cap="none" strike="noStrike">
                <a:solidFill>
                  <a:schemeClr val="dk1"/>
                </a:solidFill>
                <a:latin typeface="Calibri"/>
                <a:ea typeface="Calibri"/>
                <a:cs typeface="Calibri"/>
                <a:sym typeface="Calibri"/>
              </a:defRPr>
            </a:lvl1pPr>
            <a:lvl2pPr indent="-426593" lvl="1" marL="914400" marR="0" rtl="0" algn="l">
              <a:lnSpc>
                <a:spcPct val="90000"/>
              </a:lnSpc>
              <a:spcBef>
                <a:spcPts val="650"/>
              </a:spcBef>
              <a:spcAft>
                <a:spcPts val="0"/>
              </a:spcAft>
              <a:buClr>
                <a:schemeClr val="dk1"/>
              </a:buClr>
              <a:buSzPts val="3118"/>
              <a:buFont typeface="Arial"/>
              <a:buChar char="•"/>
              <a:defRPr b="0" i="0" sz="3118" u="none" cap="none" strike="noStrike">
                <a:solidFill>
                  <a:schemeClr val="dk1"/>
                </a:solidFill>
                <a:latin typeface="Calibri"/>
                <a:ea typeface="Calibri"/>
                <a:cs typeface="Calibri"/>
                <a:sym typeface="Calibri"/>
              </a:defRPr>
            </a:lvl2pPr>
            <a:lvl3pPr indent="-393573" lvl="2" marL="1371600" marR="0" rtl="0" algn="l">
              <a:lnSpc>
                <a:spcPct val="90000"/>
              </a:lnSpc>
              <a:spcBef>
                <a:spcPts val="650"/>
              </a:spcBef>
              <a:spcAft>
                <a:spcPts val="0"/>
              </a:spcAft>
              <a:buClr>
                <a:schemeClr val="dk1"/>
              </a:buClr>
              <a:buSzPts val="2598"/>
              <a:buFont typeface="Arial"/>
              <a:buChar char="•"/>
              <a:defRPr b="0" i="0" sz="2598" u="none" cap="none" strike="noStrike">
                <a:solidFill>
                  <a:schemeClr val="dk1"/>
                </a:solidFill>
                <a:latin typeface="Calibri"/>
                <a:ea typeface="Calibri"/>
                <a:cs typeface="Calibri"/>
                <a:sym typeface="Calibri"/>
              </a:defRPr>
            </a:lvl3pPr>
            <a:lvl4pPr indent="-377063" lvl="3" marL="1828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4pPr>
            <a:lvl5pPr indent="-377063" lvl="4" marL="22860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Tree>
  </p:cSld>
  <p:clrMapOvr>
    <a:masterClrMapping/>
  </p:clrMapOvr>
  <p:transition>
    <p:fade thruBlk="1"/>
  </p:transition>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hinese text page">
  <p:cSld name="1_Chinese text page">
    <p:spTree>
      <p:nvGrpSpPr>
        <p:cNvPr id="335" name="Shape 335"/>
        <p:cNvGrpSpPr/>
        <p:nvPr/>
      </p:nvGrpSpPr>
      <p:grpSpPr>
        <a:xfrm>
          <a:off x="0" y="0"/>
          <a:ext cx="0" cy="0"/>
          <a:chOff x="0" y="0"/>
          <a:chExt cx="0" cy="0"/>
        </a:xfrm>
      </p:grpSpPr>
    </p:spTree>
  </p:cSld>
  <p:clrMapOvr>
    <a:masterClrMapping/>
  </p:clrMapOvr>
  <p:extLst>
    <p:ext uri="{DCECCB84-F9BA-43D5-87BE-67443E8EF086}">
      <p15:sldGuideLst>
        <p15:guide id="1" pos="384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6" name="Shape 336"/>
        <p:cNvGrpSpPr/>
        <p:nvPr/>
      </p:nvGrpSpPr>
      <p:grpSpPr>
        <a:xfrm>
          <a:off x="0" y="0"/>
          <a:ext cx="0" cy="0"/>
          <a:chOff x="0" y="0"/>
          <a:chExt cx="0" cy="0"/>
        </a:xfrm>
      </p:grpSpPr>
      <p:sp>
        <p:nvSpPr>
          <p:cNvPr id="337" name="Google Shape;337;p106"/>
          <p:cNvSpPr txBox="1"/>
          <p:nvPr>
            <p:ph idx="12" type="sldNum"/>
          </p:nvPr>
        </p:nvSpPr>
        <p:spPr>
          <a:xfrm>
            <a:off x="171749" y="6394456"/>
            <a:ext cx="438092" cy="365128"/>
          </a:xfrm>
          <a:prstGeom prst="rect">
            <a:avLst/>
          </a:prstGeom>
          <a:noFill/>
          <a:ln>
            <a:noFill/>
          </a:ln>
        </p:spPr>
        <p:txBody>
          <a:bodyPr anchorCtr="0" anchor="t" bIns="60975" lIns="121950" spcFirstLastPara="1" rIns="121950" wrap="square" tIns="60975">
            <a:noAutofit/>
          </a:bodyPr>
          <a:lstStyle>
            <a:lvl1pPr indent="0" lvl="0" marL="0" marR="0" rtl="0" algn="r">
              <a:spcBef>
                <a:spcPts val="0"/>
              </a:spcBef>
              <a:buNone/>
              <a:defRPr sz="1200">
                <a:solidFill>
                  <a:srgbClr val="FFFFFF"/>
                </a:solidFill>
                <a:latin typeface="Arial"/>
                <a:ea typeface="Arial"/>
                <a:cs typeface="Arial"/>
                <a:sym typeface="Arial"/>
              </a:defRPr>
            </a:lvl1pPr>
            <a:lvl2pPr indent="0" lvl="1" marL="0" marR="0" rtl="0" algn="r">
              <a:spcBef>
                <a:spcPts val="0"/>
              </a:spcBef>
              <a:buNone/>
              <a:defRPr sz="1200">
                <a:solidFill>
                  <a:srgbClr val="FFFFFF"/>
                </a:solidFill>
                <a:latin typeface="Arial"/>
                <a:ea typeface="Arial"/>
                <a:cs typeface="Arial"/>
                <a:sym typeface="Arial"/>
              </a:defRPr>
            </a:lvl2pPr>
            <a:lvl3pPr indent="0" lvl="2" marL="0" marR="0" rtl="0" algn="r">
              <a:spcBef>
                <a:spcPts val="0"/>
              </a:spcBef>
              <a:buNone/>
              <a:defRPr sz="1200">
                <a:solidFill>
                  <a:srgbClr val="FFFFFF"/>
                </a:solidFill>
                <a:latin typeface="Arial"/>
                <a:ea typeface="Arial"/>
                <a:cs typeface="Arial"/>
                <a:sym typeface="Arial"/>
              </a:defRPr>
            </a:lvl3pPr>
            <a:lvl4pPr indent="0" lvl="3" marL="0" marR="0" rtl="0" algn="r">
              <a:spcBef>
                <a:spcPts val="0"/>
              </a:spcBef>
              <a:buNone/>
              <a:defRPr sz="1200">
                <a:solidFill>
                  <a:srgbClr val="FFFFFF"/>
                </a:solidFill>
                <a:latin typeface="Arial"/>
                <a:ea typeface="Arial"/>
                <a:cs typeface="Arial"/>
                <a:sym typeface="Arial"/>
              </a:defRPr>
            </a:lvl4pPr>
            <a:lvl5pPr indent="0" lvl="4" marL="0" marR="0" rtl="0" algn="r">
              <a:spcBef>
                <a:spcPts val="0"/>
              </a:spcBef>
              <a:buNone/>
              <a:defRPr sz="1200">
                <a:solidFill>
                  <a:srgbClr val="FFFFFF"/>
                </a:solidFill>
                <a:latin typeface="Arial"/>
                <a:ea typeface="Arial"/>
                <a:cs typeface="Arial"/>
                <a:sym typeface="Arial"/>
              </a:defRPr>
            </a:lvl5pPr>
            <a:lvl6pPr indent="0" lvl="5" marL="0" marR="0" rtl="0" algn="r">
              <a:spcBef>
                <a:spcPts val="0"/>
              </a:spcBef>
              <a:buNone/>
              <a:defRPr sz="1200">
                <a:solidFill>
                  <a:srgbClr val="FFFFFF"/>
                </a:solidFill>
                <a:latin typeface="Arial"/>
                <a:ea typeface="Arial"/>
                <a:cs typeface="Arial"/>
                <a:sym typeface="Arial"/>
              </a:defRPr>
            </a:lvl6pPr>
            <a:lvl7pPr indent="0" lvl="6" marL="0" marR="0" rtl="0" algn="r">
              <a:spcBef>
                <a:spcPts val="0"/>
              </a:spcBef>
              <a:buNone/>
              <a:defRPr sz="1200">
                <a:solidFill>
                  <a:srgbClr val="FFFFFF"/>
                </a:solidFill>
                <a:latin typeface="Arial"/>
                <a:ea typeface="Arial"/>
                <a:cs typeface="Arial"/>
                <a:sym typeface="Arial"/>
              </a:defRPr>
            </a:lvl7pPr>
            <a:lvl8pPr indent="0" lvl="7" marL="0" marR="0" rtl="0" algn="r">
              <a:spcBef>
                <a:spcPts val="0"/>
              </a:spcBef>
              <a:buNone/>
              <a:defRPr sz="1200">
                <a:solidFill>
                  <a:srgbClr val="FFFFFF"/>
                </a:solidFill>
                <a:latin typeface="Arial"/>
                <a:ea typeface="Arial"/>
                <a:cs typeface="Arial"/>
                <a:sym typeface="Arial"/>
              </a:defRPr>
            </a:lvl8pPr>
            <a:lvl9pPr indent="0" lvl="8" marL="0" marR="0" rt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8" name="Google Shape;338;p106"/>
          <p:cNvSpPr txBox="1"/>
          <p:nvPr>
            <p:ph type="title"/>
          </p:nvPr>
        </p:nvSpPr>
        <p:spPr>
          <a:xfrm>
            <a:off x="609840" y="275170"/>
            <a:ext cx="10977087" cy="743507"/>
          </a:xfrm>
          <a:prstGeom prst="rect">
            <a:avLst/>
          </a:prstGeom>
          <a:noFill/>
          <a:ln>
            <a:noFill/>
          </a:ln>
        </p:spPr>
        <p:txBody>
          <a:bodyPr anchorCtr="0" anchor="t" bIns="60975" lIns="121975" spcFirstLastPara="1" rIns="121975" wrap="square" tIns="60975">
            <a:noAutofit/>
          </a:bodyPr>
          <a:lstStyle>
            <a:lvl1pPr lvl="0" marR="0" rtl="0" algn="l">
              <a:lnSpc>
                <a:spcPct val="90000"/>
              </a:lnSpc>
              <a:spcBef>
                <a:spcPts val="0"/>
              </a:spcBef>
              <a:spcAft>
                <a:spcPts val="0"/>
              </a:spcAft>
              <a:buClr>
                <a:schemeClr val="lt1"/>
              </a:buClr>
              <a:buSzPts val="3198"/>
              <a:buFont typeface="Arial"/>
              <a:buNone/>
              <a:defRPr b="0" i="0" sz="3198"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transition spd="slow">
    <p:push/>
  </p:transition>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hinese text page">
  <p:cSld name="5_Chinese text page">
    <p:spTree>
      <p:nvGrpSpPr>
        <p:cNvPr id="339" name="Shape 339"/>
        <p:cNvGrpSpPr/>
        <p:nvPr/>
      </p:nvGrpSpPr>
      <p:grpSpPr>
        <a:xfrm>
          <a:off x="0" y="0"/>
          <a:ext cx="0" cy="0"/>
          <a:chOff x="0" y="0"/>
          <a:chExt cx="0" cy="0"/>
        </a:xfrm>
      </p:grpSpPr>
      <p:sp>
        <p:nvSpPr>
          <p:cNvPr id="340" name="Google Shape;340;p107"/>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hinese text page">
  <p:cSld name="6_Chinese text page">
    <p:spTree>
      <p:nvGrpSpPr>
        <p:cNvPr id="341" name="Shape 341"/>
        <p:cNvGrpSpPr/>
        <p:nvPr/>
      </p:nvGrpSpPr>
      <p:grpSpPr>
        <a:xfrm>
          <a:off x="0" y="0"/>
          <a:ext cx="0" cy="0"/>
          <a:chOff x="0" y="0"/>
          <a:chExt cx="0" cy="0"/>
        </a:xfrm>
      </p:grpSpPr>
      <p:sp>
        <p:nvSpPr>
          <p:cNvPr id="342" name="Google Shape;342;p108"/>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hinese text page">
  <p:cSld name="7_Chinese text page">
    <p:spTree>
      <p:nvGrpSpPr>
        <p:cNvPr id="343" name="Shape 343"/>
        <p:cNvGrpSpPr/>
        <p:nvPr/>
      </p:nvGrpSpPr>
      <p:grpSpPr>
        <a:xfrm>
          <a:off x="0" y="0"/>
          <a:ext cx="0" cy="0"/>
          <a:chOff x="0" y="0"/>
          <a:chExt cx="0" cy="0"/>
        </a:xfrm>
      </p:grpSpPr>
      <p:sp>
        <p:nvSpPr>
          <p:cNvPr id="344" name="Google Shape;344;p109"/>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hinese text page">
  <p:cSld name="8_Chinese text page">
    <p:spTree>
      <p:nvGrpSpPr>
        <p:cNvPr id="345" name="Shape 345"/>
        <p:cNvGrpSpPr/>
        <p:nvPr/>
      </p:nvGrpSpPr>
      <p:grpSpPr>
        <a:xfrm>
          <a:off x="0" y="0"/>
          <a:ext cx="0" cy="0"/>
          <a:chOff x="0" y="0"/>
          <a:chExt cx="0" cy="0"/>
        </a:xfrm>
      </p:grpSpPr>
      <p:sp>
        <p:nvSpPr>
          <p:cNvPr id="346" name="Google Shape;346;p110"/>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hinese text page">
  <p:cSld name="9_Chinese text page">
    <p:spTree>
      <p:nvGrpSpPr>
        <p:cNvPr id="347" name="Shape 347"/>
        <p:cNvGrpSpPr/>
        <p:nvPr/>
      </p:nvGrpSpPr>
      <p:grpSpPr>
        <a:xfrm>
          <a:off x="0" y="0"/>
          <a:ext cx="0" cy="0"/>
          <a:chOff x="0" y="0"/>
          <a:chExt cx="0" cy="0"/>
        </a:xfrm>
      </p:grpSpPr>
      <p:sp>
        <p:nvSpPr>
          <p:cNvPr id="348" name="Google Shape;348;p111"/>
          <p:cNvSpPr txBox="1"/>
          <p:nvPr>
            <p:ph idx="1" type="subTitle"/>
          </p:nvPr>
        </p:nvSpPr>
        <p:spPr>
          <a:xfrm>
            <a:off x="528007" y="456134"/>
            <a:ext cx="10740640" cy="421690"/>
          </a:xfrm>
          <a:prstGeom prst="rect">
            <a:avLst/>
          </a:prstGeom>
          <a:noFill/>
          <a:ln>
            <a:noFill/>
          </a:ln>
        </p:spPr>
        <p:txBody>
          <a:bodyPr anchorCtr="0" anchor="t" bIns="0" lIns="0" spcFirstLastPara="1" rIns="0" wrap="square" tIns="0">
            <a:noAutofit/>
          </a:bodyPr>
          <a:lstStyle>
            <a:lvl1pPr lvl="0" marR="0" rtl="0" algn="l">
              <a:lnSpc>
                <a:spcPct val="142916"/>
              </a:lnSpc>
              <a:spcBef>
                <a:spcPts val="0"/>
              </a:spcBef>
              <a:spcAft>
                <a:spcPts val="0"/>
              </a:spcAft>
              <a:buClr>
                <a:schemeClr val="dk1"/>
              </a:buClr>
              <a:buSzPts val="2400"/>
              <a:buFont typeface="Arial"/>
              <a:buNone/>
              <a:defRPr b="0" i="0" sz="2400" u="none" cap="none" strike="noStrike">
                <a:solidFill>
                  <a:schemeClr val="dk1"/>
                </a:solidFill>
                <a:latin typeface="Microsoft Yahei"/>
                <a:ea typeface="Microsoft Yahei"/>
                <a:cs typeface="Microsoft Yahei"/>
                <a:sym typeface="Microsoft Yahei"/>
              </a:defRPr>
            </a:lvl1pPr>
            <a:lvl2pPr lvl="1" marR="0" rtl="0" algn="ctr">
              <a:lnSpc>
                <a:spcPct val="90000"/>
              </a:lnSpc>
              <a:spcBef>
                <a:spcPts val="650"/>
              </a:spcBef>
              <a:spcAft>
                <a:spcPts val="0"/>
              </a:spcAft>
              <a:buClr>
                <a:schemeClr val="dk1"/>
              </a:buClr>
              <a:buSzPts val="2598"/>
              <a:buFont typeface="Arial"/>
              <a:buNone/>
              <a:defRPr b="0" i="0" sz="2598"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2338"/>
              <a:buFont typeface="Arial"/>
              <a:buNone/>
              <a:defRPr b="0" i="0" sz="2338"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2079"/>
              <a:buFont typeface="Arial"/>
              <a:buNone/>
              <a:defRPr b="0" i="0" sz="207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384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和内容" type="obj">
  <p:cSld name="OBJECT">
    <p:spTree>
      <p:nvGrpSpPr>
        <p:cNvPr id="349" name="Shape 349"/>
        <p:cNvGrpSpPr/>
        <p:nvPr/>
      </p:nvGrpSpPr>
      <p:grpSpPr>
        <a:xfrm>
          <a:off x="0" y="0"/>
          <a:ext cx="0" cy="0"/>
          <a:chOff x="0" y="0"/>
          <a:chExt cx="0" cy="0"/>
        </a:xfrm>
      </p:grpSpPr>
      <p:sp>
        <p:nvSpPr>
          <p:cNvPr id="350" name="Google Shape;350;p112"/>
          <p:cNvSpPr txBox="1"/>
          <p:nvPr>
            <p:ph type="title"/>
          </p:nvPr>
        </p:nvSpPr>
        <p:spPr>
          <a:xfrm>
            <a:off x="838528" y="365128"/>
            <a:ext cx="10519708"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51" name="Google Shape;351;p112"/>
          <p:cNvSpPr txBox="1"/>
          <p:nvPr>
            <p:ph idx="1" type="body"/>
          </p:nvPr>
        </p:nvSpPr>
        <p:spPr>
          <a:xfrm>
            <a:off x="838528" y="1825625"/>
            <a:ext cx="10519708" cy="4351338"/>
          </a:xfrm>
          <a:prstGeom prst="rect">
            <a:avLst/>
          </a:prstGeom>
          <a:noFill/>
          <a:ln>
            <a:noFill/>
          </a:ln>
        </p:spPr>
        <p:txBody>
          <a:bodyPr anchorCtr="0" anchor="t" bIns="45700" lIns="91425" spcFirstLastPara="1" rIns="91425" wrap="square" tIns="45700">
            <a:noAutofit/>
          </a:bodyPr>
          <a:lstStyle>
            <a:lvl1pPr indent="-459486" lvl="0" marL="457200" marR="0" rtl="0" algn="l">
              <a:lnSpc>
                <a:spcPct val="90000"/>
              </a:lnSpc>
              <a:spcBef>
                <a:spcPts val="1299"/>
              </a:spcBef>
              <a:spcAft>
                <a:spcPts val="0"/>
              </a:spcAft>
              <a:buClr>
                <a:schemeClr val="dk1"/>
              </a:buClr>
              <a:buSzPts val="3636"/>
              <a:buFont typeface="Arial"/>
              <a:buChar char="•"/>
              <a:defRPr b="0" i="0" sz="3636" u="none" cap="none" strike="noStrike">
                <a:solidFill>
                  <a:schemeClr val="dk1"/>
                </a:solidFill>
                <a:latin typeface="Calibri"/>
                <a:ea typeface="Calibri"/>
                <a:cs typeface="Calibri"/>
                <a:sym typeface="Calibri"/>
              </a:defRPr>
            </a:lvl1pPr>
            <a:lvl2pPr indent="-426593" lvl="1" marL="914400" marR="0" rtl="0" algn="l">
              <a:lnSpc>
                <a:spcPct val="90000"/>
              </a:lnSpc>
              <a:spcBef>
                <a:spcPts val="650"/>
              </a:spcBef>
              <a:spcAft>
                <a:spcPts val="0"/>
              </a:spcAft>
              <a:buClr>
                <a:schemeClr val="dk1"/>
              </a:buClr>
              <a:buSzPts val="3118"/>
              <a:buFont typeface="Arial"/>
              <a:buChar char="•"/>
              <a:defRPr b="0" i="0" sz="3118" u="none" cap="none" strike="noStrike">
                <a:solidFill>
                  <a:schemeClr val="dk1"/>
                </a:solidFill>
                <a:latin typeface="Calibri"/>
                <a:ea typeface="Calibri"/>
                <a:cs typeface="Calibri"/>
                <a:sym typeface="Calibri"/>
              </a:defRPr>
            </a:lvl2pPr>
            <a:lvl3pPr indent="-393573" lvl="2" marL="1371600" marR="0" rtl="0" algn="l">
              <a:lnSpc>
                <a:spcPct val="90000"/>
              </a:lnSpc>
              <a:spcBef>
                <a:spcPts val="650"/>
              </a:spcBef>
              <a:spcAft>
                <a:spcPts val="0"/>
              </a:spcAft>
              <a:buClr>
                <a:schemeClr val="dk1"/>
              </a:buClr>
              <a:buSzPts val="2598"/>
              <a:buFont typeface="Arial"/>
              <a:buChar char="•"/>
              <a:defRPr b="0" i="0" sz="2598" u="none" cap="none" strike="noStrike">
                <a:solidFill>
                  <a:schemeClr val="dk1"/>
                </a:solidFill>
                <a:latin typeface="Calibri"/>
                <a:ea typeface="Calibri"/>
                <a:cs typeface="Calibri"/>
                <a:sym typeface="Calibri"/>
              </a:defRPr>
            </a:lvl3pPr>
            <a:lvl4pPr indent="-377063" lvl="3" marL="1828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4pPr>
            <a:lvl5pPr indent="-377063" lvl="4" marL="22860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
        <p:nvSpPr>
          <p:cNvPr id="352" name="Google Shape;352;p112"/>
          <p:cNvSpPr txBox="1"/>
          <p:nvPr>
            <p:ph idx="10" type="dt"/>
          </p:nvPr>
        </p:nvSpPr>
        <p:spPr>
          <a:xfrm>
            <a:off x="838527" y="6356353"/>
            <a:ext cx="274427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3" name="Google Shape;353;p112"/>
          <p:cNvSpPr txBox="1"/>
          <p:nvPr>
            <p:ph idx="11" type="ftr"/>
          </p:nvPr>
        </p:nvSpPr>
        <p:spPr>
          <a:xfrm>
            <a:off x="4040178" y="6356353"/>
            <a:ext cx="411640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4" name="Google Shape;354;p112"/>
          <p:cNvSpPr txBox="1"/>
          <p:nvPr>
            <p:ph idx="12" type="sldNum"/>
          </p:nvPr>
        </p:nvSpPr>
        <p:spPr>
          <a:xfrm>
            <a:off x="8613964" y="6356353"/>
            <a:ext cx="274427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55" name="Shape 355"/>
        <p:cNvGrpSpPr/>
        <p:nvPr/>
      </p:nvGrpSpPr>
      <p:grpSpPr>
        <a:xfrm>
          <a:off x="0" y="0"/>
          <a:ext cx="0" cy="0"/>
          <a:chOff x="0" y="0"/>
          <a:chExt cx="0" cy="0"/>
        </a:xfrm>
      </p:grpSpPr>
      <p:sp>
        <p:nvSpPr>
          <p:cNvPr id="356" name="Google Shape;356;p113"/>
          <p:cNvSpPr txBox="1"/>
          <p:nvPr>
            <p:ph type="title"/>
          </p:nvPr>
        </p:nvSpPr>
        <p:spPr>
          <a:xfrm>
            <a:off x="1007927" y="369035"/>
            <a:ext cx="10180910" cy="74578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transition>
    <p:fade thruBlk="1"/>
  </p:transition>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p:cSld name="仅标题">
    <p:spTree>
      <p:nvGrpSpPr>
        <p:cNvPr id="357" name="Shape 357"/>
        <p:cNvGrpSpPr/>
        <p:nvPr/>
      </p:nvGrpSpPr>
      <p:grpSpPr>
        <a:xfrm>
          <a:off x="0" y="0"/>
          <a:ext cx="0" cy="0"/>
          <a:chOff x="0" y="0"/>
          <a:chExt cx="0" cy="0"/>
        </a:xfrm>
      </p:grpSpPr>
      <p:sp>
        <p:nvSpPr>
          <p:cNvPr id="358" name="Google Shape;358;p114"/>
          <p:cNvSpPr txBox="1"/>
          <p:nvPr>
            <p:ph idx="10" type="dt"/>
          </p:nvPr>
        </p:nvSpPr>
        <p:spPr>
          <a:xfrm>
            <a:off x="838527" y="6356351"/>
            <a:ext cx="274427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114"/>
          <p:cNvSpPr txBox="1"/>
          <p:nvPr>
            <p:ph idx="11" type="ftr"/>
          </p:nvPr>
        </p:nvSpPr>
        <p:spPr>
          <a:xfrm>
            <a:off x="4040178" y="6356351"/>
            <a:ext cx="411640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0" name="Google Shape;360;p114"/>
          <p:cNvSpPr txBox="1"/>
          <p:nvPr>
            <p:ph idx="12" type="sldNum"/>
          </p:nvPr>
        </p:nvSpPr>
        <p:spPr>
          <a:xfrm>
            <a:off x="8613964" y="6356351"/>
            <a:ext cx="274427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888888"/>
                </a:solidFill>
                <a:latin typeface="Calibri"/>
                <a:ea typeface="Calibri"/>
                <a:cs typeface="Calibri"/>
                <a:sym typeface="Calibri"/>
              </a:defRPr>
            </a:lvl1pPr>
            <a:lvl2pPr indent="0" lvl="1" marL="0" marR="0" rtl="0" algn="l">
              <a:spcBef>
                <a:spcPts val="0"/>
              </a:spcBef>
              <a:buNone/>
              <a:defRPr sz="1800">
                <a:solidFill>
                  <a:srgbClr val="888888"/>
                </a:solidFill>
                <a:latin typeface="Calibri"/>
                <a:ea typeface="Calibri"/>
                <a:cs typeface="Calibri"/>
                <a:sym typeface="Calibri"/>
              </a:defRPr>
            </a:lvl2pPr>
            <a:lvl3pPr indent="0" lvl="2" marL="0" marR="0" rtl="0" algn="l">
              <a:spcBef>
                <a:spcPts val="0"/>
              </a:spcBef>
              <a:buNone/>
              <a:defRPr sz="1800">
                <a:solidFill>
                  <a:srgbClr val="888888"/>
                </a:solidFill>
                <a:latin typeface="Calibri"/>
                <a:ea typeface="Calibri"/>
                <a:cs typeface="Calibri"/>
                <a:sym typeface="Calibri"/>
              </a:defRPr>
            </a:lvl3pPr>
            <a:lvl4pPr indent="0" lvl="3" marL="0" marR="0" rtl="0" algn="l">
              <a:spcBef>
                <a:spcPts val="0"/>
              </a:spcBef>
              <a:buNone/>
              <a:defRPr sz="1800">
                <a:solidFill>
                  <a:srgbClr val="888888"/>
                </a:solidFill>
                <a:latin typeface="Calibri"/>
                <a:ea typeface="Calibri"/>
                <a:cs typeface="Calibri"/>
                <a:sym typeface="Calibri"/>
              </a:defRPr>
            </a:lvl4pPr>
            <a:lvl5pPr indent="0" lvl="4" marL="0" marR="0" rtl="0" algn="l">
              <a:spcBef>
                <a:spcPts val="0"/>
              </a:spcBef>
              <a:buNone/>
              <a:defRPr sz="1800">
                <a:solidFill>
                  <a:srgbClr val="888888"/>
                </a:solidFill>
                <a:latin typeface="Calibri"/>
                <a:ea typeface="Calibri"/>
                <a:cs typeface="Calibri"/>
                <a:sym typeface="Calibri"/>
              </a:defRPr>
            </a:lvl5pPr>
            <a:lvl6pPr indent="0" lvl="5" marL="0" marR="0" rtl="0" algn="l">
              <a:spcBef>
                <a:spcPts val="0"/>
              </a:spcBef>
              <a:buNone/>
              <a:defRPr sz="1800">
                <a:solidFill>
                  <a:srgbClr val="888888"/>
                </a:solidFill>
                <a:latin typeface="Calibri"/>
                <a:ea typeface="Calibri"/>
                <a:cs typeface="Calibri"/>
                <a:sym typeface="Calibri"/>
              </a:defRPr>
            </a:lvl6pPr>
            <a:lvl7pPr indent="0" lvl="6" marL="0" marR="0" rtl="0" algn="l">
              <a:spcBef>
                <a:spcPts val="0"/>
              </a:spcBef>
              <a:buNone/>
              <a:defRPr sz="1800">
                <a:solidFill>
                  <a:srgbClr val="888888"/>
                </a:solidFill>
                <a:latin typeface="Calibri"/>
                <a:ea typeface="Calibri"/>
                <a:cs typeface="Calibri"/>
                <a:sym typeface="Calibri"/>
              </a:defRPr>
            </a:lvl7pPr>
            <a:lvl8pPr indent="0" lvl="7" marL="0" marR="0" rtl="0" algn="l">
              <a:spcBef>
                <a:spcPts val="0"/>
              </a:spcBef>
              <a:buNone/>
              <a:defRPr sz="1800">
                <a:solidFill>
                  <a:srgbClr val="888888"/>
                </a:solidFill>
                <a:latin typeface="Calibri"/>
                <a:ea typeface="Calibri"/>
                <a:cs typeface="Calibri"/>
                <a:sym typeface="Calibri"/>
              </a:defRPr>
            </a:lvl8pPr>
            <a:lvl9pPr indent="0" lvl="8" marL="0" marR="0" rtl="0" algn="l">
              <a:spcBef>
                <a:spcPts val="0"/>
              </a:spcBef>
              <a:buNone/>
              <a:defRPr sz="1800">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361" name="Google Shape;361;p114"/>
          <p:cNvSpPr txBox="1"/>
          <p:nvPr>
            <p:ph type="title"/>
          </p:nvPr>
        </p:nvSpPr>
        <p:spPr>
          <a:xfrm>
            <a:off x="838528" y="365126"/>
            <a:ext cx="10519708"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362" name="Shape 362"/>
        <p:cNvGrpSpPr/>
        <p:nvPr/>
      </p:nvGrpSpPr>
      <p:grpSpPr>
        <a:xfrm>
          <a:off x="0" y="0"/>
          <a:ext cx="0" cy="0"/>
          <a:chOff x="0" y="0"/>
          <a:chExt cx="0" cy="0"/>
        </a:xfrm>
      </p:grpSpPr>
      <p:sp>
        <p:nvSpPr>
          <p:cNvPr id="363" name="Google Shape;363;p115"/>
          <p:cNvSpPr txBox="1"/>
          <p:nvPr>
            <p:ph type="ctrTitle"/>
          </p:nvPr>
        </p:nvSpPr>
        <p:spPr>
          <a:xfrm>
            <a:off x="914757" y="2130426"/>
            <a:ext cx="10367249" cy="14700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4" name="Google Shape;364;p115"/>
          <p:cNvSpPr txBox="1"/>
          <p:nvPr>
            <p:ph idx="1" type="subTitle"/>
          </p:nvPr>
        </p:nvSpPr>
        <p:spPr>
          <a:xfrm>
            <a:off x="1829515" y="3886200"/>
            <a:ext cx="8537734" cy="175260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299"/>
              </a:spcBef>
              <a:spcAft>
                <a:spcPts val="0"/>
              </a:spcAft>
              <a:buClr>
                <a:srgbClr val="898989"/>
              </a:buClr>
              <a:buSzPts val="3636"/>
              <a:buFont typeface="Arial"/>
              <a:buNone/>
              <a:defRPr b="0" i="0" sz="3636" u="none" cap="none" strike="noStrike">
                <a:solidFill>
                  <a:srgbClr val="898989"/>
                </a:solidFill>
                <a:latin typeface="Calibri"/>
                <a:ea typeface="Calibri"/>
                <a:cs typeface="Calibri"/>
                <a:sym typeface="Calibri"/>
              </a:defRPr>
            </a:lvl1pPr>
            <a:lvl2pPr lvl="1" marR="0" rtl="0" algn="ctr">
              <a:lnSpc>
                <a:spcPct val="90000"/>
              </a:lnSpc>
              <a:spcBef>
                <a:spcPts val="650"/>
              </a:spcBef>
              <a:spcAft>
                <a:spcPts val="0"/>
              </a:spcAft>
              <a:buClr>
                <a:srgbClr val="898989"/>
              </a:buClr>
              <a:buSzPts val="3118"/>
              <a:buFont typeface="Arial"/>
              <a:buNone/>
              <a:defRPr b="0" i="0" sz="3118" u="none" cap="none" strike="noStrike">
                <a:solidFill>
                  <a:srgbClr val="898989"/>
                </a:solidFill>
                <a:latin typeface="Calibri"/>
                <a:ea typeface="Calibri"/>
                <a:cs typeface="Calibri"/>
                <a:sym typeface="Calibri"/>
              </a:defRPr>
            </a:lvl2pPr>
            <a:lvl3pPr lvl="2" marR="0" rtl="0" algn="ctr">
              <a:lnSpc>
                <a:spcPct val="90000"/>
              </a:lnSpc>
              <a:spcBef>
                <a:spcPts val="650"/>
              </a:spcBef>
              <a:spcAft>
                <a:spcPts val="0"/>
              </a:spcAft>
              <a:buClr>
                <a:srgbClr val="898989"/>
              </a:buClr>
              <a:buSzPts val="2598"/>
              <a:buFont typeface="Arial"/>
              <a:buNone/>
              <a:defRPr b="0" i="0" sz="2598" u="none" cap="none" strike="noStrike">
                <a:solidFill>
                  <a:srgbClr val="898989"/>
                </a:solidFill>
                <a:latin typeface="Calibri"/>
                <a:ea typeface="Calibri"/>
                <a:cs typeface="Calibri"/>
                <a:sym typeface="Calibri"/>
              </a:defRPr>
            </a:lvl3pPr>
            <a:lvl4pPr lvl="3"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4pPr>
            <a:lvl5pPr lvl="4"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5pPr>
            <a:lvl6pPr lvl="5"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6pPr>
            <a:lvl7pPr lvl="6"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7pPr>
            <a:lvl8pPr lvl="7"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8pPr>
            <a:lvl9pPr lvl="8" marR="0" rtl="0" algn="ctr">
              <a:lnSpc>
                <a:spcPct val="90000"/>
              </a:lnSpc>
              <a:spcBef>
                <a:spcPts val="650"/>
              </a:spcBef>
              <a:spcAft>
                <a:spcPts val="0"/>
              </a:spcAft>
              <a:buClr>
                <a:srgbClr val="898989"/>
              </a:buClr>
              <a:buSzPts val="2338"/>
              <a:buFont typeface="Arial"/>
              <a:buNone/>
              <a:defRPr b="0" i="0" sz="2338" u="none" cap="none" strike="noStrike">
                <a:solidFill>
                  <a:srgbClr val="898989"/>
                </a:solidFill>
                <a:latin typeface="Calibri"/>
                <a:ea typeface="Calibri"/>
                <a:cs typeface="Calibri"/>
                <a:sym typeface="Calibri"/>
              </a:defRPr>
            </a:lvl9pPr>
          </a:lstStyle>
          <a:p/>
        </p:txBody>
      </p:sp>
      <p:sp>
        <p:nvSpPr>
          <p:cNvPr id="365" name="Google Shape;365;p115"/>
          <p:cNvSpPr txBox="1"/>
          <p:nvPr>
            <p:ph idx="10" type="dt"/>
          </p:nvPr>
        </p:nvSpPr>
        <p:spPr>
          <a:xfrm>
            <a:off x="609838" y="6356351"/>
            <a:ext cx="2845911" cy="36618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6" name="Google Shape;366;p115"/>
          <p:cNvSpPr txBox="1"/>
          <p:nvPr>
            <p:ph idx="11" type="ftr"/>
          </p:nvPr>
        </p:nvSpPr>
        <p:spPr>
          <a:xfrm>
            <a:off x="4167228" y="6356351"/>
            <a:ext cx="3862308" cy="36618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7" name="Google Shape;367;p115"/>
          <p:cNvSpPr txBox="1"/>
          <p:nvPr>
            <p:ph idx="12" type="sldNum"/>
          </p:nvPr>
        </p:nvSpPr>
        <p:spPr>
          <a:xfrm>
            <a:off x="8741014" y="6356351"/>
            <a:ext cx="2845911" cy="36618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1D1D1A"/>
                </a:solidFill>
                <a:latin typeface="Calibri"/>
                <a:ea typeface="Calibri"/>
                <a:cs typeface="Calibri"/>
                <a:sym typeface="Calibri"/>
              </a:defRPr>
            </a:lvl1pPr>
            <a:lvl2pPr indent="0" lvl="1" marL="0" marR="0" rtl="0" algn="l">
              <a:spcBef>
                <a:spcPts val="0"/>
              </a:spcBef>
              <a:buNone/>
              <a:defRPr sz="1800">
                <a:solidFill>
                  <a:srgbClr val="1D1D1A"/>
                </a:solidFill>
                <a:latin typeface="Calibri"/>
                <a:ea typeface="Calibri"/>
                <a:cs typeface="Calibri"/>
                <a:sym typeface="Calibri"/>
              </a:defRPr>
            </a:lvl2pPr>
            <a:lvl3pPr indent="0" lvl="2" marL="0" marR="0" rtl="0" algn="l">
              <a:spcBef>
                <a:spcPts val="0"/>
              </a:spcBef>
              <a:buNone/>
              <a:defRPr sz="1800">
                <a:solidFill>
                  <a:srgbClr val="1D1D1A"/>
                </a:solidFill>
                <a:latin typeface="Calibri"/>
                <a:ea typeface="Calibri"/>
                <a:cs typeface="Calibri"/>
                <a:sym typeface="Calibri"/>
              </a:defRPr>
            </a:lvl3pPr>
            <a:lvl4pPr indent="0" lvl="3" marL="0" marR="0" rtl="0" algn="l">
              <a:spcBef>
                <a:spcPts val="0"/>
              </a:spcBef>
              <a:buNone/>
              <a:defRPr sz="1800">
                <a:solidFill>
                  <a:srgbClr val="1D1D1A"/>
                </a:solidFill>
                <a:latin typeface="Calibri"/>
                <a:ea typeface="Calibri"/>
                <a:cs typeface="Calibri"/>
                <a:sym typeface="Calibri"/>
              </a:defRPr>
            </a:lvl4pPr>
            <a:lvl5pPr indent="0" lvl="4" marL="0" marR="0" rtl="0" algn="l">
              <a:spcBef>
                <a:spcPts val="0"/>
              </a:spcBef>
              <a:buNone/>
              <a:defRPr sz="1800">
                <a:solidFill>
                  <a:srgbClr val="1D1D1A"/>
                </a:solidFill>
                <a:latin typeface="Calibri"/>
                <a:ea typeface="Calibri"/>
                <a:cs typeface="Calibri"/>
                <a:sym typeface="Calibri"/>
              </a:defRPr>
            </a:lvl5pPr>
            <a:lvl6pPr indent="0" lvl="5" marL="0" marR="0" rtl="0" algn="l">
              <a:spcBef>
                <a:spcPts val="0"/>
              </a:spcBef>
              <a:buNone/>
              <a:defRPr sz="1800">
                <a:solidFill>
                  <a:srgbClr val="1D1D1A"/>
                </a:solidFill>
                <a:latin typeface="Calibri"/>
                <a:ea typeface="Calibri"/>
                <a:cs typeface="Calibri"/>
                <a:sym typeface="Calibri"/>
              </a:defRPr>
            </a:lvl6pPr>
            <a:lvl7pPr indent="0" lvl="6" marL="0" marR="0" rtl="0" algn="l">
              <a:spcBef>
                <a:spcPts val="0"/>
              </a:spcBef>
              <a:buNone/>
              <a:defRPr sz="1800">
                <a:solidFill>
                  <a:srgbClr val="1D1D1A"/>
                </a:solidFill>
                <a:latin typeface="Calibri"/>
                <a:ea typeface="Calibri"/>
                <a:cs typeface="Calibri"/>
                <a:sym typeface="Calibri"/>
              </a:defRPr>
            </a:lvl7pPr>
            <a:lvl8pPr indent="0" lvl="7" marL="0" marR="0" rtl="0" algn="l">
              <a:spcBef>
                <a:spcPts val="0"/>
              </a:spcBef>
              <a:buNone/>
              <a:defRPr sz="1800">
                <a:solidFill>
                  <a:srgbClr val="1D1D1A"/>
                </a:solidFill>
                <a:latin typeface="Calibri"/>
                <a:ea typeface="Calibri"/>
                <a:cs typeface="Calibri"/>
                <a:sym typeface="Calibri"/>
              </a:defRPr>
            </a:lvl8pPr>
            <a:lvl9pPr indent="0" lvl="8" marL="0" marR="0" rtl="0" algn="l">
              <a:spcBef>
                <a:spcPts val="0"/>
              </a:spcBef>
              <a:buNone/>
              <a:defRPr sz="1800">
                <a:solidFill>
                  <a:srgbClr val="1D1D1A"/>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368" name="Shape 368"/>
        <p:cNvGrpSpPr/>
        <p:nvPr/>
      </p:nvGrpSpPr>
      <p:grpSpPr>
        <a:xfrm>
          <a:off x="0" y="0"/>
          <a:ext cx="0" cy="0"/>
          <a:chOff x="0" y="0"/>
          <a:chExt cx="0" cy="0"/>
        </a:xfrm>
      </p:grpSpPr>
      <p:sp>
        <p:nvSpPr>
          <p:cNvPr id="369" name="Google Shape;369;p116"/>
          <p:cNvSpPr txBox="1"/>
          <p:nvPr>
            <p:ph type="title"/>
          </p:nvPr>
        </p:nvSpPr>
        <p:spPr>
          <a:xfrm>
            <a:off x="1007928" y="369038"/>
            <a:ext cx="10180910" cy="745784"/>
          </a:xfrm>
          <a:prstGeom prst="rect">
            <a:avLst/>
          </a:prstGeom>
          <a:noFill/>
          <a:ln>
            <a:noFill/>
          </a:ln>
        </p:spPr>
        <p:txBody>
          <a:bodyPr anchorCtr="0" anchor="t" bIns="34275" lIns="68550" spcFirstLastPara="1" rIns="68550" wrap="square" tIns="34275">
            <a:noAutofit/>
          </a:bodyPr>
          <a:lstStyle>
            <a:lvl1pPr lvl="0" marR="0" rtl="0" algn="l">
              <a:lnSpc>
                <a:spcPct val="90000"/>
              </a:lnSpc>
              <a:spcBef>
                <a:spcPts val="0"/>
              </a:spcBef>
              <a:spcAft>
                <a:spcPts val="0"/>
              </a:spcAft>
              <a:buClr>
                <a:schemeClr val="dk1"/>
              </a:buClr>
              <a:buSzPts val="5716"/>
              <a:buFont typeface="Calibri"/>
              <a:buNone/>
              <a:defRPr b="0" i="0" sz="5716"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0" name="Google Shape;370;p116"/>
          <p:cNvSpPr txBox="1"/>
          <p:nvPr>
            <p:ph idx="1" type="body"/>
          </p:nvPr>
        </p:nvSpPr>
        <p:spPr>
          <a:xfrm>
            <a:off x="1007927" y="1253907"/>
            <a:ext cx="10169654" cy="4909389"/>
          </a:xfrm>
          <a:prstGeom prst="rect">
            <a:avLst/>
          </a:prstGeom>
          <a:noFill/>
          <a:ln>
            <a:noFill/>
          </a:ln>
        </p:spPr>
        <p:txBody>
          <a:bodyPr anchorCtr="0" anchor="t" bIns="34275" lIns="68550" spcFirstLastPara="1" rIns="68550" wrap="square" tIns="34275">
            <a:noAutofit/>
          </a:bodyPr>
          <a:lstStyle>
            <a:lvl1pPr indent="-459486" lvl="0" marL="457200" marR="0" rtl="0" algn="l">
              <a:lnSpc>
                <a:spcPct val="90000"/>
              </a:lnSpc>
              <a:spcBef>
                <a:spcPts val="1299"/>
              </a:spcBef>
              <a:spcAft>
                <a:spcPts val="0"/>
              </a:spcAft>
              <a:buClr>
                <a:schemeClr val="dk1"/>
              </a:buClr>
              <a:buSzPts val="3636"/>
              <a:buFont typeface="Arial"/>
              <a:buChar char="•"/>
              <a:defRPr b="0" i="0" sz="3636" u="none" cap="none" strike="noStrike">
                <a:solidFill>
                  <a:schemeClr val="dk1"/>
                </a:solidFill>
                <a:latin typeface="Calibri"/>
                <a:ea typeface="Calibri"/>
                <a:cs typeface="Calibri"/>
                <a:sym typeface="Calibri"/>
              </a:defRPr>
            </a:lvl1pPr>
            <a:lvl2pPr indent="-426593" lvl="1" marL="914400" marR="0" rtl="0" algn="l">
              <a:lnSpc>
                <a:spcPct val="90000"/>
              </a:lnSpc>
              <a:spcBef>
                <a:spcPts val="650"/>
              </a:spcBef>
              <a:spcAft>
                <a:spcPts val="0"/>
              </a:spcAft>
              <a:buClr>
                <a:schemeClr val="dk1"/>
              </a:buClr>
              <a:buSzPts val="3118"/>
              <a:buFont typeface="Arial"/>
              <a:buChar char="•"/>
              <a:defRPr b="0" i="0" sz="3118" u="none" cap="none" strike="noStrike">
                <a:solidFill>
                  <a:schemeClr val="dk1"/>
                </a:solidFill>
                <a:latin typeface="Calibri"/>
                <a:ea typeface="Calibri"/>
                <a:cs typeface="Calibri"/>
                <a:sym typeface="Calibri"/>
              </a:defRPr>
            </a:lvl2pPr>
            <a:lvl3pPr indent="-393573" lvl="2" marL="1371600" marR="0" rtl="0" algn="l">
              <a:lnSpc>
                <a:spcPct val="90000"/>
              </a:lnSpc>
              <a:spcBef>
                <a:spcPts val="650"/>
              </a:spcBef>
              <a:spcAft>
                <a:spcPts val="0"/>
              </a:spcAft>
              <a:buClr>
                <a:schemeClr val="dk1"/>
              </a:buClr>
              <a:buSzPts val="2598"/>
              <a:buFont typeface="Arial"/>
              <a:buChar char="•"/>
              <a:defRPr b="0" i="0" sz="2598" u="none" cap="none" strike="noStrike">
                <a:solidFill>
                  <a:schemeClr val="dk1"/>
                </a:solidFill>
                <a:latin typeface="Calibri"/>
                <a:ea typeface="Calibri"/>
                <a:cs typeface="Calibri"/>
                <a:sym typeface="Calibri"/>
              </a:defRPr>
            </a:lvl3pPr>
            <a:lvl4pPr indent="-377063" lvl="3" marL="1828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4pPr>
            <a:lvl5pPr indent="-377063" lvl="4" marL="22860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Tree>
  </p:cSld>
  <p:clrMapOvr>
    <a:masterClrMapping/>
  </p:clrMapOvr>
  <p:transition>
    <p:fade thruBlk="1"/>
  </p:transition>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371" name="Shape 371"/>
        <p:cNvGrpSpPr/>
        <p:nvPr/>
      </p:nvGrpSpPr>
      <p:grpSpPr>
        <a:xfrm>
          <a:off x="0" y="0"/>
          <a:ext cx="0" cy="0"/>
          <a:chOff x="0" y="0"/>
          <a:chExt cx="0" cy="0"/>
        </a:xfrm>
      </p:grpSpPr>
      <p:sp>
        <p:nvSpPr>
          <p:cNvPr id="372" name="Google Shape;372;p117"/>
          <p:cNvSpPr txBox="1"/>
          <p:nvPr>
            <p:ph idx="10" type="dt"/>
          </p:nvPr>
        </p:nvSpPr>
        <p:spPr>
          <a:xfrm>
            <a:off x="7908840" y="6269566"/>
            <a:ext cx="1410251" cy="457200"/>
          </a:xfrm>
          <a:prstGeom prst="rect">
            <a:avLst/>
          </a:prstGeom>
          <a:noFill/>
          <a:ln>
            <a:noFill/>
          </a:ln>
        </p:spPr>
        <p:txBody>
          <a:bodyPr anchorCtr="0" anchor="t" bIns="34975" lIns="69950" spcFirstLastPara="1" rIns="69950" wrap="square" tIns="34975">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标题幻灯片" type="title">
  <p:cSld name="TITLE">
    <p:spTree>
      <p:nvGrpSpPr>
        <p:cNvPr id="396" name="Shape 396"/>
        <p:cNvGrpSpPr/>
        <p:nvPr/>
      </p:nvGrpSpPr>
      <p:grpSpPr>
        <a:xfrm>
          <a:off x="0" y="0"/>
          <a:ext cx="0" cy="0"/>
          <a:chOff x="0" y="0"/>
          <a:chExt cx="0" cy="0"/>
        </a:xfrm>
      </p:grpSpPr>
      <p:sp>
        <p:nvSpPr>
          <p:cNvPr id="397" name="Google Shape;397;p69"/>
          <p:cNvSpPr txBox="1"/>
          <p:nvPr>
            <p:ph type="ctrTitle"/>
          </p:nvPr>
        </p:nvSpPr>
        <p:spPr>
          <a:xfrm>
            <a:off x="1524596" y="1122363"/>
            <a:ext cx="9147572" cy="23876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8" name="Google Shape;398;p69"/>
          <p:cNvSpPr txBox="1"/>
          <p:nvPr>
            <p:ph idx="1" type="subTitle"/>
          </p:nvPr>
        </p:nvSpPr>
        <p:spPr>
          <a:xfrm>
            <a:off x="1524596" y="3602038"/>
            <a:ext cx="9147572" cy="165576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299"/>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65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6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65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399" name="Google Shape;399;p69"/>
          <p:cNvSpPr txBox="1"/>
          <p:nvPr>
            <p:ph idx="10" type="dt"/>
          </p:nvPr>
        </p:nvSpPr>
        <p:spPr>
          <a:xfrm>
            <a:off x="838527" y="6356351"/>
            <a:ext cx="274427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0" name="Google Shape;400;p69"/>
          <p:cNvSpPr txBox="1"/>
          <p:nvPr>
            <p:ph idx="11" type="ftr"/>
          </p:nvPr>
        </p:nvSpPr>
        <p:spPr>
          <a:xfrm>
            <a:off x="4040178" y="6356351"/>
            <a:ext cx="411640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1" name="Google Shape;401;p69"/>
          <p:cNvSpPr txBox="1"/>
          <p:nvPr>
            <p:ph idx="12" type="sldNum"/>
          </p:nvPr>
        </p:nvSpPr>
        <p:spPr>
          <a:xfrm>
            <a:off x="8613964" y="6356351"/>
            <a:ext cx="2744272"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p:cSld name="标题幻灯片">
    <p:spTree>
      <p:nvGrpSpPr>
        <p:cNvPr id="402" name="Shape 402"/>
        <p:cNvGrpSpPr/>
        <p:nvPr/>
      </p:nvGrpSpPr>
      <p:grpSpPr>
        <a:xfrm>
          <a:off x="0" y="0"/>
          <a:ext cx="0" cy="0"/>
          <a:chOff x="0" y="0"/>
          <a:chExt cx="0" cy="0"/>
        </a:xfrm>
      </p:grpSpPr>
      <p:sp>
        <p:nvSpPr>
          <p:cNvPr id="403" name="Google Shape;403;p82"/>
          <p:cNvSpPr txBox="1"/>
          <p:nvPr>
            <p:ph type="ctrTitle"/>
          </p:nvPr>
        </p:nvSpPr>
        <p:spPr>
          <a:xfrm>
            <a:off x="409008" y="170345"/>
            <a:ext cx="11235233" cy="935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57574F"/>
              </a:buClr>
              <a:buSzPts val="3199"/>
              <a:buFont typeface="Calibri"/>
              <a:buNone/>
              <a:defRPr b="0" i="0" sz="3199" u="none" cap="none" strike="noStrike">
                <a:solidFill>
                  <a:srgbClr val="57574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p:cSld name="标题和内容">
    <p:spTree>
      <p:nvGrpSpPr>
        <p:cNvPr id="404" name="Shape 404"/>
        <p:cNvGrpSpPr/>
        <p:nvPr/>
      </p:nvGrpSpPr>
      <p:grpSpPr>
        <a:xfrm>
          <a:off x="0" y="0"/>
          <a:ext cx="0" cy="0"/>
          <a:chOff x="0" y="0"/>
          <a:chExt cx="0" cy="0"/>
        </a:xfrm>
      </p:grpSpPr>
      <p:sp>
        <p:nvSpPr>
          <p:cNvPr id="405" name="Google Shape;405;p83"/>
          <p:cNvSpPr txBox="1"/>
          <p:nvPr>
            <p:ph idx="1" type="body"/>
          </p:nvPr>
        </p:nvSpPr>
        <p:spPr>
          <a:xfrm>
            <a:off x="769095" y="1700810"/>
            <a:ext cx="9434276" cy="3240087"/>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299"/>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1pPr>
            <a:lvl2pPr indent="-426593" lvl="1" marL="914400" marR="0" rtl="0" algn="l">
              <a:lnSpc>
                <a:spcPct val="90000"/>
              </a:lnSpc>
              <a:spcBef>
                <a:spcPts val="650"/>
              </a:spcBef>
              <a:spcAft>
                <a:spcPts val="0"/>
              </a:spcAft>
              <a:buClr>
                <a:schemeClr val="dk1"/>
              </a:buClr>
              <a:buSzPts val="3118"/>
              <a:buFont typeface="Arial"/>
              <a:buChar char="•"/>
              <a:defRPr b="0" i="0" sz="3118" u="none" cap="none" strike="noStrike">
                <a:solidFill>
                  <a:schemeClr val="dk1"/>
                </a:solidFill>
                <a:latin typeface="Calibri"/>
                <a:ea typeface="Calibri"/>
                <a:cs typeface="Calibri"/>
                <a:sym typeface="Calibri"/>
              </a:defRPr>
            </a:lvl2pPr>
            <a:lvl3pPr indent="-393573" lvl="2" marL="1371600" marR="0" rtl="0" algn="l">
              <a:lnSpc>
                <a:spcPct val="90000"/>
              </a:lnSpc>
              <a:spcBef>
                <a:spcPts val="650"/>
              </a:spcBef>
              <a:spcAft>
                <a:spcPts val="0"/>
              </a:spcAft>
              <a:buClr>
                <a:schemeClr val="dk1"/>
              </a:buClr>
              <a:buSzPts val="2598"/>
              <a:buFont typeface="Arial"/>
              <a:buChar char="•"/>
              <a:defRPr b="0" i="0" sz="2598" u="none" cap="none" strike="noStrike">
                <a:solidFill>
                  <a:schemeClr val="dk1"/>
                </a:solidFill>
                <a:latin typeface="Calibri"/>
                <a:ea typeface="Calibri"/>
                <a:cs typeface="Calibri"/>
                <a:sym typeface="Calibri"/>
              </a:defRPr>
            </a:lvl3pPr>
            <a:lvl4pPr indent="-377063" lvl="3" marL="1828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4pPr>
            <a:lvl5pPr indent="-377063" lvl="4" marL="22860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5pPr>
            <a:lvl6pPr indent="-377063" lvl="5" marL="27432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6pPr>
            <a:lvl7pPr indent="-377063" lvl="6" marL="32004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7pPr>
            <a:lvl8pPr indent="-377063" lvl="7" marL="36576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8pPr>
            <a:lvl9pPr indent="-377063" lvl="8" marL="4114800" marR="0" rtl="0" algn="l">
              <a:lnSpc>
                <a:spcPct val="90000"/>
              </a:lnSpc>
              <a:spcBef>
                <a:spcPts val="650"/>
              </a:spcBef>
              <a:spcAft>
                <a:spcPts val="0"/>
              </a:spcAft>
              <a:buClr>
                <a:schemeClr val="dk1"/>
              </a:buClr>
              <a:buSzPts val="2338"/>
              <a:buFont typeface="Arial"/>
              <a:buChar char="•"/>
              <a:defRPr b="0" i="0" sz="2338" u="none" cap="none" strike="noStrike">
                <a:solidFill>
                  <a:schemeClr val="dk1"/>
                </a:solidFill>
                <a:latin typeface="Calibri"/>
                <a:ea typeface="Calibri"/>
                <a:cs typeface="Calibri"/>
                <a:sym typeface="Calibri"/>
              </a:defRPr>
            </a:lvl9pPr>
          </a:lstStyle>
          <a:p/>
        </p:txBody>
      </p:sp>
      <p:sp>
        <p:nvSpPr>
          <p:cNvPr id="406" name="Google Shape;406;p83"/>
          <p:cNvSpPr txBox="1"/>
          <p:nvPr>
            <p:ph type="title"/>
          </p:nvPr>
        </p:nvSpPr>
        <p:spPr>
          <a:xfrm>
            <a:off x="769244" y="260649"/>
            <a:ext cx="9434128" cy="871537"/>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rgbClr val="D20000"/>
              </a:buClr>
              <a:buSzPts val="2799"/>
              <a:buFont typeface="Calibri"/>
              <a:buNone/>
              <a:defRPr b="0" i="0" sz="2799" u="none" cap="none" strike="noStrike">
                <a:solidFill>
                  <a:srgbClr val="D200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6.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theme" Target="../theme/theme1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image" Target="../media/image6.jpg"/><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3.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theme" Target="../theme/theme13.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6.jpg"/><Relationship Id="rId2" Type="http://schemas.openxmlformats.org/officeDocument/2006/relationships/slideLayout" Target="../slideLayouts/slideLayout35.xml"/><Relationship Id="rId3" Type="http://schemas.openxmlformats.org/officeDocument/2006/relationships/theme" Target="../theme/theme1.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36.xml"/><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theme" Target="../theme/theme2.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theme" Target="../theme/theme4.xml"/></Relationships>
</file>

<file path=ppt/slideMasters/_rels/slideMaster12.xml.rels><?xml version="1.0" encoding="UTF-8" standalone="yes"?><Relationships xmlns="http://schemas.openxmlformats.org/package/2006/relationships"><Relationship Id="rId11" Type="http://schemas.openxmlformats.org/officeDocument/2006/relationships/slideLayout" Target="../slideLayouts/slideLayout51.xml"/><Relationship Id="rId10" Type="http://schemas.openxmlformats.org/officeDocument/2006/relationships/slideLayout" Target="../slideLayouts/slideLayout50.xml"/><Relationship Id="rId13" Type="http://schemas.openxmlformats.org/officeDocument/2006/relationships/slideLayout" Target="../slideLayouts/slideLayout53.xml"/><Relationship Id="rId12" Type="http://schemas.openxmlformats.org/officeDocument/2006/relationships/slideLayout" Target="../slideLayouts/slideLayout52.xml"/><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5" Type="http://schemas.openxmlformats.org/officeDocument/2006/relationships/slideLayout" Target="../slideLayouts/slideLayout55.xml"/><Relationship Id="rId14" Type="http://schemas.openxmlformats.org/officeDocument/2006/relationships/slideLayout" Target="../slideLayouts/slideLayout54.xml"/><Relationship Id="rId16" Type="http://schemas.openxmlformats.org/officeDocument/2006/relationships/theme" Target="../theme/theme5.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56.xml"/><Relationship Id="rId3" Type="http://schemas.openxmlformats.org/officeDocument/2006/relationships/slideLayout" Target="../slideLayouts/slideLayout57.xml"/><Relationship Id="rId4" Type="http://schemas.openxmlformats.org/officeDocument/2006/relationships/slideLayout" Target="../slideLayouts/slideLayout58.xml"/><Relationship Id="rId5"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pic>
        <p:nvPicPr>
          <p:cNvPr id="10" name="Google Shape;10;p31"/>
          <p:cNvPicPr preferRelativeResize="0"/>
          <p:nvPr/>
        </p:nvPicPr>
        <p:blipFill rotWithShape="1">
          <a:blip r:embed="rId1">
            <a:alphaModFix/>
          </a:blip>
          <a:srcRect b="0" l="0" r="0" t="0"/>
          <a:stretch/>
        </p:blipFill>
        <p:spPr>
          <a:xfrm>
            <a:off x="9206684" y="5976124"/>
            <a:ext cx="2258389" cy="49416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5">
          <p15:clr>
            <a:srgbClr val="F26B43"/>
          </p15:clr>
        </p15:guide>
        <p15:guide id="2" orient="horz" pos="4007">
          <p15:clr>
            <a:srgbClr val="F26B43"/>
          </p15:clr>
        </p15:guide>
        <p15:guide id="3" orient="horz" pos="55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grpSp>
        <p:nvGrpSpPr>
          <p:cNvPr id="31" name="Google Shape;31;p33"/>
          <p:cNvGrpSpPr/>
          <p:nvPr/>
        </p:nvGrpSpPr>
        <p:grpSpPr>
          <a:xfrm>
            <a:off x="12216278" y="2931937"/>
            <a:ext cx="1982916" cy="3934683"/>
            <a:chOff x="12216278" y="2262477"/>
            <a:chExt cx="1982916" cy="4604143"/>
          </a:xfrm>
        </p:grpSpPr>
        <p:grpSp>
          <p:nvGrpSpPr>
            <p:cNvPr id="32" name="Google Shape;32;p33"/>
            <p:cNvGrpSpPr/>
            <p:nvPr/>
          </p:nvGrpSpPr>
          <p:grpSpPr>
            <a:xfrm>
              <a:off x="12315635" y="2262477"/>
              <a:ext cx="1883559" cy="692624"/>
              <a:chOff x="12315635" y="2207613"/>
              <a:chExt cx="1883559" cy="692624"/>
            </a:xfrm>
          </p:grpSpPr>
          <p:sp>
            <p:nvSpPr>
              <p:cNvPr id="33" name="Google Shape;33;p33"/>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34" name="Google Shape;34;p33"/>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35" name="Google Shape;35;p33"/>
              <p:cNvSpPr txBox="1"/>
              <p:nvPr/>
            </p:nvSpPr>
            <p:spPr>
              <a:xfrm>
                <a:off x="12326898" y="2207613"/>
                <a:ext cx="384721" cy="18007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36" name="Google Shape;36;p33"/>
            <p:cNvGrpSpPr/>
            <p:nvPr/>
          </p:nvGrpSpPr>
          <p:grpSpPr>
            <a:xfrm>
              <a:off x="12216278" y="3054642"/>
              <a:ext cx="1982912" cy="3811978"/>
              <a:chOff x="12216278" y="3054642"/>
              <a:chExt cx="1982912" cy="3811978"/>
            </a:xfrm>
          </p:grpSpPr>
          <p:sp>
            <p:nvSpPr>
              <p:cNvPr id="37" name="Google Shape;37;p33"/>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38" name="Google Shape;38;p33"/>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39" name="Google Shape;39;p33"/>
              <p:cNvSpPr txBox="1"/>
              <p:nvPr/>
            </p:nvSpPr>
            <p:spPr>
              <a:xfrm>
                <a:off x="12216278" y="3054642"/>
                <a:ext cx="569386" cy="180071"/>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40" name="Google Shape;40;p33"/>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41" name="Google Shape;41;p33"/>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42" name="Google Shape;42;p33"/>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43" name="Google Shape;43;p33"/>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44" name="Google Shape;44;p33"/>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45" name="Google Shape;45;p33"/>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46" name="Google Shape;46;p33"/>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47" name="Google Shape;47;p33"/>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48" name="Google Shape;48;p33"/>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49" name="Google Shape;49;p33"/>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50" name="Google Shape;50;p33"/>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51" name="Google Shape;51;p33"/>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52" name="Google Shape;52;p33"/>
          <p:cNvPicPr preferRelativeResize="0"/>
          <p:nvPr/>
        </p:nvPicPr>
        <p:blipFill rotWithShape="1">
          <a:blip r:embed="rId1">
            <a:alphaModFix/>
          </a:blip>
          <a:srcRect b="0" l="0" r="0" t="0"/>
          <a:stretch/>
        </p:blipFill>
        <p:spPr>
          <a:xfrm>
            <a:off x="10195998" y="6321129"/>
            <a:ext cx="1269076" cy="27754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grpSp>
        <p:nvGrpSpPr>
          <p:cNvPr id="61" name="Google Shape;61;p36"/>
          <p:cNvGrpSpPr/>
          <p:nvPr/>
        </p:nvGrpSpPr>
        <p:grpSpPr>
          <a:xfrm>
            <a:off x="12216278" y="2931937"/>
            <a:ext cx="1982916" cy="3934683"/>
            <a:chOff x="12216278" y="2262477"/>
            <a:chExt cx="1982916" cy="4604143"/>
          </a:xfrm>
        </p:grpSpPr>
        <p:grpSp>
          <p:nvGrpSpPr>
            <p:cNvPr id="62" name="Google Shape;62;p36"/>
            <p:cNvGrpSpPr/>
            <p:nvPr/>
          </p:nvGrpSpPr>
          <p:grpSpPr>
            <a:xfrm>
              <a:off x="12315635" y="2262477"/>
              <a:ext cx="1883559" cy="692624"/>
              <a:chOff x="12315635" y="2207613"/>
              <a:chExt cx="1883559" cy="692624"/>
            </a:xfrm>
          </p:grpSpPr>
          <p:sp>
            <p:nvSpPr>
              <p:cNvPr id="63" name="Google Shape;63;p36"/>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64" name="Google Shape;64;p36"/>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65" name="Google Shape;65;p36"/>
              <p:cNvSpPr txBox="1"/>
              <p:nvPr/>
            </p:nvSpPr>
            <p:spPr>
              <a:xfrm>
                <a:off x="12326898" y="2207613"/>
                <a:ext cx="384721" cy="18007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66" name="Google Shape;66;p36"/>
            <p:cNvGrpSpPr/>
            <p:nvPr/>
          </p:nvGrpSpPr>
          <p:grpSpPr>
            <a:xfrm>
              <a:off x="12216278" y="3054642"/>
              <a:ext cx="1982912" cy="3811978"/>
              <a:chOff x="12216278" y="3054642"/>
              <a:chExt cx="1982912" cy="3811978"/>
            </a:xfrm>
          </p:grpSpPr>
          <p:sp>
            <p:nvSpPr>
              <p:cNvPr id="67" name="Google Shape;67;p36"/>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68" name="Google Shape;68;p36"/>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69" name="Google Shape;69;p36"/>
              <p:cNvSpPr txBox="1"/>
              <p:nvPr/>
            </p:nvSpPr>
            <p:spPr>
              <a:xfrm>
                <a:off x="12216278" y="3054642"/>
                <a:ext cx="569386" cy="180071"/>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70" name="Google Shape;70;p36"/>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71" name="Google Shape;71;p36"/>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72" name="Google Shape;72;p36"/>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73" name="Google Shape;73;p36"/>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74" name="Google Shape;74;p36"/>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75" name="Google Shape;75;p36"/>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76" name="Google Shape;76;p36"/>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77" name="Google Shape;77;p36"/>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78" name="Google Shape;78;p36"/>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79" name="Google Shape;79;p36"/>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80" name="Google Shape;80;p36"/>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81" name="Google Shape;81;p36"/>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82" name="Google Shape;82;p36"/>
          <p:cNvPicPr preferRelativeResize="0"/>
          <p:nvPr/>
        </p:nvPicPr>
        <p:blipFill rotWithShape="1">
          <a:blip r:embed="rId1">
            <a:alphaModFix/>
          </a:blip>
          <a:srcRect b="0" l="0" r="0" t="0"/>
          <a:stretch/>
        </p:blipFill>
        <p:spPr>
          <a:xfrm>
            <a:off x="10195998" y="6321129"/>
            <a:ext cx="1269076" cy="27754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 id="2147483659" r:id="rId3"/>
    <p:sldLayoutId id="2147483660"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grpSp>
        <p:nvGrpSpPr>
          <p:cNvPr id="93" name="Google Shape;93;p38"/>
          <p:cNvGrpSpPr/>
          <p:nvPr/>
        </p:nvGrpSpPr>
        <p:grpSpPr>
          <a:xfrm>
            <a:off x="12216278" y="2931937"/>
            <a:ext cx="1982916" cy="3934682"/>
            <a:chOff x="12216278" y="2262477"/>
            <a:chExt cx="1982916" cy="4604143"/>
          </a:xfrm>
        </p:grpSpPr>
        <p:grpSp>
          <p:nvGrpSpPr>
            <p:cNvPr id="94" name="Google Shape;94;p38"/>
            <p:cNvGrpSpPr/>
            <p:nvPr/>
          </p:nvGrpSpPr>
          <p:grpSpPr>
            <a:xfrm>
              <a:off x="12315635" y="2262477"/>
              <a:ext cx="1883559" cy="692624"/>
              <a:chOff x="12315635" y="2207613"/>
              <a:chExt cx="1883559" cy="692624"/>
            </a:xfrm>
          </p:grpSpPr>
          <p:sp>
            <p:nvSpPr>
              <p:cNvPr id="95" name="Google Shape;95;p38"/>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PANTONE 186C</a:t>
                </a:r>
                <a:endParaRPr/>
              </a:p>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200/16/46</a:t>
                </a:r>
                <a:endParaRPr/>
              </a:p>
            </p:txBody>
          </p:sp>
          <p:sp>
            <p:nvSpPr>
              <p:cNvPr id="96" name="Google Shape;96;p38"/>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PANTONE 185C</a:t>
                </a:r>
                <a:endParaRPr/>
              </a:p>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199/0/11</a:t>
                </a:r>
                <a:endParaRPr/>
              </a:p>
            </p:txBody>
          </p:sp>
          <p:sp>
            <p:nvSpPr>
              <p:cNvPr id="97" name="Google Shape;97;p38"/>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000">
                    <a:solidFill>
                      <a:schemeClr val="dk1"/>
                    </a:solidFill>
                    <a:latin typeface="Microsoft YaHei"/>
                    <a:ea typeface="Microsoft YaHei"/>
                    <a:cs typeface="Microsoft YaHei"/>
                    <a:sym typeface="Microsoft YaHei"/>
                  </a:rPr>
                  <a:t>品牌色</a:t>
                </a:r>
                <a:endParaRPr/>
              </a:p>
            </p:txBody>
          </p:sp>
        </p:grpSp>
        <p:grpSp>
          <p:nvGrpSpPr>
            <p:cNvPr id="98" name="Google Shape;98;p38"/>
            <p:cNvGrpSpPr/>
            <p:nvPr/>
          </p:nvGrpSpPr>
          <p:grpSpPr>
            <a:xfrm>
              <a:off x="12216278" y="3080825"/>
              <a:ext cx="1982912" cy="3785795"/>
              <a:chOff x="12216278" y="3080825"/>
              <a:chExt cx="1982912" cy="3785795"/>
            </a:xfrm>
          </p:grpSpPr>
          <p:sp>
            <p:nvSpPr>
              <p:cNvPr id="99" name="Google Shape;99;p38"/>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234/90/79</a:t>
                </a:r>
                <a:endParaRPr b="1" sz="700">
                  <a:solidFill>
                    <a:schemeClr val="dk2"/>
                  </a:solidFill>
                  <a:latin typeface="Arial"/>
                  <a:ea typeface="Arial"/>
                  <a:cs typeface="Arial"/>
                  <a:sym typeface="Arial"/>
                </a:endParaRPr>
              </a:p>
            </p:txBody>
          </p:sp>
          <p:sp>
            <p:nvSpPr>
              <p:cNvPr id="100" name="Google Shape;100;p38"/>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120/0/15</a:t>
                </a:r>
                <a:endParaRPr b="1" sz="700">
                  <a:solidFill>
                    <a:schemeClr val="dk2"/>
                  </a:solidFill>
                  <a:latin typeface="Arial"/>
                  <a:ea typeface="Arial"/>
                  <a:cs typeface="Arial"/>
                  <a:sym typeface="Arial"/>
                </a:endParaRPr>
              </a:p>
            </p:txBody>
          </p:sp>
          <p:sp>
            <p:nvSpPr>
              <p:cNvPr id="101" name="Google Shape;101;p38"/>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lnSpc>
                    <a:spcPct val="100000"/>
                  </a:lnSpc>
                  <a:spcBef>
                    <a:spcPts val="0"/>
                  </a:spcBef>
                  <a:spcAft>
                    <a:spcPts val="0"/>
                  </a:spcAft>
                  <a:buNone/>
                </a:pPr>
                <a:r>
                  <a:rPr lang="en-US" sz="1000">
                    <a:solidFill>
                      <a:schemeClr val="dk1"/>
                    </a:solidFill>
                    <a:latin typeface="Microsoft YaHei"/>
                    <a:ea typeface="Microsoft YaHei"/>
                    <a:cs typeface="Microsoft YaHei"/>
                    <a:sym typeface="Microsoft YaHei"/>
                  </a:rPr>
                  <a:t>辅助色</a:t>
                </a:r>
                <a:endParaRPr/>
              </a:p>
            </p:txBody>
          </p:sp>
          <p:sp>
            <p:nvSpPr>
              <p:cNvPr id="102" name="Google Shape;102;p38"/>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248/181/60</a:t>
                </a:r>
                <a:endParaRPr b="1" sz="700">
                  <a:solidFill>
                    <a:schemeClr val="dk2"/>
                  </a:solidFill>
                  <a:latin typeface="Arial"/>
                  <a:ea typeface="Arial"/>
                  <a:cs typeface="Arial"/>
                  <a:sym typeface="Arial"/>
                </a:endParaRPr>
              </a:p>
            </p:txBody>
          </p:sp>
          <p:sp>
            <p:nvSpPr>
              <p:cNvPr id="103" name="Google Shape;103;p38"/>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235/92/1</a:t>
                </a:r>
                <a:endParaRPr b="1" sz="700">
                  <a:solidFill>
                    <a:schemeClr val="dk2"/>
                  </a:solidFill>
                  <a:latin typeface="Arial"/>
                  <a:ea typeface="Arial"/>
                  <a:cs typeface="Arial"/>
                  <a:sym typeface="Arial"/>
                </a:endParaRPr>
              </a:p>
            </p:txBody>
          </p:sp>
          <p:sp>
            <p:nvSpPr>
              <p:cNvPr id="104" name="Google Shape;104;p38"/>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137/137/137</a:t>
                </a:r>
                <a:endParaRPr b="1" sz="700">
                  <a:solidFill>
                    <a:schemeClr val="dk2"/>
                  </a:solidFill>
                  <a:latin typeface="Arial"/>
                  <a:ea typeface="Arial"/>
                  <a:cs typeface="Arial"/>
                  <a:sym typeface="Arial"/>
                </a:endParaRPr>
              </a:p>
            </p:txBody>
          </p:sp>
          <p:sp>
            <p:nvSpPr>
              <p:cNvPr id="105" name="Google Shape;105;p38"/>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35/24/21</a:t>
                </a:r>
                <a:endParaRPr b="1" sz="700">
                  <a:solidFill>
                    <a:schemeClr val="dk2"/>
                  </a:solidFill>
                  <a:latin typeface="Arial"/>
                  <a:ea typeface="Arial"/>
                  <a:cs typeface="Arial"/>
                  <a:sym typeface="Arial"/>
                </a:endParaRPr>
              </a:p>
            </p:txBody>
          </p:sp>
          <p:sp>
            <p:nvSpPr>
              <p:cNvPr id="106" name="Google Shape;106;p38"/>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lt1"/>
                    </a:solidFill>
                    <a:latin typeface="Arial"/>
                    <a:ea typeface="Arial"/>
                    <a:cs typeface="Arial"/>
                    <a:sym typeface="Arial"/>
                  </a:rPr>
                  <a:t>RGB 221/221/221</a:t>
                </a:r>
                <a:endParaRPr b="1" sz="700">
                  <a:solidFill>
                    <a:schemeClr val="lt1"/>
                  </a:solidFill>
                  <a:latin typeface="Arial"/>
                  <a:ea typeface="Arial"/>
                  <a:cs typeface="Arial"/>
                  <a:sym typeface="Arial"/>
                </a:endParaRPr>
              </a:p>
            </p:txBody>
          </p:sp>
          <p:sp>
            <p:nvSpPr>
              <p:cNvPr id="107" name="Google Shape;107;p38"/>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233/140/128</a:t>
                </a:r>
                <a:endParaRPr b="1" sz="700">
                  <a:solidFill>
                    <a:schemeClr val="dk2"/>
                  </a:solidFill>
                  <a:latin typeface="Arial"/>
                  <a:ea typeface="Arial"/>
                  <a:cs typeface="Arial"/>
                  <a:sym typeface="Arial"/>
                </a:endParaRPr>
              </a:p>
            </p:txBody>
          </p:sp>
          <p:sp>
            <p:nvSpPr>
              <p:cNvPr id="108" name="Google Shape;108;p38"/>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159/0/1</a:t>
                </a:r>
                <a:endParaRPr b="1" sz="700">
                  <a:solidFill>
                    <a:schemeClr val="dk2"/>
                  </a:solidFill>
                  <a:latin typeface="Arial"/>
                  <a:ea typeface="Arial"/>
                  <a:cs typeface="Arial"/>
                  <a:sym typeface="Arial"/>
                </a:endParaRPr>
              </a:p>
            </p:txBody>
          </p:sp>
          <p:sp>
            <p:nvSpPr>
              <p:cNvPr id="109" name="Google Shape;109;p38"/>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lt1"/>
                    </a:solidFill>
                    <a:latin typeface="Arial"/>
                    <a:ea typeface="Arial"/>
                    <a:cs typeface="Arial"/>
                    <a:sym typeface="Arial"/>
                  </a:rPr>
                  <a:t>RGB 245/220/87</a:t>
                </a:r>
                <a:endParaRPr b="1" sz="700">
                  <a:solidFill>
                    <a:schemeClr val="lt1"/>
                  </a:solidFill>
                  <a:latin typeface="Arial"/>
                  <a:ea typeface="Arial"/>
                  <a:cs typeface="Arial"/>
                  <a:sym typeface="Arial"/>
                </a:endParaRPr>
              </a:p>
            </p:txBody>
          </p:sp>
          <p:sp>
            <p:nvSpPr>
              <p:cNvPr id="110" name="Google Shape;110;p38"/>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240/133/0</a:t>
                </a:r>
                <a:endParaRPr b="1" sz="700">
                  <a:solidFill>
                    <a:schemeClr val="dk2"/>
                  </a:solidFill>
                  <a:latin typeface="Arial"/>
                  <a:ea typeface="Arial"/>
                  <a:cs typeface="Arial"/>
                  <a:sym typeface="Arial"/>
                </a:endParaRPr>
              </a:p>
            </p:txBody>
          </p:sp>
          <p:sp>
            <p:nvSpPr>
              <p:cNvPr id="111" name="Google Shape;111;p38"/>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181/181/181</a:t>
                </a:r>
                <a:endParaRPr b="1" sz="700">
                  <a:solidFill>
                    <a:schemeClr val="dk2"/>
                  </a:solidFill>
                  <a:latin typeface="Arial"/>
                  <a:ea typeface="Arial"/>
                  <a:cs typeface="Arial"/>
                  <a:sym typeface="Arial"/>
                </a:endParaRPr>
              </a:p>
            </p:txBody>
          </p:sp>
          <p:sp>
            <p:nvSpPr>
              <p:cNvPr id="112" name="Google Shape;112;p38"/>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dk2"/>
                    </a:solidFill>
                    <a:latin typeface="Arial"/>
                    <a:ea typeface="Arial"/>
                    <a:cs typeface="Arial"/>
                    <a:sym typeface="Arial"/>
                  </a:rPr>
                  <a:t>RGB 89/87/87</a:t>
                </a:r>
                <a:endParaRPr b="1" sz="700">
                  <a:solidFill>
                    <a:schemeClr val="dk2"/>
                  </a:solidFill>
                  <a:latin typeface="Arial"/>
                  <a:ea typeface="Arial"/>
                  <a:cs typeface="Arial"/>
                  <a:sym typeface="Arial"/>
                </a:endParaRPr>
              </a:p>
            </p:txBody>
          </p:sp>
          <p:sp>
            <p:nvSpPr>
              <p:cNvPr id="113" name="Google Shape;113;p38"/>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700">
                    <a:solidFill>
                      <a:schemeClr val="lt1"/>
                    </a:solidFill>
                    <a:latin typeface="Arial"/>
                    <a:ea typeface="Arial"/>
                    <a:cs typeface="Arial"/>
                    <a:sym typeface="Arial"/>
                  </a:rPr>
                  <a:t>RGB 255/255/255</a:t>
                </a:r>
                <a:endParaRPr b="1" sz="700">
                  <a:solidFill>
                    <a:schemeClr val="lt1"/>
                  </a:solidFill>
                  <a:latin typeface="Arial"/>
                  <a:ea typeface="Arial"/>
                  <a:cs typeface="Arial"/>
                  <a:sym typeface="Arial"/>
                </a:endParaRPr>
              </a:p>
            </p:txBody>
          </p:sp>
        </p:grpSp>
      </p:grpSp>
      <p:pic>
        <p:nvPicPr>
          <p:cNvPr id="114" name="Google Shape;114;p38"/>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
        <p:nvSpPr>
          <p:cNvPr id="115" name="Google Shape;115;p38"/>
          <p:cNvSpPr/>
          <p:nvPr/>
        </p:nvSpPr>
        <p:spPr>
          <a:xfrm>
            <a:off x="-25400000" y="-25400000"/>
            <a:ext cx="0" cy="0"/>
          </a:xfrm>
          <a:prstGeom prst="rect">
            <a:avLst/>
          </a:prstGeom>
          <a:noFill/>
          <a:ln cap="flat" cmpd="sng" w="12700">
            <a:solidFill>
              <a:srgbClr val="1515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 name="Google Shape;116;p38"/>
          <p:cNvSpPr/>
          <p:nvPr/>
        </p:nvSpPr>
        <p:spPr>
          <a:xfrm>
            <a:off x="37596763" y="32258000"/>
            <a:ext cx="0" cy="0"/>
          </a:xfrm>
          <a:prstGeom prst="rect">
            <a:avLst/>
          </a:prstGeom>
          <a:noFill/>
          <a:ln cap="flat" cmpd="sng" w="12700">
            <a:solidFill>
              <a:srgbClr val="1515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40"/>
          <p:cNvSpPr txBox="1"/>
          <p:nvPr/>
        </p:nvSpPr>
        <p:spPr>
          <a:xfrm>
            <a:off x="1095467" y="6356939"/>
            <a:ext cx="1463467" cy="242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74">
                <a:solidFill>
                  <a:srgbClr val="1D1D1B"/>
                </a:solidFill>
                <a:latin typeface="Arial"/>
                <a:ea typeface="Arial"/>
                <a:cs typeface="Arial"/>
                <a:sym typeface="Arial"/>
              </a:rPr>
              <a:t>Huawei Confidential</a:t>
            </a:r>
            <a:endParaRPr/>
          </a:p>
        </p:txBody>
      </p:sp>
      <p:sp>
        <p:nvSpPr>
          <p:cNvPr id="129" name="Google Shape;129;p40"/>
          <p:cNvSpPr txBox="1"/>
          <p:nvPr/>
        </p:nvSpPr>
        <p:spPr>
          <a:xfrm>
            <a:off x="734131" y="6402806"/>
            <a:ext cx="499729" cy="1502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974">
                <a:solidFill>
                  <a:srgbClr val="1D1D1B"/>
                </a:solidFill>
                <a:latin typeface="Arial"/>
                <a:ea typeface="Arial"/>
                <a:cs typeface="Arial"/>
                <a:sym typeface="Arial"/>
              </a:rPr>
              <a:t>‹#›</a:t>
            </a:fld>
            <a:endParaRPr sz="974">
              <a:solidFill>
                <a:srgbClr val="1D1D1B"/>
              </a:solidFill>
              <a:latin typeface="Arial"/>
              <a:ea typeface="Arial"/>
              <a:cs typeface="Arial"/>
              <a:sym typeface="Arial"/>
            </a:endParaRPr>
          </a:p>
        </p:txBody>
      </p:sp>
      <p:pic>
        <p:nvPicPr>
          <p:cNvPr id="130" name="Google Shape;130;p40"/>
          <p:cNvPicPr preferRelativeResize="0"/>
          <p:nvPr/>
        </p:nvPicPr>
        <p:blipFill rotWithShape="1">
          <a:blip r:embed="rId1">
            <a:alphaModFix/>
          </a:blip>
          <a:srcRect b="0" l="0" r="0" t="0"/>
          <a:stretch/>
        </p:blipFill>
        <p:spPr>
          <a:xfrm>
            <a:off x="10195999" y="6319870"/>
            <a:ext cx="1269075" cy="27115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6" r:id="rId2"/>
    <p:sldLayoutId id="2147483667"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43"/>
          <p:cNvSpPr txBox="1"/>
          <p:nvPr>
            <p:ph type="title"/>
          </p:nvPr>
        </p:nvSpPr>
        <p:spPr>
          <a:xfrm>
            <a:off x="609839" y="275167"/>
            <a:ext cx="10977087" cy="1142999"/>
          </a:xfrm>
          <a:prstGeom prst="rect">
            <a:avLst/>
          </a:prstGeom>
          <a:noFill/>
          <a:ln>
            <a:noFill/>
          </a:ln>
        </p:spPr>
        <p:txBody>
          <a:bodyPr anchorCtr="0" anchor="ctr" bIns="60950" lIns="121925" spcFirstLastPara="1" rIns="121925" wrap="square" tIns="60950">
            <a:normAutofit/>
          </a:bodyPr>
          <a:lstStyle>
            <a:lvl1pPr lvl="0" marR="0" rtl="0" algn="ctr">
              <a:spcBef>
                <a:spcPts val="0"/>
              </a:spcBef>
              <a:spcAft>
                <a:spcPts val="0"/>
              </a:spcAft>
              <a:buClr>
                <a:schemeClr val="dk1"/>
              </a:buClr>
              <a:buSzPts val="5899"/>
              <a:buFont typeface="Arial"/>
              <a:buNone/>
              <a:defRPr b="0" i="0" sz="5899"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8" name="Google Shape;138;p43"/>
          <p:cNvSpPr txBox="1"/>
          <p:nvPr>
            <p:ph idx="1" type="body"/>
          </p:nvPr>
        </p:nvSpPr>
        <p:spPr>
          <a:xfrm>
            <a:off x="609839" y="1600202"/>
            <a:ext cx="10977087" cy="4525433"/>
          </a:xfrm>
          <a:prstGeom prst="rect">
            <a:avLst/>
          </a:prstGeom>
          <a:noFill/>
          <a:ln>
            <a:noFill/>
          </a:ln>
        </p:spPr>
        <p:txBody>
          <a:bodyPr anchorCtr="0" anchor="t" bIns="60950" lIns="121925" spcFirstLastPara="1" rIns="121925" wrap="square" tIns="60950">
            <a:normAutofit/>
          </a:bodyPr>
          <a:lstStyle>
            <a:lvl1pPr indent="-501587" lvl="0" marL="457200" marR="0" rtl="0" algn="l">
              <a:spcBef>
                <a:spcPts val="860"/>
              </a:spcBef>
              <a:spcAft>
                <a:spcPts val="0"/>
              </a:spcAft>
              <a:buClr>
                <a:schemeClr val="dk1"/>
              </a:buClr>
              <a:buSzPts val="4299"/>
              <a:buFont typeface="Arial"/>
              <a:buChar char="•"/>
              <a:defRPr b="0" i="0" sz="4299" u="none" cap="none" strike="noStrike">
                <a:solidFill>
                  <a:schemeClr val="dk1"/>
                </a:solidFill>
                <a:latin typeface="Arial"/>
                <a:ea typeface="Arial"/>
                <a:cs typeface="Arial"/>
                <a:sym typeface="Arial"/>
              </a:defRPr>
            </a:lvl1pPr>
            <a:lvl2pPr indent="-463487" lvl="1" marL="914400" marR="0" rtl="0" algn="l">
              <a:spcBef>
                <a:spcPts val="740"/>
              </a:spcBef>
              <a:spcAft>
                <a:spcPts val="0"/>
              </a:spcAft>
              <a:buClr>
                <a:schemeClr val="dk1"/>
              </a:buClr>
              <a:buSzPts val="3699"/>
              <a:buFont typeface="Arial"/>
              <a:buChar char="–"/>
              <a:defRPr b="0" i="0" sz="3699" u="none" cap="none" strike="noStrike">
                <a:solidFill>
                  <a:schemeClr val="dk1"/>
                </a:solidFill>
                <a:latin typeface="Arial"/>
                <a:ea typeface="Arial"/>
                <a:cs typeface="Arial"/>
                <a:sym typeface="Arial"/>
              </a:defRPr>
            </a:lvl2pPr>
            <a:lvl3pPr indent="-431737" lvl="2" marL="1371600" marR="0" rtl="0" algn="l">
              <a:spcBef>
                <a:spcPts val="640"/>
              </a:spcBef>
              <a:spcAft>
                <a:spcPts val="0"/>
              </a:spcAft>
              <a:buClr>
                <a:schemeClr val="dk1"/>
              </a:buClr>
              <a:buSzPts val="3199"/>
              <a:buFont typeface="Arial"/>
              <a:buChar char="•"/>
              <a:defRPr b="0" i="0" sz="3199" u="none" cap="none" strike="noStrike">
                <a:solidFill>
                  <a:schemeClr val="dk1"/>
                </a:solidFill>
                <a:latin typeface="Arial"/>
                <a:ea typeface="Arial"/>
                <a:cs typeface="Arial"/>
                <a:sym typeface="Arial"/>
              </a:defRPr>
            </a:lvl3pPr>
            <a:lvl4pPr indent="-399987" lvl="3" marL="18288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4pPr>
            <a:lvl5pPr indent="-399986" lvl="4" marL="22860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5pPr>
            <a:lvl6pPr indent="-399986" lvl="5" marL="27432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6pPr>
            <a:lvl7pPr indent="-399986" lvl="6" marL="32004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7pPr>
            <a:lvl8pPr indent="-399986" lvl="7" marL="36576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8pPr>
            <a:lvl9pPr indent="-399986" lvl="8" marL="4114800" marR="0" rtl="0" algn="l">
              <a:spcBef>
                <a:spcPts val="540"/>
              </a:spcBef>
              <a:spcAft>
                <a:spcPts val="0"/>
              </a:spcAft>
              <a:buClr>
                <a:schemeClr val="dk1"/>
              </a:buClr>
              <a:buSzPts val="2699"/>
              <a:buFont typeface="Arial"/>
              <a:buChar char="•"/>
              <a:defRPr b="0" i="0" sz="2699" u="none" cap="none" strike="noStrike">
                <a:solidFill>
                  <a:schemeClr val="dk1"/>
                </a:solidFill>
                <a:latin typeface="Arial"/>
                <a:ea typeface="Arial"/>
                <a:cs typeface="Arial"/>
                <a:sym typeface="Arial"/>
              </a:defRPr>
            </a:lvl9pPr>
          </a:lstStyle>
          <a:p/>
        </p:txBody>
      </p:sp>
      <p:pic>
        <p:nvPicPr>
          <p:cNvPr id="139" name="Google Shape;139;p43"/>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46"/>
          <p:cNvSpPr txBox="1"/>
          <p:nvPr/>
        </p:nvSpPr>
        <p:spPr>
          <a:xfrm>
            <a:off x="1095467" y="6356939"/>
            <a:ext cx="1463467"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D1D1B"/>
                </a:solidFill>
                <a:latin typeface="Arial"/>
                <a:ea typeface="Arial"/>
                <a:cs typeface="Arial"/>
                <a:sym typeface="Arial"/>
              </a:rPr>
              <a:t>Huawei Confidential</a:t>
            </a:r>
            <a:endParaRPr/>
          </a:p>
        </p:txBody>
      </p:sp>
      <p:sp>
        <p:nvSpPr>
          <p:cNvPr id="177" name="Google Shape;177;p46"/>
          <p:cNvSpPr txBox="1"/>
          <p:nvPr/>
        </p:nvSpPr>
        <p:spPr>
          <a:xfrm>
            <a:off x="734131" y="6402806"/>
            <a:ext cx="499729" cy="1502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974">
                <a:solidFill>
                  <a:srgbClr val="1D1D1B"/>
                </a:solidFill>
                <a:latin typeface="Arial"/>
                <a:ea typeface="Arial"/>
                <a:cs typeface="Arial"/>
                <a:sym typeface="Arial"/>
              </a:rPr>
              <a:t>‹#›</a:t>
            </a:fld>
            <a:endParaRPr sz="974">
              <a:solidFill>
                <a:srgbClr val="1D1D1B"/>
              </a:solidFill>
              <a:latin typeface="Arial"/>
              <a:ea typeface="Arial"/>
              <a:cs typeface="Arial"/>
              <a:sym typeface="Arial"/>
            </a:endParaRPr>
          </a:p>
        </p:txBody>
      </p:sp>
      <p:grpSp>
        <p:nvGrpSpPr>
          <p:cNvPr id="178" name="Google Shape;178;p46"/>
          <p:cNvGrpSpPr/>
          <p:nvPr/>
        </p:nvGrpSpPr>
        <p:grpSpPr>
          <a:xfrm>
            <a:off x="12216278" y="2931937"/>
            <a:ext cx="1982916" cy="3934682"/>
            <a:chOff x="12216278" y="2262477"/>
            <a:chExt cx="1982916" cy="4604143"/>
          </a:xfrm>
        </p:grpSpPr>
        <p:grpSp>
          <p:nvGrpSpPr>
            <p:cNvPr id="179" name="Google Shape;179;p46"/>
            <p:cNvGrpSpPr/>
            <p:nvPr/>
          </p:nvGrpSpPr>
          <p:grpSpPr>
            <a:xfrm>
              <a:off x="12315635" y="2262477"/>
              <a:ext cx="1883559" cy="692624"/>
              <a:chOff x="12315635" y="2207613"/>
              <a:chExt cx="1883559" cy="692624"/>
            </a:xfrm>
          </p:grpSpPr>
          <p:sp>
            <p:nvSpPr>
              <p:cNvPr id="180" name="Google Shape;180;p46"/>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181" name="Google Shape;181;p46"/>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182" name="Google Shape;182;p46"/>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183" name="Google Shape;183;p46"/>
            <p:cNvGrpSpPr/>
            <p:nvPr/>
          </p:nvGrpSpPr>
          <p:grpSpPr>
            <a:xfrm>
              <a:off x="12216278" y="3080825"/>
              <a:ext cx="1982912" cy="3785795"/>
              <a:chOff x="12216278" y="3080825"/>
              <a:chExt cx="1982912" cy="3785795"/>
            </a:xfrm>
          </p:grpSpPr>
          <p:sp>
            <p:nvSpPr>
              <p:cNvPr id="184" name="Google Shape;184;p46"/>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185" name="Google Shape;185;p46"/>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186" name="Google Shape;186;p46"/>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187" name="Google Shape;187;p46"/>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188" name="Google Shape;188;p46"/>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189" name="Google Shape;189;p46"/>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190" name="Google Shape;190;p46"/>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191" name="Google Shape;191;p46"/>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192" name="Google Shape;192;p46"/>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193" name="Google Shape;193;p46"/>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194" name="Google Shape;194;p46"/>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195" name="Google Shape;195;p46"/>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196" name="Google Shape;196;p46"/>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197" name="Google Shape;197;p46"/>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198" name="Google Shape;198;p46"/>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199" name="Google Shape;199;p46"/>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3" r:id="rId2"/>
    <p:sldLayoutId id="2147483684" r:id="rId3"/>
    <p:sldLayoutId id="2147483685" r:id="rId4"/>
    <p:sldLayoutId id="2147483686"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48"/>
          <p:cNvSpPr txBox="1"/>
          <p:nvPr/>
        </p:nvSpPr>
        <p:spPr>
          <a:xfrm>
            <a:off x="1095467" y="6356939"/>
            <a:ext cx="1463467" cy="2428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974">
                <a:solidFill>
                  <a:srgbClr val="1D1D1B"/>
                </a:solidFill>
                <a:latin typeface="Arial"/>
                <a:ea typeface="Arial"/>
                <a:cs typeface="Arial"/>
                <a:sym typeface="Arial"/>
              </a:rPr>
              <a:t>Huawei Confidential</a:t>
            </a:r>
            <a:endParaRPr/>
          </a:p>
        </p:txBody>
      </p:sp>
      <p:sp>
        <p:nvSpPr>
          <p:cNvPr id="207" name="Google Shape;207;p48"/>
          <p:cNvSpPr txBox="1"/>
          <p:nvPr/>
        </p:nvSpPr>
        <p:spPr>
          <a:xfrm>
            <a:off x="734132" y="6402806"/>
            <a:ext cx="499729" cy="1502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974">
                <a:solidFill>
                  <a:srgbClr val="1D1D1B"/>
                </a:solidFill>
                <a:latin typeface="Arial"/>
                <a:ea typeface="Arial"/>
                <a:cs typeface="Arial"/>
                <a:sym typeface="Arial"/>
              </a:rPr>
              <a:t>‹#›</a:t>
            </a:fld>
            <a:endParaRPr sz="974">
              <a:solidFill>
                <a:srgbClr val="1D1D1B"/>
              </a:solidFill>
              <a:latin typeface="Arial"/>
              <a:ea typeface="Arial"/>
              <a:cs typeface="Arial"/>
              <a:sym typeface="Arial"/>
            </a:endParaRPr>
          </a:p>
        </p:txBody>
      </p:sp>
      <p:pic>
        <p:nvPicPr>
          <p:cNvPr id="208" name="Google Shape;208;p48"/>
          <p:cNvPicPr preferRelativeResize="0"/>
          <p:nvPr/>
        </p:nvPicPr>
        <p:blipFill rotWithShape="1">
          <a:blip r:embed="rId1">
            <a:alphaModFix/>
          </a:blip>
          <a:srcRect b="0" l="0" r="0" t="0"/>
          <a:stretch/>
        </p:blipFill>
        <p:spPr>
          <a:xfrm>
            <a:off x="10196000" y="6319871"/>
            <a:ext cx="1269075" cy="271153"/>
          </a:xfrm>
          <a:prstGeom prst="rect">
            <a:avLst/>
          </a:prstGeom>
          <a:noFill/>
          <a:ln>
            <a:noFill/>
          </a:ln>
        </p:spPr>
      </p:pic>
      <p:grpSp>
        <p:nvGrpSpPr>
          <p:cNvPr id="209" name="Google Shape;209;p48"/>
          <p:cNvGrpSpPr/>
          <p:nvPr/>
        </p:nvGrpSpPr>
        <p:grpSpPr>
          <a:xfrm>
            <a:off x="12317131" y="2973296"/>
            <a:ext cx="2289821" cy="3875537"/>
            <a:chOff x="11996496" y="2965725"/>
            <a:chExt cx="2230214" cy="3865669"/>
          </a:xfrm>
        </p:grpSpPr>
        <p:grpSp>
          <p:nvGrpSpPr>
            <p:cNvPr id="210" name="Google Shape;210;p48"/>
            <p:cNvGrpSpPr/>
            <p:nvPr/>
          </p:nvGrpSpPr>
          <p:grpSpPr>
            <a:xfrm>
              <a:off x="12075756" y="3183813"/>
              <a:ext cx="2150954" cy="471149"/>
              <a:chOff x="-1595716" y="0"/>
              <a:chExt cx="2683432" cy="1093694"/>
            </a:xfrm>
          </p:grpSpPr>
          <p:sp>
            <p:nvSpPr>
              <p:cNvPr id="211" name="Google Shape;211;p48"/>
              <p:cNvSpPr/>
              <p:nvPr/>
            </p:nvSpPr>
            <p:spPr>
              <a:xfrm>
                <a:off x="-206830" y="0"/>
                <a:ext cx="1294546" cy="1093694"/>
              </a:xfrm>
              <a:prstGeom prst="rect">
                <a:avLst/>
              </a:prstGeom>
              <a:solidFill>
                <a:srgbClr val="C8102E"/>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Pantone 186C</a:t>
                </a:r>
                <a:endParaRPr/>
              </a:p>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200/16/46</a:t>
                </a:r>
                <a:endParaRPr/>
              </a:p>
            </p:txBody>
          </p:sp>
          <p:sp>
            <p:nvSpPr>
              <p:cNvPr id="212" name="Google Shape;212;p48"/>
              <p:cNvSpPr/>
              <p:nvPr/>
            </p:nvSpPr>
            <p:spPr>
              <a:xfrm>
                <a:off x="-1595716" y="0"/>
                <a:ext cx="1290916" cy="1093694"/>
              </a:xfrm>
              <a:prstGeom prst="rect">
                <a:avLst/>
              </a:prstGeom>
              <a:solidFill>
                <a:srgbClr val="C7000B"/>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Pantone 185C</a:t>
                </a:r>
                <a:endParaRPr/>
              </a:p>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199/0/11</a:t>
                </a:r>
                <a:endParaRPr/>
              </a:p>
            </p:txBody>
          </p:sp>
        </p:grpSp>
        <p:sp>
          <p:nvSpPr>
            <p:cNvPr id="213" name="Google Shape;213;p48"/>
            <p:cNvSpPr txBox="1"/>
            <p:nvPr/>
          </p:nvSpPr>
          <p:spPr>
            <a:xfrm>
              <a:off x="11999229" y="3726634"/>
              <a:ext cx="619491"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D1D1B"/>
                  </a:solidFill>
                  <a:latin typeface="Microsoft YaHei"/>
                  <a:ea typeface="Microsoft YaHei"/>
                  <a:cs typeface="Microsoft YaHei"/>
                  <a:sym typeface="Microsoft YaHei"/>
                </a:rPr>
                <a:t>辅助色</a:t>
              </a:r>
              <a:endParaRPr/>
            </a:p>
          </p:txBody>
        </p:sp>
        <p:sp>
          <p:nvSpPr>
            <p:cNvPr id="214" name="Google Shape;214;p48"/>
            <p:cNvSpPr txBox="1"/>
            <p:nvPr/>
          </p:nvSpPr>
          <p:spPr>
            <a:xfrm>
              <a:off x="11996496" y="2965725"/>
              <a:ext cx="686232"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1D1D1B"/>
                  </a:solidFill>
                  <a:latin typeface="Microsoft YaHei"/>
                  <a:ea typeface="Microsoft YaHei"/>
                  <a:cs typeface="Microsoft YaHei"/>
                  <a:sym typeface="Microsoft YaHei"/>
                </a:rPr>
                <a:t>品牌色</a:t>
              </a:r>
              <a:endParaRPr/>
            </a:p>
          </p:txBody>
        </p:sp>
        <p:grpSp>
          <p:nvGrpSpPr>
            <p:cNvPr id="215" name="Google Shape;215;p48"/>
            <p:cNvGrpSpPr/>
            <p:nvPr/>
          </p:nvGrpSpPr>
          <p:grpSpPr>
            <a:xfrm>
              <a:off x="12075756" y="3950207"/>
              <a:ext cx="2150954" cy="2881187"/>
              <a:chOff x="12272684" y="0"/>
              <a:chExt cx="2753956" cy="8146004"/>
            </a:xfrm>
          </p:grpSpPr>
          <p:sp>
            <p:nvSpPr>
              <p:cNvPr id="216" name="Google Shape;216;p48"/>
              <p:cNvSpPr/>
              <p:nvPr/>
            </p:nvSpPr>
            <p:spPr>
              <a:xfrm>
                <a:off x="12272684" y="1171727"/>
                <a:ext cx="1290916" cy="1090366"/>
              </a:xfrm>
              <a:prstGeom prst="rect">
                <a:avLst/>
              </a:prstGeom>
              <a:solidFill>
                <a:srgbClr val="ED952D"/>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245/162/0</a:t>
                </a:r>
                <a:endParaRPr/>
              </a:p>
            </p:txBody>
          </p:sp>
          <p:sp>
            <p:nvSpPr>
              <p:cNvPr id="217" name="Google Shape;217;p48"/>
              <p:cNvSpPr/>
              <p:nvPr/>
            </p:nvSpPr>
            <p:spPr>
              <a:xfrm>
                <a:off x="12272684" y="0"/>
                <a:ext cx="1290916" cy="1093694"/>
              </a:xfrm>
              <a:prstGeom prst="rect">
                <a:avLst/>
              </a:prstGeom>
              <a:solidFill>
                <a:srgbClr val="C7000B"/>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199/0/11</a:t>
                </a:r>
                <a:endParaRPr sz="800">
                  <a:solidFill>
                    <a:srgbClr val="EBEBEB"/>
                  </a:solidFill>
                  <a:latin typeface="Arial"/>
                  <a:ea typeface="Arial"/>
                  <a:cs typeface="Arial"/>
                  <a:sym typeface="Arial"/>
                </a:endParaRPr>
              </a:p>
            </p:txBody>
          </p:sp>
          <p:sp>
            <p:nvSpPr>
              <p:cNvPr id="218" name="Google Shape;218;p48"/>
              <p:cNvSpPr/>
              <p:nvPr/>
            </p:nvSpPr>
            <p:spPr>
              <a:xfrm>
                <a:off x="12272684" y="3513307"/>
                <a:ext cx="1290916" cy="1093694"/>
              </a:xfrm>
              <a:prstGeom prst="rect">
                <a:avLst/>
              </a:prstGeom>
              <a:solidFill>
                <a:srgbClr val="FFDA1A"/>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1D1D1A"/>
                    </a:solidFill>
                    <a:latin typeface="Arial"/>
                    <a:ea typeface="Arial"/>
                    <a:cs typeface="Arial"/>
                    <a:sym typeface="Arial"/>
                  </a:rPr>
                  <a:t>RGB  255/255/0</a:t>
                </a:r>
                <a:endParaRPr/>
              </a:p>
            </p:txBody>
          </p:sp>
          <p:sp>
            <p:nvSpPr>
              <p:cNvPr id="219" name="Google Shape;219;p48"/>
              <p:cNvSpPr/>
              <p:nvPr/>
            </p:nvSpPr>
            <p:spPr>
              <a:xfrm>
                <a:off x="12272684" y="2344272"/>
                <a:ext cx="1290916" cy="1091002"/>
              </a:xfrm>
              <a:prstGeom prst="rect">
                <a:avLst/>
              </a:prstGeom>
              <a:solidFill>
                <a:srgbClr val="D7005B"/>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215/0/91</a:t>
                </a:r>
                <a:endParaRPr/>
              </a:p>
            </p:txBody>
          </p:sp>
          <p:sp>
            <p:nvSpPr>
              <p:cNvPr id="220" name="Google Shape;220;p48"/>
              <p:cNvSpPr/>
              <p:nvPr/>
            </p:nvSpPr>
            <p:spPr>
              <a:xfrm>
                <a:off x="12272684" y="5868973"/>
                <a:ext cx="1328568" cy="1093694"/>
              </a:xfrm>
              <a:prstGeom prst="rect">
                <a:avLst/>
              </a:prstGeom>
              <a:solidFill>
                <a:srgbClr val="898989"/>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137/137/137</a:t>
                </a:r>
                <a:endParaRPr/>
              </a:p>
            </p:txBody>
          </p:sp>
          <p:sp>
            <p:nvSpPr>
              <p:cNvPr id="221" name="Google Shape;221;p48"/>
              <p:cNvSpPr/>
              <p:nvPr/>
            </p:nvSpPr>
            <p:spPr>
              <a:xfrm>
                <a:off x="12272684" y="4697246"/>
                <a:ext cx="1328568" cy="1093694"/>
              </a:xfrm>
              <a:prstGeom prst="rect">
                <a:avLst/>
              </a:prstGeom>
              <a:solidFill>
                <a:srgbClr val="1A1918"/>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35/24/21</a:t>
                </a:r>
                <a:endParaRPr/>
              </a:p>
            </p:txBody>
          </p:sp>
          <p:sp>
            <p:nvSpPr>
              <p:cNvPr id="222" name="Google Shape;222;p48"/>
              <p:cNvSpPr/>
              <p:nvPr/>
            </p:nvSpPr>
            <p:spPr>
              <a:xfrm>
                <a:off x="13698072" y="5868973"/>
                <a:ext cx="1328568" cy="1093694"/>
              </a:xfrm>
              <a:prstGeom prst="rect">
                <a:avLst/>
              </a:prstGeom>
              <a:solidFill>
                <a:srgbClr val="B5B5B5"/>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1D1D1A"/>
                    </a:solidFill>
                    <a:latin typeface="Arial"/>
                    <a:ea typeface="Arial"/>
                    <a:cs typeface="Arial"/>
                    <a:sym typeface="Arial"/>
                  </a:rPr>
                  <a:t>RGB  181/181/181</a:t>
                </a:r>
                <a:endParaRPr/>
              </a:p>
            </p:txBody>
          </p:sp>
          <p:sp>
            <p:nvSpPr>
              <p:cNvPr id="223" name="Google Shape;223;p48"/>
              <p:cNvSpPr/>
              <p:nvPr/>
            </p:nvSpPr>
            <p:spPr>
              <a:xfrm>
                <a:off x="13698072" y="4697246"/>
                <a:ext cx="1328568" cy="1093694"/>
              </a:xfrm>
              <a:prstGeom prst="rect">
                <a:avLst/>
              </a:prstGeom>
              <a:solidFill>
                <a:srgbClr val="595757"/>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EBEBEB"/>
                    </a:solidFill>
                    <a:latin typeface="Arial"/>
                    <a:ea typeface="Arial"/>
                    <a:cs typeface="Arial"/>
                    <a:sym typeface="Arial"/>
                  </a:rPr>
                  <a:t>RGB  89/87/87</a:t>
                </a:r>
                <a:endParaRPr/>
              </a:p>
            </p:txBody>
          </p:sp>
          <p:sp>
            <p:nvSpPr>
              <p:cNvPr id="224" name="Google Shape;224;p48"/>
              <p:cNvSpPr/>
              <p:nvPr/>
            </p:nvSpPr>
            <p:spPr>
              <a:xfrm>
                <a:off x="12272684" y="7052310"/>
                <a:ext cx="1328568" cy="1093694"/>
              </a:xfrm>
              <a:prstGeom prst="rect">
                <a:avLst/>
              </a:prstGeom>
              <a:solidFill>
                <a:srgbClr val="DDDDDD"/>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1D1D1A"/>
                    </a:solidFill>
                    <a:latin typeface="Arial"/>
                    <a:ea typeface="Arial"/>
                    <a:cs typeface="Arial"/>
                    <a:sym typeface="Arial"/>
                  </a:rPr>
                  <a:t>RGB  221/221/221</a:t>
                </a:r>
                <a:endParaRPr/>
              </a:p>
            </p:txBody>
          </p:sp>
          <p:sp>
            <p:nvSpPr>
              <p:cNvPr id="225" name="Google Shape;225;p48"/>
              <p:cNvSpPr/>
              <p:nvPr/>
            </p:nvSpPr>
            <p:spPr>
              <a:xfrm>
                <a:off x="13698072" y="7052310"/>
                <a:ext cx="1328568" cy="1093694"/>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rPr lang="en-US" sz="800">
                    <a:solidFill>
                      <a:srgbClr val="1D1D1A"/>
                    </a:solidFill>
                    <a:latin typeface="Arial"/>
                    <a:ea typeface="Arial"/>
                    <a:cs typeface="Arial"/>
                    <a:sym typeface="Arial"/>
                  </a:rPr>
                  <a:t>RGB  255/255/255</a:t>
                </a:r>
                <a:endParaRPr/>
              </a:p>
            </p:txBody>
          </p:sp>
          <p:sp>
            <p:nvSpPr>
              <p:cNvPr id="226" name="Google Shape;226;p48"/>
              <p:cNvSpPr/>
              <p:nvPr/>
            </p:nvSpPr>
            <p:spPr>
              <a:xfrm>
                <a:off x="13563600" y="0"/>
                <a:ext cx="365760" cy="1093694"/>
              </a:xfrm>
              <a:prstGeom prst="rect">
                <a:avLst/>
              </a:prstGeom>
              <a:solidFill>
                <a:srgbClr val="DD4654"/>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27" name="Google Shape;227;p48"/>
              <p:cNvSpPr/>
              <p:nvPr/>
            </p:nvSpPr>
            <p:spPr>
              <a:xfrm>
                <a:off x="13929360" y="0"/>
                <a:ext cx="365760" cy="1093694"/>
              </a:xfrm>
              <a:prstGeom prst="rect">
                <a:avLst/>
              </a:prstGeom>
              <a:solidFill>
                <a:srgbClr val="E57B84"/>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28" name="Google Shape;228;p48"/>
              <p:cNvSpPr/>
              <p:nvPr/>
            </p:nvSpPr>
            <p:spPr>
              <a:xfrm>
                <a:off x="14295120" y="0"/>
                <a:ext cx="365760" cy="1093694"/>
              </a:xfrm>
              <a:prstGeom prst="rect">
                <a:avLst/>
              </a:prstGeom>
              <a:solidFill>
                <a:srgbClr val="E6A8AD"/>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29" name="Google Shape;229;p48"/>
              <p:cNvSpPr/>
              <p:nvPr/>
            </p:nvSpPr>
            <p:spPr>
              <a:xfrm>
                <a:off x="14660880" y="0"/>
                <a:ext cx="365760" cy="1093694"/>
              </a:xfrm>
              <a:prstGeom prst="rect">
                <a:avLst/>
              </a:prstGeom>
              <a:solidFill>
                <a:srgbClr val="F3D2D5"/>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0" name="Google Shape;230;p48"/>
              <p:cNvSpPr/>
              <p:nvPr/>
            </p:nvSpPr>
            <p:spPr>
              <a:xfrm>
                <a:off x="13563600" y="1168400"/>
                <a:ext cx="365760" cy="1093694"/>
              </a:xfrm>
              <a:prstGeom prst="rect">
                <a:avLst/>
              </a:prstGeom>
              <a:solidFill>
                <a:srgbClr val="F7B349"/>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1" name="Google Shape;231;p48"/>
              <p:cNvSpPr/>
              <p:nvPr/>
            </p:nvSpPr>
            <p:spPr>
              <a:xfrm>
                <a:off x="13929360" y="1168400"/>
                <a:ext cx="365760" cy="1093694"/>
              </a:xfrm>
              <a:prstGeom prst="rect">
                <a:avLst/>
              </a:prstGeom>
              <a:solidFill>
                <a:srgbClr val="F9C677"/>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2" name="Google Shape;232;p48"/>
              <p:cNvSpPr/>
              <p:nvPr/>
            </p:nvSpPr>
            <p:spPr>
              <a:xfrm>
                <a:off x="14295120" y="1168400"/>
                <a:ext cx="365760" cy="1093694"/>
              </a:xfrm>
              <a:prstGeom prst="rect">
                <a:avLst/>
              </a:prstGeom>
              <a:solidFill>
                <a:srgbClr val="FBDAA6"/>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3" name="Google Shape;233;p48"/>
              <p:cNvSpPr/>
              <p:nvPr/>
            </p:nvSpPr>
            <p:spPr>
              <a:xfrm>
                <a:off x="14660880" y="1168400"/>
                <a:ext cx="365760" cy="1093694"/>
              </a:xfrm>
              <a:prstGeom prst="rect">
                <a:avLst/>
              </a:prstGeom>
              <a:solidFill>
                <a:srgbClr val="FDEDD4"/>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4" name="Google Shape;234;p48"/>
              <p:cNvSpPr/>
              <p:nvPr/>
            </p:nvSpPr>
            <p:spPr>
              <a:xfrm>
                <a:off x="13563600" y="2344272"/>
                <a:ext cx="365761" cy="1090367"/>
              </a:xfrm>
              <a:prstGeom prst="rect">
                <a:avLst/>
              </a:prstGeom>
              <a:solidFill>
                <a:srgbClr val="DB5476"/>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5" name="Google Shape;235;p48"/>
              <p:cNvSpPr/>
              <p:nvPr/>
            </p:nvSpPr>
            <p:spPr>
              <a:xfrm>
                <a:off x="13929360" y="2344272"/>
                <a:ext cx="365761" cy="1090367"/>
              </a:xfrm>
              <a:prstGeom prst="rect">
                <a:avLst/>
              </a:prstGeom>
              <a:solidFill>
                <a:srgbClr val="E48496"/>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6" name="Google Shape;236;p48"/>
              <p:cNvSpPr/>
              <p:nvPr/>
            </p:nvSpPr>
            <p:spPr>
              <a:xfrm>
                <a:off x="14295120" y="2344272"/>
                <a:ext cx="365761" cy="1090367"/>
              </a:xfrm>
              <a:prstGeom prst="rect">
                <a:avLst/>
              </a:prstGeom>
              <a:solidFill>
                <a:srgbClr val="EDB1B9"/>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7" name="Google Shape;237;p48"/>
              <p:cNvSpPr/>
              <p:nvPr/>
            </p:nvSpPr>
            <p:spPr>
              <a:xfrm>
                <a:off x="14660879" y="2344272"/>
                <a:ext cx="365761" cy="1090367"/>
              </a:xfrm>
              <a:prstGeom prst="rect">
                <a:avLst/>
              </a:prstGeom>
              <a:solidFill>
                <a:srgbClr val="F6DADD"/>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8" name="Google Shape;238;p48"/>
              <p:cNvSpPr/>
              <p:nvPr/>
            </p:nvSpPr>
            <p:spPr>
              <a:xfrm>
                <a:off x="13563600" y="3512671"/>
                <a:ext cx="365761" cy="1093694"/>
              </a:xfrm>
              <a:prstGeom prst="rect">
                <a:avLst/>
              </a:prstGeom>
              <a:solidFill>
                <a:srgbClr val="FEE550"/>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39" name="Google Shape;239;p48"/>
              <p:cNvSpPr/>
              <p:nvPr/>
            </p:nvSpPr>
            <p:spPr>
              <a:xfrm>
                <a:off x="13929360" y="3512671"/>
                <a:ext cx="365761" cy="1093694"/>
              </a:xfrm>
              <a:prstGeom prst="rect">
                <a:avLst/>
              </a:prstGeom>
              <a:solidFill>
                <a:srgbClr val="FFEB83"/>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40" name="Google Shape;240;p48"/>
              <p:cNvSpPr/>
              <p:nvPr/>
            </p:nvSpPr>
            <p:spPr>
              <a:xfrm>
                <a:off x="14295120" y="3512671"/>
                <a:ext cx="365761" cy="1093694"/>
              </a:xfrm>
              <a:prstGeom prst="rect">
                <a:avLst/>
              </a:prstGeom>
              <a:solidFill>
                <a:srgbClr val="FEF2B2"/>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sp>
            <p:nvSpPr>
              <p:cNvPr id="241" name="Google Shape;241;p48"/>
              <p:cNvSpPr/>
              <p:nvPr/>
            </p:nvSpPr>
            <p:spPr>
              <a:xfrm>
                <a:off x="14660879" y="3526155"/>
                <a:ext cx="365761" cy="1093694"/>
              </a:xfrm>
              <a:prstGeom prst="rect">
                <a:avLst/>
              </a:prstGeom>
              <a:solidFill>
                <a:srgbClr val="FEF9DA"/>
              </a:solid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None/>
                </a:pPr>
                <a:r>
                  <a:t/>
                </a:r>
                <a:endParaRPr sz="800">
                  <a:solidFill>
                    <a:srgbClr val="666666"/>
                  </a:solidFill>
                  <a:latin typeface="Arial"/>
                  <a:ea typeface="Arial"/>
                  <a:cs typeface="Arial"/>
                  <a:sym typeface="Arial"/>
                </a:endParaRPr>
              </a:p>
            </p:txBody>
          </p:sp>
        </p:grpSp>
      </p:grpSp>
    </p:spTree>
  </p:cSld>
  <p:clrMap accent1="accent1" accent2="accent2" accent3="accent3" accent4="accent4" accent5="accent5" accent6="accent6" bg1="lt1" bg2="dk2" tx1="dk1" tx2="lt2" folHlink="folHlink" hlink="hlink"/>
  <p:sldLayoutIdLst>
    <p:sldLayoutId id="2147483688" r:id="rId2"/>
    <p:sldLayoutId id="214748368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grpSp>
        <p:nvGrpSpPr>
          <p:cNvPr id="246" name="Google Shape;246;p55"/>
          <p:cNvGrpSpPr/>
          <p:nvPr/>
        </p:nvGrpSpPr>
        <p:grpSpPr>
          <a:xfrm>
            <a:off x="12216278" y="2931937"/>
            <a:ext cx="1982916" cy="3934682"/>
            <a:chOff x="12216278" y="2262477"/>
            <a:chExt cx="1982916" cy="4604143"/>
          </a:xfrm>
        </p:grpSpPr>
        <p:grpSp>
          <p:nvGrpSpPr>
            <p:cNvPr id="247" name="Google Shape;247;p55"/>
            <p:cNvGrpSpPr/>
            <p:nvPr/>
          </p:nvGrpSpPr>
          <p:grpSpPr>
            <a:xfrm>
              <a:off x="12315635" y="2262477"/>
              <a:ext cx="1883559" cy="692624"/>
              <a:chOff x="12315635" y="2207613"/>
              <a:chExt cx="1883559" cy="692624"/>
            </a:xfrm>
          </p:grpSpPr>
          <p:sp>
            <p:nvSpPr>
              <p:cNvPr id="248" name="Google Shape;248;p55"/>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249" name="Google Shape;249;p55"/>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250" name="Google Shape;250;p55"/>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251" name="Google Shape;251;p55"/>
            <p:cNvGrpSpPr/>
            <p:nvPr/>
          </p:nvGrpSpPr>
          <p:grpSpPr>
            <a:xfrm>
              <a:off x="12216278" y="3080825"/>
              <a:ext cx="1982912" cy="3785795"/>
              <a:chOff x="12216278" y="3080825"/>
              <a:chExt cx="1982912" cy="3785795"/>
            </a:xfrm>
          </p:grpSpPr>
          <p:sp>
            <p:nvSpPr>
              <p:cNvPr id="252" name="Google Shape;252;p55"/>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253" name="Google Shape;253;p55"/>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254" name="Google Shape;254;p55"/>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255" name="Google Shape;255;p55"/>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256" name="Google Shape;256;p55"/>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257" name="Google Shape;257;p55"/>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258" name="Google Shape;258;p55"/>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259" name="Google Shape;259;p55"/>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260" name="Google Shape;260;p55"/>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261" name="Google Shape;261;p55"/>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262" name="Google Shape;262;p55"/>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263" name="Google Shape;263;p55"/>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264" name="Google Shape;264;p55"/>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265" name="Google Shape;265;p55"/>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266" name="Google Shape;266;p55"/>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267" name="Google Shape;267;p55"/>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grpSp>
        <p:nvGrpSpPr>
          <p:cNvPr id="272" name="Google Shape;272;p59"/>
          <p:cNvGrpSpPr/>
          <p:nvPr/>
        </p:nvGrpSpPr>
        <p:grpSpPr>
          <a:xfrm>
            <a:off x="12216278" y="2931937"/>
            <a:ext cx="1982916" cy="3934682"/>
            <a:chOff x="12216278" y="2262477"/>
            <a:chExt cx="1982916" cy="4604143"/>
          </a:xfrm>
        </p:grpSpPr>
        <p:grpSp>
          <p:nvGrpSpPr>
            <p:cNvPr id="273" name="Google Shape;273;p59"/>
            <p:cNvGrpSpPr/>
            <p:nvPr/>
          </p:nvGrpSpPr>
          <p:grpSpPr>
            <a:xfrm>
              <a:off x="12315635" y="2262477"/>
              <a:ext cx="1883559" cy="692624"/>
              <a:chOff x="12315635" y="2207613"/>
              <a:chExt cx="1883559" cy="692624"/>
            </a:xfrm>
          </p:grpSpPr>
          <p:sp>
            <p:nvSpPr>
              <p:cNvPr id="274" name="Google Shape;274;p59"/>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275" name="Google Shape;275;p59"/>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276" name="Google Shape;276;p59"/>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277" name="Google Shape;277;p59"/>
            <p:cNvGrpSpPr/>
            <p:nvPr/>
          </p:nvGrpSpPr>
          <p:grpSpPr>
            <a:xfrm>
              <a:off x="12216278" y="3080825"/>
              <a:ext cx="1982912" cy="3785795"/>
              <a:chOff x="12216278" y="3080825"/>
              <a:chExt cx="1982912" cy="3785795"/>
            </a:xfrm>
          </p:grpSpPr>
          <p:sp>
            <p:nvSpPr>
              <p:cNvPr id="278" name="Google Shape;278;p59"/>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279" name="Google Shape;279;p59"/>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280" name="Google Shape;280;p59"/>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281" name="Google Shape;281;p59"/>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282" name="Google Shape;282;p59"/>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283" name="Google Shape;283;p59"/>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284" name="Google Shape;284;p59"/>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285" name="Google Shape;285;p59"/>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286" name="Google Shape;286;p59"/>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287" name="Google Shape;287;p59"/>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288" name="Google Shape;288;p59"/>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289" name="Google Shape;289;p59"/>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290" name="Google Shape;290;p59"/>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291" name="Google Shape;291;p59"/>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292" name="Google Shape;292;p59"/>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293" name="Google Shape;293;p59"/>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3" r:id="rId2"/>
    <p:sldLayoutId id="2147483694" r:id="rId3"/>
    <p:sldLayoutId id="2147483695"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grpSp>
        <p:nvGrpSpPr>
          <p:cNvPr id="304" name="Google Shape;304;p61"/>
          <p:cNvGrpSpPr/>
          <p:nvPr/>
        </p:nvGrpSpPr>
        <p:grpSpPr>
          <a:xfrm>
            <a:off x="12216278" y="2931937"/>
            <a:ext cx="1982916" cy="3934682"/>
            <a:chOff x="12216278" y="2262477"/>
            <a:chExt cx="1982916" cy="4604143"/>
          </a:xfrm>
        </p:grpSpPr>
        <p:grpSp>
          <p:nvGrpSpPr>
            <p:cNvPr id="305" name="Google Shape;305;p61"/>
            <p:cNvGrpSpPr/>
            <p:nvPr/>
          </p:nvGrpSpPr>
          <p:grpSpPr>
            <a:xfrm>
              <a:off x="12315635" y="2262477"/>
              <a:ext cx="1883559" cy="692624"/>
              <a:chOff x="12315635" y="2207613"/>
              <a:chExt cx="1883559" cy="692624"/>
            </a:xfrm>
          </p:grpSpPr>
          <p:sp>
            <p:nvSpPr>
              <p:cNvPr id="306" name="Google Shape;306;p61"/>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307" name="Google Shape;307;p61"/>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308" name="Google Shape;308;p61"/>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309" name="Google Shape;309;p61"/>
            <p:cNvGrpSpPr/>
            <p:nvPr/>
          </p:nvGrpSpPr>
          <p:grpSpPr>
            <a:xfrm>
              <a:off x="12216278" y="3080825"/>
              <a:ext cx="1982912" cy="3785795"/>
              <a:chOff x="12216278" y="3080825"/>
              <a:chExt cx="1982912" cy="3785795"/>
            </a:xfrm>
          </p:grpSpPr>
          <p:sp>
            <p:nvSpPr>
              <p:cNvPr id="310" name="Google Shape;310;p61"/>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311" name="Google Shape;311;p61"/>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312" name="Google Shape;312;p61"/>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313" name="Google Shape;313;p61"/>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314" name="Google Shape;314;p61"/>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315" name="Google Shape;315;p61"/>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316" name="Google Shape;316;p61"/>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317" name="Google Shape;317;p61"/>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318" name="Google Shape;318;p61"/>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319" name="Google Shape;319;p61"/>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320" name="Google Shape;320;p61"/>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321" name="Google Shape;321;p61"/>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322" name="Google Shape;322;p61"/>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323" name="Google Shape;323;p61"/>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324" name="Google Shape;324;p61"/>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325" name="Google Shape;325;p61"/>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97" r:id="rId2"/>
    <p:sldLayoutId id="214748369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grpSp>
        <p:nvGrpSpPr>
          <p:cNvPr id="374" name="Google Shape;374;p68"/>
          <p:cNvGrpSpPr/>
          <p:nvPr/>
        </p:nvGrpSpPr>
        <p:grpSpPr>
          <a:xfrm>
            <a:off x="12216278" y="2931937"/>
            <a:ext cx="1982916" cy="3934682"/>
            <a:chOff x="12216278" y="2262477"/>
            <a:chExt cx="1982916" cy="4604143"/>
          </a:xfrm>
        </p:grpSpPr>
        <p:grpSp>
          <p:nvGrpSpPr>
            <p:cNvPr id="375" name="Google Shape;375;p68"/>
            <p:cNvGrpSpPr/>
            <p:nvPr/>
          </p:nvGrpSpPr>
          <p:grpSpPr>
            <a:xfrm>
              <a:off x="12315635" y="2262477"/>
              <a:ext cx="1883559" cy="692624"/>
              <a:chOff x="12315635" y="2207613"/>
              <a:chExt cx="1883559" cy="692624"/>
            </a:xfrm>
          </p:grpSpPr>
          <p:sp>
            <p:nvSpPr>
              <p:cNvPr id="376" name="Google Shape;376;p68"/>
              <p:cNvSpPr/>
              <p:nvPr/>
            </p:nvSpPr>
            <p:spPr>
              <a:xfrm>
                <a:off x="12315635" y="2401808"/>
                <a:ext cx="911019" cy="498429"/>
              </a:xfrm>
              <a:prstGeom prst="rect">
                <a:avLst/>
              </a:prstGeom>
              <a:solidFill>
                <a:srgbClr val="C8102E"/>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186C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200/16/46</a:t>
                </a:r>
                <a:endParaRPr/>
              </a:p>
            </p:txBody>
          </p:sp>
          <p:sp>
            <p:nvSpPr>
              <p:cNvPr id="377" name="Google Shape;377;p68"/>
              <p:cNvSpPr/>
              <p:nvPr/>
            </p:nvSpPr>
            <p:spPr>
              <a:xfrm>
                <a:off x="13288175" y="2401808"/>
                <a:ext cx="911019" cy="498429"/>
              </a:xfrm>
              <a:prstGeom prst="rect">
                <a:avLst/>
              </a:prstGeom>
              <a:solidFill>
                <a:srgbClr val="C7000B"/>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PANTONE 185C</a:t>
                </a:r>
                <a:endParaRPr/>
              </a:p>
              <a:p>
                <a:pPr indent="0" lvl="0" marL="0" marR="0" rtl="0" algn="ctr">
                  <a:spcBef>
                    <a:spcPts val="0"/>
                  </a:spcBef>
                  <a:spcAft>
                    <a:spcPts val="0"/>
                  </a:spcAft>
                  <a:buNone/>
                </a:pPr>
                <a:r>
                  <a:rPr b="1" lang="en-US" sz="700">
                    <a:solidFill>
                      <a:srgbClr val="FFFFFF"/>
                    </a:solidFill>
                    <a:latin typeface="Arial"/>
                    <a:ea typeface="Arial"/>
                    <a:cs typeface="Arial"/>
                    <a:sym typeface="Arial"/>
                  </a:rPr>
                  <a:t>RGB 199/0/11</a:t>
                </a:r>
                <a:endParaRPr/>
              </a:p>
            </p:txBody>
          </p:sp>
          <p:sp>
            <p:nvSpPr>
              <p:cNvPr id="378" name="Google Shape;378;p68"/>
              <p:cNvSpPr txBox="1"/>
              <p:nvPr/>
            </p:nvSpPr>
            <p:spPr>
              <a:xfrm>
                <a:off x="12326898" y="2207613"/>
                <a:ext cx="384721"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品牌色</a:t>
                </a:r>
                <a:endParaRPr/>
              </a:p>
            </p:txBody>
          </p:sp>
        </p:grpSp>
        <p:grpSp>
          <p:nvGrpSpPr>
            <p:cNvPr id="379" name="Google Shape;379;p68"/>
            <p:cNvGrpSpPr/>
            <p:nvPr/>
          </p:nvGrpSpPr>
          <p:grpSpPr>
            <a:xfrm>
              <a:off x="12216278" y="3080825"/>
              <a:ext cx="1982912" cy="3785795"/>
              <a:chOff x="12216278" y="3080825"/>
              <a:chExt cx="1982912" cy="3785795"/>
            </a:xfrm>
          </p:grpSpPr>
          <p:sp>
            <p:nvSpPr>
              <p:cNvPr id="380" name="Google Shape;380;p68"/>
              <p:cNvSpPr/>
              <p:nvPr/>
            </p:nvSpPr>
            <p:spPr>
              <a:xfrm>
                <a:off x="12315640" y="3785971"/>
                <a:ext cx="885201" cy="462672"/>
              </a:xfrm>
              <a:prstGeom prst="rect">
                <a:avLst/>
              </a:prstGeom>
              <a:solidFill>
                <a:srgbClr val="EA5A4F"/>
              </a:solidFill>
              <a:ln cap="flat" cmpd="sng" w="12700">
                <a:solidFill>
                  <a:srgbClr val="EA5A4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234/90/79</a:t>
                </a:r>
                <a:endParaRPr b="1" sz="700">
                  <a:solidFill>
                    <a:srgbClr val="FFFFFF"/>
                  </a:solidFill>
                  <a:latin typeface="Arial"/>
                  <a:ea typeface="Arial"/>
                  <a:cs typeface="Arial"/>
                  <a:sym typeface="Arial"/>
                </a:endParaRPr>
              </a:p>
            </p:txBody>
          </p:sp>
          <p:sp>
            <p:nvSpPr>
              <p:cNvPr id="381" name="Google Shape;381;p68"/>
              <p:cNvSpPr/>
              <p:nvPr/>
            </p:nvSpPr>
            <p:spPr>
              <a:xfrm>
                <a:off x="12315640" y="3259312"/>
                <a:ext cx="885201" cy="462672"/>
              </a:xfrm>
              <a:prstGeom prst="rect">
                <a:avLst/>
              </a:prstGeom>
              <a:solidFill>
                <a:srgbClr val="78000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120/0/15</a:t>
                </a:r>
                <a:endParaRPr b="1" sz="700">
                  <a:solidFill>
                    <a:srgbClr val="FFFFFF"/>
                  </a:solidFill>
                  <a:latin typeface="Arial"/>
                  <a:ea typeface="Arial"/>
                  <a:cs typeface="Arial"/>
                  <a:sym typeface="Arial"/>
                </a:endParaRPr>
              </a:p>
            </p:txBody>
          </p:sp>
          <p:sp>
            <p:nvSpPr>
              <p:cNvPr id="382" name="Google Shape;382;p68"/>
              <p:cNvSpPr txBox="1"/>
              <p:nvPr/>
            </p:nvSpPr>
            <p:spPr>
              <a:xfrm>
                <a:off x="12216278" y="3080825"/>
                <a:ext cx="569387" cy="153888"/>
              </a:xfrm>
              <a:prstGeom prst="rect">
                <a:avLst/>
              </a:prstGeom>
              <a:noFill/>
              <a:ln>
                <a:noFill/>
              </a:ln>
            </p:spPr>
            <p:txBody>
              <a:bodyPr anchorCtr="0" anchor="b"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Microsoft YaHei"/>
                    <a:ea typeface="Microsoft YaHei"/>
                    <a:cs typeface="Microsoft YaHei"/>
                    <a:sym typeface="Microsoft YaHei"/>
                  </a:rPr>
                  <a:t>辅助色</a:t>
                </a:r>
                <a:endParaRPr/>
              </a:p>
            </p:txBody>
          </p:sp>
          <p:sp>
            <p:nvSpPr>
              <p:cNvPr id="383" name="Google Shape;383;p68"/>
              <p:cNvSpPr/>
              <p:nvPr/>
            </p:nvSpPr>
            <p:spPr>
              <a:xfrm>
                <a:off x="12315640" y="4836793"/>
                <a:ext cx="885201" cy="462672"/>
              </a:xfrm>
              <a:prstGeom prst="rect">
                <a:avLst/>
              </a:prstGeom>
              <a:solidFill>
                <a:srgbClr val="F8B53C"/>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248/181/60</a:t>
                </a:r>
                <a:endParaRPr b="1" sz="700">
                  <a:solidFill>
                    <a:srgbClr val="FFFFFF"/>
                  </a:solidFill>
                  <a:latin typeface="Arial"/>
                  <a:ea typeface="Arial"/>
                  <a:cs typeface="Arial"/>
                  <a:sym typeface="Arial"/>
                </a:endParaRPr>
              </a:p>
            </p:txBody>
          </p:sp>
          <p:sp>
            <p:nvSpPr>
              <p:cNvPr id="384" name="Google Shape;384;p68"/>
              <p:cNvSpPr/>
              <p:nvPr/>
            </p:nvSpPr>
            <p:spPr>
              <a:xfrm>
                <a:off x="12315640" y="4319278"/>
                <a:ext cx="885201" cy="462672"/>
              </a:xfrm>
              <a:prstGeom prst="rect">
                <a:avLst/>
              </a:prstGeom>
              <a:solidFill>
                <a:srgbClr val="EB5C01"/>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235/92/1</a:t>
                </a:r>
                <a:endParaRPr b="1" sz="700">
                  <a:solidFill>
                    <a:srgbClr val="FFFFFF"/>
                  </a:solidFill>
                  <a:latin typeface="Arial"/>
                  <a:ea typeface="Arial"/>
                  <a:cs typeface="Arial"/>
                  <a:sym typeface="Arial"/>
                </a:endParaRPr>
              </a:p>
            </p:txBody>
          </p:sp>
          <p:sp>
            <p:nvSpPr>
              <p:cNvPr id="385" name="Google Shape;385;p68"/>
              <p:cNvSpPr/>
              <p:nvPr/>
            </p:nvSpPr>
            <p:spPr>
              <a:xfrm>
                <a:off x="12315636" y="5880294"/>
                <a:ext cx="911019" cy="462672"/>
              </a:xfrm>
              <a:prstGeom prst="rect">
                <a:avLst/>
              </a:prstGeom>
              <a:solidFill>
                <a:srgbClr val="898989"/>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137/137/137</a:t>
                </a:r>
                <a:endParaRPr b="1" sz="700">
                  <a:solidFill>
                    <a:srgbClr val="FFFFFF"/>
                  </a:solidFill>
                  <a:latin typeface="Arial"/>
                  <a:ea typeface="Arial"/>
                  <a:cs typeface="Arial"/>
                  <a:sym typeface="Arial"/>
                </a:endParaRPr>
              </a:p>
            </p:txBody>
          </p:sp>
          <p:sp>
            <p:nvSpPr>
              <p:cNvPr id="386" name="Google Shape;386;p68"/>
              <p:cNvSpPr/>
              <p:nvPr/>
            </p:nvSpPr>
            <p:spPr>
              <a:xfrm>
                <a:off x="12315636" y="5362779"/>
                <a:ext cx="911019" cy="462672"/>
              </a:xfrm>
              <a:prstGeom prst="rect">
                <a:avLst/>
              </a:prstGeom>
              <a:solidFill>
                <a:srgbClr val="23181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35/24/21</a:t>
                </a:r>
                <a:endParaRPr b="1" sz="700">
                  <a:solidFill>
                    <a:srgbClr val="FFFFFF"/>
                  </a:solidFill>
                  <a:latin typeface="Arial"/>
                  <a:ea typeface="Arial"/>
                  <a:cs typeface="Arial"/>
                  <a:sym typeface="Arial"/>
                </a:endParaRPr>
              </a:p>
            </p:txBody>
          </p:sp>
          <p:sp>
            <p:nvSpPr>
              <p:cNvPr id="387" name="Google Shape;387;p68"/>
              <p:cNvSpPr/>
              <p:nvPr/>
            </p:nvSpPr>
            <p:spPr>
              <a:xfrm>
                <a:off x="12315636" y="6403948"/>
                <a:ext cx="911019" cy="462672"/>
              </a:xfrm>
              <a:prstGeom prst="rect">
                <a:avLst/>
              </a:prstGeom>
              <a:solidFill>
                <a:srgbClr val="DDDDDD"/>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221/221/221</a:t>
                </a:r>
                <a:endParaRPr b="1" sz="700">
                  <a:solidFill>
                    <a:srgbClr val="666666"/>
                  </a:solidFill>
                  <a:latin typeface="Arial"/>
                  <a:ea typeface="Arial"/>
                  <a:cs typeface="Arial"/>
                  <a:sym typeface="Arial"/>
                </a:endParaRPr>
              </a:p>
            </p:txBody>
          </p:sp>
          <p:sp>
            <p:nvSpPr>
              <p:cNvPr id="388" name="Google Shape;388;p68"/>
              <p:cNvSpPr/>
              <p:nvPr/>
            </p:nvSpPr>
            <p:spPr>
              <a:xfrm>
                <a:off x="13288175" y="3785971"/>
                <a:ext cx="885201" cy="462672"/>
              </a:xfrm>
              <a:prstGeom prst="rect">
                <a:avLst/>
              </a:prstGeom>
              <a:solidFill>
                <a:srgbClr val="E98C8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233/140/128</a:t>
                </a:r>
                <a:endParaRPr b="1" sz="700">
                  <a:solidFill>
                    <a:srgbClr val="FFFFFF"/>
                  </a:solidFill>
                  <a:latin typeface="Arial"/>
                  <a:ea typeface="Arial"/>
                  <a:cs typeface="Arial"/>
                  <a:sym typeface="Arial"/>
                </a:endParaRPr>
              </a:p>
            </p:txBody>
          </p:sp>
          <p:sp>
            <p:nvSpPr>
              <p:cNvPr id="389" name="Google Shape;389;p68"/>
              <p:cNvSpPr/>
              <p:nvPr/>
            </p:nvSpPr>
            <p:spPr>
              <a:xfrm>
                <a:off x="13288175" y="3259312"/>
                <a:ext cx="885201" cy="462672"/>
              </a:xfrm>
              <a:prstGeom prst="rect">
                <a:avLst/>
              </a:prstGeom>
              <a:solidFill>
                <a:srgbClr val="A72126"/>
              </a:solidFill>
              <a:ln cap="flat" cmpd="sng" w="12700">
                <a:solidFill>
                  <a:srgbClr val="9F0001"/>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159/0/1</a:t>
                </a:r>
                <a:endParaRPr b="1" sz="700">
                  <a:solidFill>
                    <a:srgbClr val="FFFFFF"/>
                  </a:solidFill>
                  <a:latin typeface="Arial"/>
                  <a:ea typeface="Arial"/>
                  <a:cs typeface="Arial"/>
                  <a:sym typeface="Arial"/>
                </a:endParaRPr>
              </a:p>
            </p:txBody>
          </p:sp>
          <p:sp>
            <p:nvSpPr>
              <p:cNvPr id="390" name="Google Shape;390;p68"/>
              <p:cNvSpPr/>
              <p:nvPr/>
            </p:nvSpPr>
            <p:spPr>
              <a:xfrm>
                <a:off x="13288175" y="4836793"/>
                <a:ext cx="885201" cy="462672"/>
              </a:xfrm>
              <a:prstGeom prst="rect">
                <a:avLst/>
              </a:prstGeom>
              <a:solidFill>
                <a:srgbClr val="F5DC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245/220/87</a:t>
                </a:r>
                <a:endParaRPr b="1" sz="700">
                  <a:solidFill>
                    <a:srgbClr val="666666"/>
                  </a:solidFill>
                  <a:latin typeface="Arial"/>
                  <a:ea typeface="Arial"/>
                  <a:cs typeface="Arial"/>
                  <a:sym typeface="Arial"/>
                </a:endParaRPr>
              </a:p>
            </p:txBody>
          </p:sp>
          <p:sp>
            <p:nvSpPr>
              <p:cNvPr id="391" name="Google Shape;391;p68"/>
              <p:cNvSpPr/>
              <p:nvPr/>
            </p:nvSpPr>
            <p:spPr>
              <a:xfrm>
                <a:off x="13288175" y="4319278"/>
                <a:ext cx="885201" cy="462672"/>
              </a:xfrm>
              <a:prstGeom prst="rect">
                <a:avLst/>
              </a:prstGeom>
              <a:solidFill>
                <a:srgbClr val="F0850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240/133/0</a:t>
                </a:r>
                <a:endParaRPr b="1" sz="700">
                  <a:solidFill>
                    <a:srgbClr val="FFFFFF"/>
                  </a:solidFill>
                  <a:latin typeface="Arial"/>
                  <a:ea typeface="Arial"/>
                  <a:cs typeface="Arial"/>
                  <a:sym typeface="Arial"/>
                </a:endParaRPr>
              </a:p>
            </p:txBody>
          </p:sp>
          <p:sp>
            <p:nvSpPr>
              <p:cNvPr id="392" name="Google Shape;392;p68"/>
              <p:cNvSpPr/>
              <p:nvPr/>
            </p:nvSpPr>
            <p:spPr>
              <a:xfrm>
                <a:off x="13288171" y="5880294"/>
                <a:ext cx="911019" cy="462672"/>
              </a:xfrm>
              <a:prstGeom prst="rect">
                <a:avLst/>
              </a:prstGeom>
              <a:solidFill>
                <a:srgbClr val="B5B5B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181/181/181</a:t>
                </a:r>
                <a:endParaRPr b="1" sz="700">
                  <a:solidFill>
                    <a:srgbClr val="FFFFFF"/>
                  </a:solidFill>
                  <a:latin typeface="Arial"/>
                  <a:ea typeface="Arial"/>
                  <a:cs typeface="Arial"/>
                  <a:sym typeface="Arial"/>
                </a:endParaRPr>
              </a:p>
            </p:txBody>
          </p:sp>
          <p:sp>
            <p:nvSpPr>
              <p:cNvPr id="393" name="Google Shape;393;p68"/>
              <p:cNvSpPr/>
              <p:nvPr/>
            </p:nvSpPr>
            <p:spPr>
              <a:xfrm>
                <a:off x="13288171" y="5362779"/>
                <a:ext cx="911019" cy="462672"/>
              </a:xfrm>
              <a:prstGeom prst="rect">
                <a:avLst/>
              </a:prstGeom>
              <a:solidFill>
                <a:srgbClr val="595757"/>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FFFFFF"/>
                    </a:solidFill>
                    <a:latin typeface="Arial"/>
                    <a:ea typeface="Arial"/>
                    <a:cs typeface="Arial"/>
                    <a:sym typeface="Arial"/>
                  </a:rPr>
                  <a:t>RGB 89/87/87</a:t>
                </a:r>
                <a:endParaRPr b="1" sz="700">
                  <a:solidFill>
                    <a:srgbClr val="FFFFFF"/>
                  </a:solidFill>
                  <a:latin typeface="Arial"/>
                  <a:ea typeface="Arial"/>
                  <a:cs typeface="Arial"/>
                  <a:sym typeface="Arial"/>
                </a:endParaRPr>
              </a:p>
            </p:txBody>
          </p:sp>
          <p:sp>
            <p:nvSpPr>
              <p:cNvPr id="394" name="Google Shape;394;p68"/>
              <p:cNvSpPr/>
              <p:nvPr/>
            </p:nvSpPr>
            <p:spPr>
              <a:xfrm>
                <a:off x="13288171" y="6403948"/>
                <a:ext cx="911019" cy="462672"/>
              </a:xfrm>
              <a:prstGeom prst="rect">
                <a:avLst/>
              </a:prstGeom>
              <a:solidFill>
                <a:srgbClr val="FFFFFF"/>
              </a:solidFill>
              <a:ln cap="flat" cmpd="sng" w="9525">
                <a:solidFill>
                  <a:srgbClr val="EFEFEF"/>
                </a:solidFill>
                <a:prstDash val="solid"/>
                <a:miter lim="8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700">
                    <a:solidFill>
                      <a:srgbClr val="666666"/>
                    </a:solidFill>
                    <a:latin typeface="Arial"/>
                    <a:ea typeface="Arial"/>
                    <a:cs typeface="Arial"/>
                    <a:sym typeface="Arial"/>
                  </a:rPr>
                  <a:t>RGB 255/255/255</a:t>
                </a:r>
                <a:endParaRPr b="1" sz="700">
                  <a:solidFill>
                    <a:srgbClr val="666666"/>
                  </a:solidFill>
                  <a:latin typeface="Arial"/>
                  <a:ea typeface="Arial"/>
                  <a:cs typeface="Arial"/>
                  <a:sym typeface="Arial"/>
                </a:endParaRPr>
              </a:p>
            </p:txBody>
          </p:sp>
        </p:grpSp>
      </p:grpSp>
      <p:pic>
        <p:nvPicPr>
          <p:cNvPr id="395" name="Google Shape;395;p68"/>
          <p:cNvPicPr preferRelativeResize="0"/>
          <p:nvPr/>
        </p:nvPicPr>
        <p:blipFill rotWithShape="1">
          <a:blip r:embed="rId1">
            <a:alphaModFix/>
          </a:blip>
          <a:srcRect b="0" l="0" r="0" t="0"/>
          <a:stretch/>
        </p:blipFill>
        <p:spPr>
          <a:xfrm>
            <a:off x="10195998" y="6321130"/>
            <a:ext cx="1269075" cy="27754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6" r:id="rId2"/>
    <p:sldLayoutId id="2147483717" r:id="rId3"/>
    <p:sldLayoutId id="214748371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6.jpg"/><Relationship Id="rId4"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4.jpg"/><Relationship Id="rId5" Type="http://schemas.openxmlformats.org/officeDocument/2006/relationships/image" Target="../media/image8.png"/><Relationship Id="rId6"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32.jp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0" Type="http://schemas.openxmlformats.org/officeDocument/2006/relationships/image" Target="../media/image37.png"/><Relationship Id="rId1" Type="http://schemas.openxmlformats.org/officeDocument/2006/relationships/slideLayout" Target="../slideLayouts/slideLayout20.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4.png"/><Relationship Id="rId9" Type="http://schemas.openxmlformats.org/officeDocument/2006/relationships/image" Target="../media/image24.png"/><Relationship Id="rId5" Type="http://schemas.openxmlformats.org/officeDocument/2006/relationships/image" Target="../media/image30.png"/><Relationship Id="rId6" Type="http://schemas.openxmlformats.org/officeDocument/2006/relationships/image" Target="../media/image51.png"/><Relationship Id="rId7" Type="http://schemas.openxmlformats.org/officeDocument/2006/relationships/image" Target="../media/image59.png"/><Relationship Id="rId8" Type="http://schemas.openxmlformats.org/officeDocument/2006/relationships/image" Target="../media/image25.png"/></Relationships>
</file>

<file path=ppt/slides/_rels/slide14.xml.rels><?xml version="1.0" encoding="UTF-8" standalone="yes"?><Relationships xmlns="http://schemas.openxmlformats.org/package/2006/relationships"><Relationship Id="rId10" Type="http://schemas.openxmlformats.org/officeDocument/2006/relationships/image" Target="../media/image25.png"/><Relationship Id="rId1" Type="http://schemas.openxmlformats.org/officeDocument/2006/relationships/slideLayout" Target="../slideLayouts/slideLayout35.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41.png"/><Relationship Id="rId9" Type="http://schemas.openxmlformats.org/officeDocument/2006/relationships/image" Target="../media/image44.png"/><Relationship Id="rId5" Type="http://schemas.openxmlformats.org/officeDocument/2006/relationships/image" Target="../media/image36.png"/><Relationship Id="rId6" Type="http://schemas.openxmlformats.org/officeDocument/2006/relationships/image" Target="../media/image49.png"/><Relationship Id="rId7" Type="http://schemas.openxmlformats.org/officeDocument/2006/relationships/image" Target="../media/image35.png"/><Relationship Id="rId8"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45.png"/><Relationship Id="rId4" Type="http://schemas.openxmlformats.org/officeDocument/2006/relationships/image" Target="../media/image47.png"/><Relationship Id="rId5"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6.xml"/><Relationship Id="rId3" Type="http://schemas.openxmlformats.org/officeDocument/2006/relationships/slide" Target="/ppt/slides/slide8.xml"/></Relationships>
</file>

<file path=ppt/slides/_rels/slide17.xml.rels><?xml version="1.0" encoding="UTF-8" standalone="yes"?><Relationships xmlns="http://schemas.openxmlformats.org/package/2006/relationships"><Relationship Id="rId11" Type="http://schemas.openxmlformats.org/officeDocument/2006/relationships/image" Target="../media/image61.png"/><Relationship Id="rId10" Type="http://schemas.openxmlformats.org/officeDocument/2006/relationships/image" Target="../media/image67.png"/><Relationship Id="rId13" Type="http://schemas.openxmlformats.org/officeDocument/2006/relationships/image" Target="../media/image60.png"/><Relationship Id="rId12" Type="http://schemas.openxmlformats.org/officeDocument/2006/relationships/image" Target="../media/image46.png"/><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42.png"/><Relationship Id="rId9" Type="http://schemas.openxmlformats.org/officeDocument/2006/relationships/image" Target="../media/image38.png"/><Relationship Id="rId15" Type="http://schemas.openxmlformats.org/officeDocument/2006/relationships/image" Target="../media/image65.png"/><Relationship Id="rId14" Type="http://schemas.openxmlformats.org/officeDocument/2006/relationships/image" Target="../media/image48.png"/><Relationship Id="rId16" Type="http://schemas.openxmlformats.org/officeDocument/2006/relationships/image" Target="../media/image50.png"/><Relationship Id="rId5" Type="http://schemas.openxmlformats.org/officeDocument/2006/relationships/image" Target="../media/image56.png"/><Relationship Id="rId6" Type="http://schemas.openxmlformats.org/officeDocument/2006/relationships/image" Target="../media/image43.png"/><Relationship Id="rId7" Type="http://schemas.openxmlformats.org/officeDocument/2006/relationships/image" Target="../media/image39.png"/><Relationship Id="rId8"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0" Type="http://schemas.openxmlformats.org/officeDocument/2006/relationships/image" Target="../media/image17.png"/><Relationship Id="rId1" Type="http://schemas.openxmlformats.org/officeDocument/2006/relationships/slideLayout" Target="../slideLayouts/slideLayout36.xml"/><Relationship Id="rId2" Type="http://schemas.openxmlformats.org/officeDocument/2006/relationships/notesSlide" Target="../notesSlides/notesSlide19.xml"/><Relationship Id="rId3" Type="http://schemas.openxmlformats.org/officeDocument/2006/relationships/image" Target="../media/image52.png"/><Relationship Id="rId4" Type="http://schemas.openxmlformats.org/officeDocument/2006/relationships/image" Target="../media/image62.png"/><Relationship Id="rId9"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69.png"/><Relationship Id="rId7" Type="http://schemas.openxmlformats.org/officeDocument/2006/relationships/image" Target="../media/image63.jpg"/><Relationship Id="rId8" Type="http://schemas.openxmlformats.org/officeDocument/2006/relationships/image" Target="../media/image6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0.xml"/><Relationship Id="rId3" Type="http://schemas.openxmlformats.org/officeDocument/2006/relationships/image" Target="../media/image66.jpg"/><Relationship Id="rId4" Type="http://schemas.openxmlformats.org/officeDocument/2006/relationships/image" Target="../media/image27.png"/><Relationship Id="rId5" Type="http://schemas.openxmlformats.org/officeDocument/2006/relationships/image" Target="../media/image58.png"/><Relationship Id="rId6"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1"/>
          <p:cNvSpPr txBox="1"/>
          <p:nvPr>
            <p:ph type="ctrTitle"/>
          </p:nvPr>
        </p:nvSpPr>
        <p:spPr>
          <a:xfrm>
            <a:off x="1524596" y="1122363"/>
            <a:ext cx="9147572" cy="2387600"/>
          </a:xfrm>
          <a:prstGeom prst="rect">
            <a:avLst/>
          </a:prstGeom>
          <a:noFill/>
          <a:ln>
            <a:noFill/>
          </a:ln>
        </p:spPr>
        <p:txBody>
          <a:bodyPr anchorCtr="0" anchor="b" bIns="45700" lIns="91425" spcFirstLastPara="1" rIns="91425" wrap="square" tIns="45700">
            <a:noAutofit/>
          </a:bodyPr>
          <a:lstStyle/>
          <a:p>
            <a:pPr indent="0" lvl="0" marL="0" rtl="0" algn="ctr">
              <a:lnSpc>
                <a:spcPct val="57333"/>
              </a:lnSpc>
              <a:spcBef>
                <a:spcPts val="0"/>
              </a:spcBef>
              <a:spcAft>
                <a:spcPts val="0"/>
              </a:spcAft>
              <a:buClr>
                <a:schemeClr val="dk1"/>
              </a:buClr>
              <a:buSzPts val="6000"/>
              <a:buFont typeface="Microsoft YaHei"/>
              <a:buNone/>
            </a:pPr>
            <a:r>
              <a:t/>
            </a:r>
            <a:endParaRPr/>
          </a:p>
        </p:txBody>
      </p:sp>
      <p:sp>
        <p:nvSpPr>
          <p:cNvPr id="413" name="Google Shape;413;p1"/>
          <p:cNvSpPr txBox="1"/>
          <p:nvPr>
            <p:ph idx="1" type="subTitle"/>
          </p:nvPr>
        </p:nvSpPr>
        <p:spPr>
          <a:xfrm>
            <a:off x="1524596" y="3602038"/>
            <a:ext cx="9147572" cy="1655762"/>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1D1D1B"/>
              </a:buClr>
              <a:buSzPts val="2400"/>
              <a:buFont typeface="Arial"/>
              <a:buNone/>
            </a:pPr>
            <a:r>
              <a:t/>
            </a:r>
            <a:endParaRPr/>
          </a:p>
        </p:txBody>
      </p:sp>
      <p:pic>
        <p:nvPicPr>
          <p:cNvPr id="414" name="Google Shape;414;p1"/>
          <p:cNvPicPr preferRelativeResize="0"/>
          <p:nvPr/>
        </p:nvPicPr>
        <p:blipFill rotWithShape="1">
          <a:blip r:embed="rId3">
            <a:alphaModFix/>
          </a:blip>
          <a:srcRect b="0" l="0" r="0" t="0"/>
          <a:stretch/>
        </p:blipFill>
        <p:spPr>
          <a:xfrm>
            <a:off x="2381" y="0"/>
            <a:ext cx="12192000" cy="6858000"/>
          </a:xfrm>
          <a:prstGeom prst="rect">
            <a:avLst/>
          </a:prstGeom>
          <a:noFill/>
          <a:ln>
            <a:noFill/>
          </a:ln>
        </p:spPr>
      </p:pic>
      <p:pic>
        <p:nvPicPr>
          <p:cNvPr id="415" name="Google Shape;415;p1"/>
          <p:cNvPicPr preferRelativeResize="0"/>
          <p:nvPr/>
        </p:nvPicPr>
        <p:blipFill rotWithShape="1">
          <a:blip r:embed="rId4">
            <a:alphaModFix/>
          </a:blip>
          <a:srcRect b="0" l="0" r="0" t="0"/>
          <a:stretch/>
        </p:blipFill>
        <p:spPr>
          <a:xfrm>
            <a:off x="10670381" y="5578337"/>
            <a:ext cx="959126" cy="959126"/>
          </a:xfrm>
          <a:prstGeom prst="rect">
            <a:avLst/>
          </a:prstGeom>
          <a:noFill/>
          <a:ln>
            <a:noFill/>
          </a:ln>
        </p:spPr>
      </p:pic>
      <p:sp>
        <p:nvSpPr>
          <p:cNvPr id="416" name="Google Shape;416;p1"/>
          <p:cNvSpPr txBox="1"/>
          <p:nvPr/>
        </p:nvSpPr>
        <p:spPr>
          <a:xfrm>
            <a:off x="497228" y="3257046"/>
            <a:ext cx="6227421" cy="689985"/>
          </a:xfrm>
          <a:prstGeom prst="rect">
            <a:avLst/>
          </a:prstGeom>
          <a:noFill/>
          <a:ln>
            <a:noFill/>
          </a:ln>
        </p:spPr>
        <p:txBody>
          <a:bodyPr anchorCtr="0" anchor="t" bIns="0" lIns="0" spcFirstLastPara="1" rIns="0" wrap="square" tIns="0">
            <a:normAutofit/>
          </a:bodyPr>
          <a:lstStyle/>
          <a:p>
            <a:pPr indent="0" lvl="0" marL="0" marR="0" rtl="0" algn="l">
              <a:lnSpc>
                <a:spcPct val="122857"/>
              </a:lnSpc>
              <a:spcBef>
                <a:spcPts val="0"/>
              </a:spcBef>
              <a:spcAft>
                <a:spcPts val="0"/>
              </a:spcAft>
              <a:buClr>
                <a:schemeClr val="dk1"/>
              </a:buClr>
              <a:buSzPts val="2800"/>
              <a:buFont typeface="Arial"/>
              <a:buNone/>
            </a:pPr>
            <a:r>
              <a:rPr b="1" i="0" lang="en-US" sz="2800">
                <a:solidFill>
                  <a:schemeClr val="dk1"/>
                </a:solidFill>
                <a:latin typeface="Arial"/>
                <a:ea typeface="Arial"/>
                <a:cs typeface="Arial"/>
                <a:sym typeface="Arial"/>
              </a:rPr>
              <a:t>华为SD-WAN高层主打胶片</a:t>
            </a:r>
            <a:endParaRPr b="1" i="0" sz="2800">
              <a:solidFill>
                <a:srgbClr val="1D1D1A"/>
              </a:solidFill>
              <a:latin typeface="Arial"/>
              <a:ea typeface="Arial"/>
              <a:cs typeface="Arial"/>
              <a:sym typeface="Arial"/>
            </a:endParaRPr>
          </a:p>
        </p:txBody>
      </p:sp>
      <p:sp>
        <p:nvSpPr>
          <p:cNvPr id="417" name="Google Shape;417;p1"/>
          <p:cNvSpPr txBox="1"/>
          <p:nvPr/>
        </p:nvSpPr>
        <p:spPr>
          <a:xfrm>
            <a:off x="497228" y="4470800"/>
            <a:ext cx="4007580" cy="5526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07063"/>
              </a:buClr>
              <a:buSzPts val="1600"/>
              <a:buFont typeface="Microsoft Yahei"/>
              <a:buNone/>
            </a:pPr>
            <a:r>
              <a:rPr b="1" i="0" lang="en-US" sz="1600">
                <a:solidFill>
                  <a:srgbClr val="707063"/>
                </a:solidFill>
                <a:latin typeface="Microsoft Yahei"/>
                <a:ea typeface="Microsoft Yahei"/>
                <a:cs typeface="Microsoft Yahei"/>
                <a:sym typeface="Microsoft Yahei"/>
              </a:rPr>
              <a:t>广域网络营销运作部</a:t>
            </a:r>
            <a:endParaRPr b="1" i="0" sz="1600">
              <a:solidFill>
                <a:srgbClr val="707063"/>
              </a:solidFill>
              <a:latin typeface="Arial"/>
              <a:ea typeface="Arial"/>
              <a:cs typeface="Arial"/>
              <a:sym typeface="Arial"/>
            </a:endParaRPr>
          </a:p>
        </p:txBody>
      </p:sp>
      <p:sp>
        <p:nvSpPr>
          <p:cNvPr id="418" name="Google Shape;418;p1"/>
          <p:cNvSpPr txBox="1"/>
          <p:nvPr/>
        </p:nvSpPr>
        <p:spPr>
          <a:xfrm>
            <a:off x="424945" y="2782620"/>
            <a:ext cx="144142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Microsoft YaHei"/>
                <a:ea typeface="Microsoft YaHei"/>
                <a:cs typeface="Microsoft YaHei"/>
                <a:sym typeface="Microsoft YaHei"/>
              </a:rPr>
              <a:t>引领智能IP网络</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
          <p:cNvSpPr txBox="1"/>
          <p:nvPr>
            <p:ph idx="1" type="body"/>
          </p:nvPr>
        </p:nvSpPr>
        <p:spPr>
          <a:xfrm>
            <a:off x="1033620" y="1843089"/>
            <a:ext cx="10045712" cy="2524726"/>
          </a:xfrm>
          <a:prstGeom prst="rect">
            <a:avLst/>
          </a:prstGeom>
          <a:noFill/>
          <a:ln>
            <a:noFill/>
          </a:ln>
        </p:spPr>
        <p:txBody>
          <a:bodyPr anchorCtr="0" anchor="t" bIns="90000" lIns="91425" spcFirstLastPara="1" rIns="91425" wrap="square" tIns="90000">
            <a:noAutofit/>
          </a:bodyPr>
          <a:lstStyle/>
          <a:p>
            <a:pPr indent="-457200" lvl="0" marL="471487" rtl="0" algn="l">
              <a:lnSpc>
                <a:spcPct val="150000"/>
              </a:lnSpc>
              <a:spcBef>
                <a:spcPts val="0"/>
              </a:spcBef>
              <a:spcAft>
                <a:spcPts val="0"/>
              </a:spcAft>
              <a:buClr>
                <a:schemeClr val="accent1"/>
              </a:buClr>
              <a:buSzPts val="2800"/>
              <a:buFont typeface="Noto Sans Symbols"/>
              <a:buChar char="⮚"/>
            </a:pPr>
            <a:r>
              <a:rPr b="1" lang="en-US" sz="2800">
                <a:solidFill>
                  <a:schemeClr val="accent1"/>
                </a:solidFill>
                <a:latin typeface="Arial"/>
                <a:ea typeface="Arial"/>
                <a:cs typeface="Arial"/>
                <a:sym typeface="Arial"/>
              </a:rPr>
              <a:t>企业互联迈入5G+SD-WAN时代</a:t>
            </a:r>
            <a:endParaRPr b="1" sz="2800">
              <a:solidFill>
                <a:schemeClr val="accent1"/>
              </a:solidFill>
              <a:latin typeface="Arial"/>
              <a:ea typeface="Arial"/>
              <a:cs typeface="Arial"/>
              <a:sym typeface="Arial"/>
            </a:endParaRPr>
          </a:p>
          <a:p>
            <a:pPr indent="-457200" lvl="0" marL="471487" rtl="0" algn="l">
              <a:lnSpc>
                <a:spcPct val="150000"/>
              </a:lnSpc>
              <a:spcBef>
                <a:spcPts val="1299"/>
              </a:spcBef>
              <a:spcAft>
                <a:spcPts val="0"/>
              </a:spcAft>
              <a:buClr>
                <a:schemeClr val="dk1"/>
              </a:buClr>
              <a:buSzPts val="2800"/>
              <a:buFont typeface="Noto Sans Symbols"/>
              <a:buChar char="⮚"/>
            </a:pPr>
            <a:r>
              <a:rPr lang="en-US" sz="2800">
                <a:solidFill>
                  <a:schemeClr val="dk1"/>
                </a:solidFill>
                <a:latin typeface="Arial"/>
                <a:ea typeface="Arial"/>
                <a:cs typeface="Arial"/>
                <a:sym typeface="Arial"/>
              </a:rPr>
              <a:t>华为SD-WAN解决方案，打造企业上云宽管道</a:t>
            </a:r>
            <a:endParaRPr sz="2800">
              <a:solidFill>
                <a:schemeClr val="dk1"/>
              </a:solidFill>
              <a:latin typeface="Arial"/>
              <a:ea typeface="Arial"/>
              <a:cs typeface="Arial"/>
              <a:sym typeface="Arial"/>
            </a:endParaRPr>
          </a:p>
          <a:p>
            <a:pPr indent="-457200" lvl="0" marL="471487" rtl="0" algn="l">
              <a:lnSpc>
                <a:spcPct val="150000"/>
              </a:lnSpc>
              <a:spcBef>
                <a:spcPts val="1299"/>
              </a:spcBef>
              <a:spcAft>
                <a:spcPts val="0"/>
              </a:spcAft>
              <a:buClr>
                <a:schemeClr val="dk1"/>
              </a:buClr>
              <a:buSzPts val="2800"/>
              <a:buFont typeface="Noto Sans Symbols"/>
              <a:buChar char="⮚"/>
            </a:pPr>
            <a:r>
              <a:rPr lang="en-US" sz="2800">
                <a:latin typeface="Arial"/>
                <a:ea typeface="Arial"/>
                <a:cs typeface="Arial"/>
                <a:sym typeface="Arial"/>
              </a:rPr>
              <a:t>成功案例</a:t>
            </a:r>
            <a:endParaRPr sz="2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
          <p:cNvSpPr/>
          <p:nvPr/>
        </p:nvSpPr>
        <p:spPr>
          <a:xfrm>
            <a:off x="741227" y="4691684"/>
            <a:ext cx="10643387" cy="1408033"/>
          </a:xfrm>
          <a:prstGeom prst="rect">
            <a:avLst/>
          </a:prstGeom>
          <a:solidFill>
            <a:srgbClr val="FFFFFF"/>
          </a:solidFill>
          <a:ln>
            <a:noFill/>
          </a:ln>
        </p:spPr>
        <p:txBody>
          <a:bodyPr anchorCtr="0" anchor="ctr" bIns="35975" lIns="107950" spcFirstLastPara="1" rIns="107950" wrap="square" tIns="0">
            <a:noAutofit/>
          </a:bodyPr>
          <a:lstStyle/>
          <a:p>
            <a:pPr indent="0" lvl="0" marL="0" marR="0" rtl="0" algn="ctr">
              <a:lnSpc>
                <a:spcPct val="120000"/>
              </a:lnSpc>
              <a:spcBef>
                <a:spcPts val="0"/>
              </a:spcBef>
              <a:spcAft>
                <a:spcPts val="0"/>
              </a:spcAft>
              <a:buNone/>
            </a:pPr>
            <a:r>
              <a:t/>
            </a:r>
            <a:endParaRPr b="1" sz="1600">
              <a:solidFill>
                <a:srgbClr val="C00000"/>
              </a:solidFill>
              <a:latin typeface="Arial"/>
              <a:ea typeface="Arial"/>
              <a:cs typeface="Arial"/>
              <a:sym typeface="Arial"/>
            </a:endParaRPr>
          </a:p>
        </p:txBody>
      </p:sp>
      <p:sp>
        <p:nvSpPr>
          <p:cNvPr id="429" name="Google Shape;429;p4"/>
          <p:cNvSpPr txBox="1"/>
          <p:nvPr>
            <p:ph type="title"/>
          </p:nvPr>
        </p:nvSpPr>
        <p:spPr>
          <a:xfrm>
            <a:off x="741227" y="449285"/>
            <a:ext cx="10765683" cy="41185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商业驱动：更多的企业在转型过程中对网络提出更高诉求</a:t>
            </a:r>
            <a:endParaRPr b="1" sz="2400">
              <a:solidFill>
                <a:srgbClr val="000000"/>
              </a:solidFill>
              <a:latin typeface="Arial"/>
              <a:ea typeface="Arial"/>
              <a:cs typeface="Arial"/>
              <a:sym typeface="Arial"/>
            </a:endParaRPr>
          </a:p>
        </p:txBody>
      </p:sp>
      <p:sp>
        <p:nvSpPr>
          <p:cNvPr id="430" name="Google Shape;430;p4"/>
          <p:cNvSpPr/>
          <p:nvPr/>
        </p:nvSpPr>
        <p:spPr>
          <a:xfrm>
            <a:off x="4356749" y="1215347"/>
            <a:ext cx="3381579" cy="2482475"/>
          </a:xfrm>
          <a:prstGeom prst="rect">
            <a:avLst/>
          </a:prstGeom>
          <a:solidFill>
            <a:srgbClr val="F2F2F2"/>
          </a:solidFill>
          <a:ln>
            <a:noFill/>
          </a:ln>
        </p:spPr>
        <p:txBody>
          <a:bodyPr anchorCtr="0" anchor="ctr" bIns="45700" lIns="91425" spcFirstLastPara="1" rIns="91425" wrap="square" tIns="45700">
            <a:noAutofit/>
          </a:bodyPr>
          <a:lstStyle/>
          <a:p>
            <a:pPr indent="-342651" lvl="0" marL="342651" marR="0" rtl="0" algn="l">
              <a:spcBef>
                <a:spcPts val="0"/>
              </a:spcBef>
              <a:spcAft>
                <a:spcPts val="0"/>
              </a:spcAft>
              <a:buNone/>
            </a:pPr>
            <a:r>
              <a:t/>
            </a:r>
            <a:endParaRPr sz="1799">
              <a:solidFill>
                <a:srgbClr val="000000"/>
              </a:solidFill>
              <a:latin typeface="Arial"/>
              <a:ea typeface="Arial"/>
              <a:cs typeface="Arial"/>
              <a:sym typeface="Arial"/>
            </a:endParaRPr>
          </a:p>
        </p:txBody>
      </p:sp>
      <p:sp>
        <p:nvSpPr>
          <p:cNvPr id="431" name="Google Shape;431;p4"/>
          <p:cNvSpPr txBox="1"/>
          <p:nvPr/>
        </p:nvSpPr>
        <p:spPr>
          <a:xfrm>
            <a:off x="4062756" y="2774776"/>
            <a:ext cx="3970504" cy="903470"/>
          </a:xfrm>
          <a:prstGeom prst="rect">
            <a:avLst/>
          </a:prstGeom>
          <a:noFill/>
          <a:ln>
            <a:noFill/>
          </a:ln>
        </p:spPr>
        <p:txBody>
          <a:bodyPr anchorCtr="0" anchor="t" bIns="35975" lIns="35975" spcFirstLastPara="1" rIns="35975" wrap="square" tIns="35975">
            <a:spAutoFit/>
          </a:bodyPr>
          <a:lstStyle/>
          <a:p>
            <a:pPr indent="0" lvl="0" marL="0" marR="0" rtl="0" algn="ctr">
              <a:lnSpc>
                <a:spcPct val="150000"/>
              </a:lnSpc>
              <a:spcBef>
                <a:spcPts val="0"/>
              </a:spcBef>
              <a:spcAft>
                <a:spcPts val="0"/>
              </a:spcAft>
              <a:buNone/>
            </a:pPr>
            <a:r>
              <a:rPr b="1" lang="en-US" sz="1999">
                <a:solidFill>
                  <a:srgbClr val="C00000"/>
                </a:solidFill>
                <a:latin typeface="Arimo"/>
                <a:ea typeface="Arimo"/>
                <a:cs typeface="Arimo"/>
                <a:sym typeface="Arimo"/>
              </a:rPr>
              <a:t>数字化</a:t>
            </a:r>
            <a:endParaRPr b="1" sz="1999">
              <a:solidFill>
                <a:srgbClr val="C00000"/>
              </a:solidFill>
              <a:latin typeface="Arimo"/>
              <a:ea typeface="Arimo"/>
              <a:cs typeface="Arimo"/>
              <a:sym typeface="Arimo"/>
            </a:endParaRPr>
          </a:p>
          <a:p>
            <a:pPr indent="0" lvl="0" marL="0" marR="0" rtl="0" algn="ctr">
              <a:lnSpc>
                <a:spcPct val="150000"/>
              </a:lnSpc>
              <a:spcBef>
                <a:spcPts val="0"/>
              </a:spcBef>
              <a:spcAft>
                <a:spcPts val="0"/>
              </a:spcAft>
              <a:buNone/>
            </a:pPr>
            <a:r>
              <a:rPr lang="en-US" sz="1600">
                <a:solidFill>
                  <a:srgbClr val="1D1D1A"/>
                </a:solidFill>
                <a:latin typeface="Arial"/>
                <a:ea typeface="Arial"/>
                <a:cs typeface="Arial"/>
                <a:sym typeface="Arial"/>
              </a:rPr>
              <a:t>AI，AR/VR成常态，</a:t>
            </a:r>
            <a:r>
              <a:rPr b="1" lang="en-US" sz="1600">
                <a:solidFill>
                  <a:srgbClr val="C00000"/>
                </a:solidFill>
                <a:latin typeface="Arial"/>
                <a:ea typeface="Arial"/>
                <a:cs typeface="Arial"/>
                <a:sym typeface="Arial"/>
              </a:rPr>
              <a:t>联网终端数爆增</a:t>
            </a:r>
            <a:endParaRPr b="1" sz="1600">
              <a:solidFill>
                <a:srgbClr val="C00000"/>
              </a:solidFill>
              <a:latin typeface="Arial"/>
              <a:ea typeface="Arial"/>
              <a:cs typeface="Arial"/>
              <a:sym typeface="Arial"/>
            </a:endParaRPr>
          </a:p>
        </p:txBody>
      </p:sp>
      <p:sp>
        <p:nvSpPr>
          <p:cNvPr id="432" name="Google Shape;432;p4"/>
          <p:cNvSpPr/>
          <p:nvPr/>
        </p:nvSpPr>
        <p:spPr>
          <a:xfrm>
            <a:off x="8059642" y="1219514"/>
            <a:ext cx="3324972" cy="2482475"/>
          </a:xfrm>
          <a:prstGeom prst="rect">
            <a:avLst/>
          </a:prstGeom>
          <a:solidFill>
            <a:srgbClr val="F2F2F2"/>
          </a:solidFill>
          <a:ln>
            <a:noFill/>
          </a:ln>
        </p:spPr>
        <p:txBody>
          <a:bodyPr anchorCtr="0" anchor="ctr" bIns="45700" lIns="91425" spcFirstLastPara="1" rIns="91425" wrap="square" tIns="45700">
            <a:noAutofit/>
          </a:bodyPr>
          <a:lstStyle/>
          <a:p>
            <a:pPr indent="-342651" lvl="0" marL="342651" marR="0" rtl="0" algn="l">
              <a:spcBef>
                <a:spcPts val="0"/>
              </a:spcBef>
              <a:spcAft>
                <a:spcPts val="0"/>
              </a:spcAft>
              <a:buNone/>
            </a:pPr>
            <a:r>
              <a:t/>
            </a:r>
            <a:endParaRPr sz="1799">
              <a:solidFill>
                <a:srgbClr val="000000"/>
              </a:solidFill>
              <a:latin typeface="Arial"/>
              <a:ea typeface="Arial"/>
              <a:cs typeface="Arial"/>
              <a:sym typeface="Arial"/>
            </a:endParaRPr>
          </a:p>
        </p:txBody>
      </p:sp>
      <p:sp>
        <p:nvSpPr>
          <p:cNvPr id="433" name="Google Shape;433;p4"/>
          <p:cNvSpPr txBox="1"/>
          <p:nvPr/>
        </p:nvSpPr>
        <p:spPr>
          <a:xfrm>
            <a:off x="8094578" y="2735479"/>
            <a:ext cx="3171061" cy="903470"/>
          </a:xfrm>
          <a:prstGeom prst="rect">
            <a:avLst/>
          </a:prstGeom>
          <a:noFill/>
          <a:ln>
            <a:noFill/>
          </a:ln>
        </p:spPr>
        <p:txBody>
          <a:bodyPr anchorCtr="0" anchor="t" bIns="35975" lIns="35975" spcFirstLastPara="1" rIns="35975" wrap="square" tIns="35975">
            <a:spAutoFit/>
          </a:bodyPr>
          <a:lstStyle/>
          <a:p>
            <a:pPr indent="0" lvl="0" marL="0" marR="0" rtl="0" algn="ctr">
              <a:lnSpc>
                <a:spcPct val="150000"/>
              </a:lnSpc>
              <a:spcBef>
                <a:spcPts val="0"/>
              </a:spcBef>
              <a:spcAft>
                <a:spcPts val="0"/>
              </a:spcAft>
              <a:buNone/>
            </a:pPr>
            <a:r>
              <a:rPr b="1" lang="en-US" sz="1999">
                <a:solidFill>
                  <a:srgbClr val="C00000"/>
                </a:solidFill>
                <a:latin typeface="Arimo"/>
                <a:ea typeface="Arimo"/>
                <a:cs typeface="Arimo"/>
                <a:sym typeface="Arimo"/>
              </a:rPr>
              <a:t>云化</a:t>
            </a:r>
            <a:endParaRPr b="1" sz="1999">
              <a:solidFill>
                <a:srgbClr val="C00000"/>
              </a:solidFill>
              <a:latin typeface="Arimo"/>
              <a:ea typeface="Arimo"/>
              <a:cs typeface="Arimo"/>
              <a:sym typeface="Arimo"/>
            </a:endParaRPr>
          </a:p>
          <a:p>
            <a:pPr indent="0" lvl="0" marL="0" marR="0" rtl="0" algn="ctr">
              <a:lnSpc>
                <a:spcPct val="150000"/>
              </a:lnSpc>
              <a:spcBef>
                <a:spcPts val="0"/>
              </a:spcBef>
              <a:spcAft>
                <a:spcPts val="0"/>
              </a:spcAft>
              <a:buNone/>
            </a:pPr>
            <a:r>
              <a:rPr lang="en-US" sz="1600">
                <a:solidFill>
                  <a:srgbClr val="1D1D1A"/>
                </a:solidFill>
                <a:latin typeface="Arial"/>
                <a:ea typeface="Arial"/>
                <a:cs typeface="Arial"/>
                <a:sym typeface="Arial"/>
              </a:rPr>
              <a:t>2020年，</a:t>
            </a:r>
            <a:r>
              <a:rPr b="1" lang="en-US" sz="1600">
                <a:solidFill>
                  <a:srgbClr val="C00000"/>
                </a:solidFill>
                <a:latin typeface="Arial"/>
                <a:ea typeface="Arial"/>
                <a:cs typeface="Arial"/>
                <a:sym typeface="Arial"/>
              </a:rPr>
              <a:t>85%</a:t>
            </a:r>
            <a:r>
              <a:rPr lang="en-US" sz="1600">
                <a:solidFill>
                  <a:srgbClr val="1D1D1A"/>
                </a:solidFill>
                <a:latin typeface="Arial"/>
                <a:ea typeface="Arial"/>
                <a:cs typeface="Arial"/>
                <a:sym typeface="Arial"/>
              </a:rPr>
              <a:t>企业业务上云</a:t>
            </a:r>
            <a:endParaRPr b="1" sz="1600">
              <a:solidFill>
                <a:srgbClr val="C00000"/>
              </a:solidFill>
              <a:latin typeface="Arial"/>
              <a:ea typeface="Arial"/>
              <a:cs typeface="Arial"/>
              <a:sym typeface="Arial"/>
            </a:endParaRPr>
          </a:p>
        </p:txBody>
      </p:sp>
      <p:sp>
        <p:nvSpPr>
          <p:cNvPr id="434" name="Google Shape;434;p4"/>
          <p:cNvSpPr/>
          <p:nvPr/>
        </p:nvSpPr>
        <p:spPr>
          <a:xfrm>
            <a:off x="711402" y="1215347"/>
            <a:ext cx="3324972" cy="2482475"/>
          </a:xfrm>
          <a:prstGeom prst="rect">
            <a:avLst/>
          </a:prstGeom>
          <a:solidFill>
            <a:srgbClr val="F2F2F2"/>
          </a:solidFill>
          <a:ln>
            <a:noFill/>
          </a:ln>
        </p:spPr>
        <p:txBody>
          <a:bodyPr anchorCtr="0" anchor="ctr" bIns="45700" lIns="91425" spcFirstLastPara="1" rIns="91425" wrap="square" tIns="45700">
            <a:noAutofit/>
          </a:bodyPr>
          <a:lstStyle/>
          <a:p>
            <a:pPr indent="-342651" lvl="0" marL="342651" marR="0" rtl="0" algn="l">
              <a:spcBef>
                <a:spcPts val="0"/>
              </a:spcBef>
              <a:spcAft>
                <a:spcPts val="0"/>
              </a:spcAft>
              <a:buNone/>
            </a:pPr>
            <a:r>
              <a:t/>
            </a:r>
            <a:endParaRPr sz="1799">
              <a:solidFill>
                <a:srgbClr val="000000"/>
              </a:solidFill>
              <a:latin typeface="Arial"/>
              <a:ea typeface="Arial"/>
              <a:cs typeface="Arial"/>
              <a:sym typeface="Arial"/>
            </a:endParaRPr>
          </a:p>
        </p:txBody>
      </p:sp>
      <p:sp>
        <p:nvSpPr>
          <p:cNvPr id="435" name="Google Shape;435;p4"/>
          <p:cNvSpPr txBox="1"/>
          <p:nvPr/>
        </p:nvSpPr>
        <p:spPr>
          <a:xfrm>
            <a:off x="753891" y="2735479"/>
            <a:ext cx="3239993" cy="903470"/>
          </a:xfrm>
          <a:prstGeom prst="rect">
            <a:avLst/>
          </a:prstGeom>
          <a:noFill/>
          <a:ln>
            <a:noFill/>
          </a:ln>
        </p:spPr>
        <p:txBody>
          <a:bodyPr anchorCtr="0" anchor="t" bIns="35975" lIns="35975" spcFirstLastPara="1" rIns="35975" wrap="square" tIns="35975">
            <a:spAutoFit/>
          </a:bodyPr>
          <a:lstStyle/>
          <a:p>
            <a:pPr indent="0" lvl="0" marL="0" marR="0" rtl="0" algn="ctr">
              <a:lnSpc>
                <a:spcPct val="150000"/>
              </a:lnSpc>
              <a:spcBef>
                <a:spcPts val="0"/>
              </a:spcBef>
              <a:spcAft>
                <a:spcPts val="0"/>
              </a:spcAft>
              <a:buNone/>
            </a:pPr>
            <a:r>
              <a:rPr b="1" lang="en-US" sz="1999">
                <a:solidFill>
                  <a:srgbClr val="C00000"/>
                </a:solidFill>
                <a:latin typeface="Arimo"/>
                <a:ea typeface="Arimo"/>
                <a:cs typeface="Arimo"/>
                <a:sym typeface="Arimo"/>
              </a:rPr>
              <a:t>全球化</a:t>
            </a:r>
            <a:endParaRPr b="1" sz="1999">
              <a:solidFill>
                <a:srgbClr val="C00000"/>
              </a:solidFill>
              <a:latin typeface="Arimo"/>
              <a:ea typeface="Arimo"/>
              <a:cs typeface="Arimo"/>
              <a:sym typeface="Arimo"/>
            </a:endParaRPr>
          </a:p>
          <a:p>
            <a:pPr indent="0" lvl="0" marL="0" marR="0" rtl="0" algn="ctr">
              <a:lnSpc>
                <a:spcPct val="150000"/>
              </a:lnSpc>
              <a:spcBef>
                <a:spcPts val="0"/>
              </a:spcBef>
              <a:spcAft>
                <a:spcPts val="0"/>
              </a:spcAft>
              <a:buNone/>
            </a:pPr>
            <a:r>
              <a:rPr lang="en-US" sz="1600">
                <a:solidFill>
                  <a:srgbClr val="1D1D1A"/>
                </a:solidFill>
                <a:latin typeface="Arial"/>
                <a:ea typeface="Arial"/>
                <a:cs typeface="Arial"/>
                <a:sym typeface="Arial"/>
              </a:rPr>
              <a:t>分支机构快速扩张</a:t>
            </a:r>
            <a:endParaRPr b="1" sz="1600">
              <a:solidFill>
                <a:srgbClr val="C00000"/>
              </a:solidFill>
              <a:latin typeface="Arial"/>
              <a:ea typeface="Arial"/>
              <a:cs typeface="Arial"/>
              <a:sym typeface="Arial"/>
            </a:endParaRPr>
          </a:p>
        </p:txBody>
      </p:sp>
      <p:pic>
        <p:nvPicPr>
          <p:cNvPr descr="http://3ms.huawei.com/multimedia/ImageDetailServlet?f_id=img201911071668&amp;type=2&amp;loc=2" id="436" name="Google Shape;436;p4"/>
          <p:cNvPicPr preferRelativeResize="0"/>
          <p:nvPr/>
        </p:nvPicPr>
        <p:blipFill rotWithShape="1">
          <a:blip r:embed="rId3">
            <a:alphaModFix/>
          </a:blip>
          <a:srcRect b="26974" l="35908" r="0" t="16335"/>
          <a:stretch/>
        </p:blipFill>
        <p:spPr>
          <a:xfrm>
            <a:off x="8646313" y="1385592"/>
            <a:ext cx="2252342" cy="1329834"/>
          </a:xfrm>
          <a:prstGeom prst="rect">
            <a:avLst/>
          </a:prstGeom>
          <a:noFill/>
          <a:ln>
            <a:noFill/>
          </a:ln>
        </p:spPr>
      </p:pic>
      <p:pic>
        <p:nvPicPr>
          <p:cNvPr id="437" name="Google Shape;437;p4"/>
          <p:cNvPicPr preferRelativeResize="0"/>
          <p:nvPr/>
        </p:nvPicPr>
        <p:blipFill rotWithShape="1">
          <a:blip r:embed="rId4">
            <a:alphaModFix/>
          </a:blip>
          <a:srcRect b="0" l="0" r="0" t="0"/>
          <a:stretch/>
        </p:blipFill>
        <p:spPr>
          <a:xfrm>
            <a:off x="8646313" y="1373683"/>
            <a:ext cx="2253925" cy="1349887"/>
          </a:xfrm>
          <a:prstGeom prst="rect">
            <a:avLst/>
          </a:prstGeom>
          <a:noFill/>
          <a:ln>
            <a:noFill/>
          </a:ln>
        </p:spPr>
      </p:pic>
      <p:cxnSp>
        <p:nvCxnSpPr>
          <p:cNvPr id="438" name="Google Shape;438;p4"/>
          <p:cNvCxnSpPr/>
          <p:nvPr/>
        </p:nvCxnSpPr>
        <p:spPr>
          <a:xfrm>
            <a:off x="710932" y="3968319"/>
            <a:ext cx="10673212" cy="0"/>
          </a:xfrm>
          <a:prstGeom prst="straightConnector1">
            <a:avLst/>
          </a:prstGeom>
          <a:noFill/>
          <a:ln cap="flat" cmpd="sng" w="19050">
            <a:solidFill>
              <a:srgbClr val="A3A3A3"/>
            </a:solidFill>
            <a:prstDash val="solid"/>
            <a:miter lim="8000"/>
            <a:headEnd len="sm" w="sm" type="none"/>
            <a:tailEnd len="sm" w="sm" type="none"/>
          </a:ln>
        </p:spPr>
      </p:cxnSp>
      <p:pic>
        <p:nvPicPr>
          <p:cNvPr id="439" name="Google Shape;439;p4"/>
          <p:cNvPicPr preferRelativeResize="0"/>
          <p:nvPr/>
        </p:nvPicPr>
        <p:blipFill rotWithShape="1">
          <a:blip r:embed="rId5">
            <a:alphaModFix/>
          </a:blip>
          <a:srcRect b="0" l="0" r="0" t="0"/>
          <a:stretch/>
        </p:blipFill>
        <p:spPr>
          <a:xfrm>
            <a:off x="5017074" y="1395316"/>
            <a:ext cx="2235581" cy="1328254"/>
          </a:xfrm>
          <a:prstGeom prst="rect">
            <a:avLst/>
          </a:prstGeom>
          <a:noFill/>
          <a:ln>
            <a:noFill/>
          </a:ln>
        </p:spPr>
      </p:pic>
      <p:pic>
        <p:nvPicPr>
          <p:cNvPr id="440" name="Google Shape;440;p4"/>
          <p:cNvPicPr preferRelativeResize="0"/>
          <p:nvPr/>
        </p:nvPicPr>
        <p:blipFill rotWithShape="1">
          <a:blip r:embed="rId6">
            <a:alphaModFix/>
          </a:blip>
          <a:srcRect b="22035" l="0" r="0" t="0"/>
          <a:stretch/>
        </p:blipFill>
        <p:spPr>
          <a:xfrm>
            <a:off x="1190877" y="1371900"/>
            <a:ext cx="2244379" cy="1312373"/>
          </a:xfrm>
          <a:prstGeom prst="rect">
            <a:avLst/>
          </a:prstGeom>
          <a:noFill/>
          <a:ln>
            <a:noFill/>
          </a:ln>
        </p:spPr>
      </p:pic>
      <p:sp>
        <p:nvSpPr>
          <p:cNvPr id="441" name="Google Shape;441;p4"/>
          <p:cNvSpPr/>
          <p:nvPr/>
        </p:nvSpPr>
        <p:spPr>
          <a:xfrm>
            <a:off x="2489543" y="4231391"/>
            <a:ext cx="390549" cy="304800"/>
          </a:xfrm>
          <a:prstGeom prst="downArrow">
            <a:avLst>
              <a:gd fmla="val 50000" name="adj1"/>
              <a:gd fmla="val 50000" name="adj2"/>
            </a:avLst>
          </a:prstGeom>
          <a:noFill/>
          <a:ln cap="flat" cmpd="sng" w="12700">
            <a:solidFill>
              <a:srgbClr val="1515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442" name="Google Shape;442;p4"/>
          <p:cNvSpPr/>
          <p:nvPr/>
        </p:nvSpPr>
        <p:spPr>
          <a:xfrm>
            <a:off x="5952513" y="4231391"/>
            <a:ext cx="390549" cy="304800"/>
          </a:xfrm>
          <a:prstGeom prst="downArrow">
            <a:avLst>
              <a:gd fmla="val 50000" name="adj1"/>
              <a:gd fmla="val 50000" name="adj2"/>
            </a:avLst>
          </a:prstGeom>
          <a:noFill/>
          <a:ln cap="flat" cmpd="sng" w="12700">
            <a:solidFill>
              <a:srgbClr val="1515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443" name="Google Shape;443;p4"/>
          <p:cNvSpPr/>
          <p:nvPr/>
        </p:nvSpPr>
        <p:spPr>
          <a:xfrm>
            <a:off x="9415483" y="4231391"/>
            <a:ext cx="390549" cy="304800"/>
          </a:xfrm>
          <a:prstGeom prst="downArrow">
            <a:avLst>
              <a:gd fmla="val 50000" name="adj1"/>
              <a:gd fmla="val 50000" name="adj2"/>
            </a:avLst>
          </a:prstGeom>
          <a:noFill/>
          <a:ln cap="flat" cmpd="sng" w="12700">
            <a:solidFill>
              <a:srgbClr val="1515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444" name="Google Shape;444;p4"/>
          <p:cNvSpPr/>
          <p:nvPr/>
        </p:nvSpPr>
        <p:spPr>
          <a:xfrm>
            <a:off x="937475" y="4744737"/>
            <a:ext cx="2622471" cy="71558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600">
                <a:solidFill>
                  <a:srgbClr val="C00000"/>
                </a:solidFill>
                <a:latin typeface="Arimo"/>
                <a:ea typeface="Arimo"/>
                <a:cs typeface="Arimo"/>
                <a:sym typeface="Arimo"/>
              </a:rPr>
              <a:t>更大带宽</a:t>
            </a:r>
            <a:endParaRPr b="1" sz="1600">
              <a:solidFill>
                <a:srgbClr val="C00000"/>
              </a:solidFill>
              <a:latin typeface="Arimo"/>
              <a:ea typeface="Arimo"/>
              <a:cs typeface="Arimo"/>
              <a:sym typeface="Arimo"/>
            </a:endParaRPr>
          </a:p>
          <a:p>
            <a:pPr indent="0" lvl="0" marL="0" marR="0" rtl="0" algn="ctr">
              <a:lnSpc>
                <a:spcPct val="150000"/>
              </a:lnSpc>
              <a:spcBef>
                <a:spcPts val="0"/>
              </a:spcBef>
              <a:spcAft>
                <a:spcPts val="0"/>
              </a:spcAft>
              <a:buNone/>
            </a:pPr>
            <a:r>
              <a:rPr lang="en-US" sz="1100">
                <a:solidFill>
                  <a:srgbClr val="1D1D1A"/>
                </a:solidFill>
                <a:latin typeface="Arial"/>
                <a:ea typeface="Arial"/>
                <a:cs typeface="Arial"/>
                <a:sym typeface="Arial"/>
              </a:rPr>
              <a:t>10~100M 专线 🡪 </a:t>
            </a:r>
            <a:r>
              <a:rPr b="1" lang="en-US" sz="1100">
                <a:solidFill>
                  <a:srgbClr val="1D1D1A"/>
                </a:solidFill>
                <a:latin typeface="Arial"/>
                <a:ea typeface="Arial"/>
                <a:cs typeface="Arial"/>
                <a:sym typeface="Arial"/>
              </a:rPr>
              <a:t>100M~10G 混合链路</a:t>
            </a:r>
            <a:endParaRPr b="1" sz="1100">
              <a:solidFill>
                <a:srgbClr val="1D1D1A"/>
              </a:solidFill>
              <a:latin typeface="Arial"/>
              <a:ea typeface="Arial"/>
              <a:cs typeface="Arial"/>
              <a:sym typeface="Arial"/>
            </a:endParaRPr>
          </a:p>
        </p:txBody>
      </p:sp>
      <p:sp>
        <p:nvSpPr>
          <p:cNvPr id="445" name="Google Shape;445;p4"/>
          <p:cNvSpPr/>
          <p:nvPr/>
        </p:nvSpPr>
        <p:spPr>
          <a:xfrm>
            <a:off x="4671808" y="4766346"/>
            <a:ext cx="2409229" cy="71558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600">
                <a:solidFill>
                  <a:srgbClr val="C00000"/>
                </a:solidFill>
                <a:latin typeface="Arimo"/>
                <a:ea typeface="Arimo"/>
                <a:cs typeface="Arimo"/>
                <a:sym typeface="Arimo"/>
              </a:rPr>
              <a:t>更优体验</a:t>
            </a:r>
            <a:endParaRPr b="1" sz="1000">
              <a:solidFill>
                <a:srgbClr val="000000"/>
              </a:solidFill>
              <a:latin typeface="Arial"/>
              <a:ea typeface="Arial"/>
              <a:cs typeface="Arial"/>
              <a:sym typeface="Arial"/>
            </a:endParaRPr>
          </a:p>
          <a:p>
            <a:pPr indent="0" lvl="0" marL="0" marR="0" rtl="0" algn="ctr">
              <a:lnSpc>
                <a:spcPct val="150000"/>
              </a:lnSpc>
              <a:spcBef>
                <a:spcPts val="0"/>
              </a:spcBef>
              <a:spcAft>
                <a:spcPts val="0"/>
              </a:spcAft>
              <a:buNone/>
            </a:pPr>
            <a:r>
              <a:rPr lang="en-US" sz="1100">
                <a:solidFill>
                  <a:srgbClr val="1D1D1A"/>
                </a:solidFill>
                <a:latin typeface="Arial"/>
                <a:ea typeface="Arial"/>
                <a:cs typeface="Arial"/>
                <a:sym typeface="Arial"/>
              </a:rPr>
              <a:t>IaaS/SaaS, AI, AR/VR体验优化</a:t>
            </a:r>
            <a:endParaRPr sz="1100">
              <a:solidFill>
                <a:srgbClr val="1D1D1A"/>
              </a:solidFill>
              <a:latin typeface="Arial"/>
              <a:ea typeface="Arial"/>
              <a:cs typeface="Arial"/>
              <a:sym typeface="Arial"/>
            </a:endParaRPr>
          </a:p>
        </p:txBody>
      </p:sp>
      <p:sp>
        <p:nvSpPr>
          <p:cNvPr id="446" name="Google Shape;446;p4"/>
          <p:cNvSpPr/>
          <p:nvPr/>
        </p:nvSpPr>
        <p:spPr>
          <a:xfrm>
            <a:off x="8406142" y="4771171"/>
            <a:ext cx="2409229" cy="71558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600">
                <a:solidFill>
                  <a:srgbClr val="C00000"/>
                </a:solidFill>
                <a:latin typeface="Arimo"/>
                <a:ea typeface="Arimo"/>
                <a:cs typeface="Arimo"/>
                <a:sym typeface="Arimo"/>
              </a:rPr>
              <a:t>更高效率</a:t>
            </a:r>
            <a:endParaRPr b="1" sz="1600">
              <a:solidFill>
                <a:srgbClr val="C00000"/>
              </a:solidFill>
              <a:latin typeface="Arimo"/>
              <a:ea typeface="Arimo"/>
              <a:cs typeface="Arimo"/>
              <a:sym typeface="Arimo"/>
            </a:endParaRPr>
          </a:p>
          <a:p>
            <a:pPr indent="0" lvl="0" marL="0" marR="0" rtl="0" algn="ctr">
              <a:lnSpc>
                <a:spcPct val="150000"/>
              </a:lnSpc>
              <a:spcBef>
                <a:spcPts val="0"/>
              </a:spcBef>
              <a:spcAft>
                <a:spcPts val="0"/>
              </a:spcAft>
              <a:buNone/>
            </a:pPr>
            <a:r>
              <a:rPr lang="en-US" sz="1100">
                <a:solidFill>
                  <a:srgbClr val="1D1D1A"/>
                </a:solidFill>
                <a:latin typeface="Arial"/>
                <a:ea typeface="Arial"/>
                <a:cs typeface="Arial"/>
                <a:sym typeface="Arial"/>
              </a:rPr>
              <a:t>加速TTM，运维自动化</a:t>
            </a:r>
            <a:endParaRPr b="1" sz="1100">
              <a:solidFill>
                <a:srgbClr val="1D1D1A"/>
              </a:solidFill>
              <a:latin typeface="Arial"/>
              <a:ea typeface="Arial"/>
              <a:cs typeface="Arial"/>
              <a:sym typeface="Arial"/>
            </a:endParaRPr>
          </a:p>
        </p:txBody>
      </p:sp>
      <p:sp>
        <p:nvSpPr>
          <p:cNvPr id="447" name="Google Shape;447;p4"/>
          <p:cNvSpPr/>
          <p:nvPr/>
        </p:nvSpPr>
        <p:spPr>
          <a:xfrm>
            <a:off x="710932" y="5561414"/>
            <a:ext cx="10795978"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800">
                <a:solidFill>
                  <a:srgbClr val="000000"/>
                </a:solidFill>
                <a:latin typeface="Arial"/>
                <a:ea typeface="Arial"/>
                <a:cs typeface="Arial"/>
                <a:sym typeface="Arial"/>
              </a:rPr>
              <a:t>更大带宽，更优体验，更高效率的企业分支互联</a:t>
            </a:r>
            <a:endParaRPr b="1" sz="1800">
              <a:solidFill>
                <a:srgbClr val="000000"/>
              </a:solidFill>
              <a:latin typeface="Arial"/>
              <a:ea typeface="Arial"/>
              <a:cs typeface="Arial"/>
              <a:sym typeface="Arial"/>
            </a:endParaRPr>
          </a:p>
        </p:txBody>
      </p:sp>
      <p:cxnSp>
        <p:nvCxnSpPr>
          <p:cNvPr id="448" name="Google Shape;448;p4"/>
          <p:cNvCxnSpPr/>
          <p:nvPr/>
        </p:nvCxnSpPr>
        <p:spPr>
          <a:xfrm>
            <a:off x="741882" y="5547712"/>
            <a:ext cx="10630253" cy="0"/>
          </a:xfrm>
          <a:prstGeom prst="straightConnector1">
            <a:avLst/>
          </a:prstGeom>
          <a:noFill/>
          <a:ln cap="flat" cmpd="sng" w="9525">
            <a:solidFill>
              <a:schemeClr val="accent1"/>
            </a:solidFill>
            <a:prstDash val="solid"/>
            <a:miter lim="8000"/>
            <a:headEnd len="sm" w="sm" type="none"/>
            <a:tailEnd len="sm" w="sm" type="none"/>
          </a:ln>
        </p:spPr>
      </p:cxn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
          <p:cNvSpPr/>
          <p:nvPr/>
        </p:nvSpPr>
        <p:spPr>
          <a:xfrm>
            <a:off x="7941506" y="3465661"/>
            <a:ext cx="2948803" cy="1491239"/>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Noto Sans Symbols"/>
              <a:buNone/>
            </a:pPr>
            <a:r>
              <a:t/>
            </a:r>
            <a:endParaRPr b="1" sz="800">
              <a:solidFill>
                <a:srgbClr val="C00000"/>
              </a:solidFill>
              <a:latin typeface="Arial"/>
              <a:ea typeface="Arial"/>
              <a:cs typeface="Arial"/>
              <a:sym typeface="Arial"/>
            </a:endParaRPr>
          </a:p>
        </p:txBody>
      </p:sp>
      <p:sp>
        <p:nvSpPr>
          <p:cNvPr id="454" name="Google Shape;454;p5"/>
          <p:cNvSpPr/>
          <p:nvPr/>
        </p:nvSpPr>
        <p:spPr>
          <a:xfrm>
            <a:off x="4506497" y="4004201"/>
            <a:ext cx="2948803" cy="944223"/>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Noto Sans Symbols"/>
              <a:buNone/>
            </a:pPr>
            <a:r>
              <a:t/>
            </a:r>
            <a:endParaRPr b="1" sz="800">
              <a:solidFill>
                <a:srgbClr val="C00000"/>
              </a:solidFill>
              <a:latin typeface="Arial"/>
              <a:ea typeface="Arial"/>
              <a:cs typeface="Arial"/>
              <a:sym typeface="Arial"/>
            </a:endParaRPr>
          </a:p>
        </p:txBody>
      </p:sp>
      <p:sp>
        <p:nvSpPr>
          <p:cNvPr id="455" name="Google Shape;455;p5"/>
          <p:cNvSpPr/>
          <p:nvPr/>
        </p:nvSpPr>
        <p:spPr>
          <a:xfrm>
            <a:off x="1087341" y="4424362"/>
            <a:ext cx="2948803" cy="548940"/>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800"/>
              <a:buFont typeface="Noto Sans Symbols"/>
              <a:buNone/>
            </a:pPr>
            <a:r>
              <a:t/>
            </a:r>
            <a:endParaRPr b="1" sz="800">
              <a:solidFill>
                <a:srgbClr val="C00000"/>
              </a:solidFill>
              <a:latin typeface="Arial"/>
              <a:ea typeface="Arial"/>
              <a:cs typeface="Arial"/>
              <a:sym typeface="Arial"/>
            </a:endParaRPr>
          </a:p>
        </p:txBody>
      </p:sp>
      <p:sp>
        <p:nvSpPr>
          <p:cNvPr id="456" name="Google Shape;456;p5"/>
          <p:cNvSpPr/>
          <p:nvPr/>
        </p:nvSpPr>
        <p:spPr>
          <a:xfrm>
            <a:off x="5532820" y="2818561"/>
            <a:ext cx="971822" cy="972000"/>
          </a:xfrm>
          <a:prstGeom prst="ellipse">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p5"/>
          <p:cNvSpPr/>
          <p:nvPr/>
        </p:nvSpPr>
        <p:spPr>
          <a:xfrm>
            <a:off x="2032268" y="3239670"/>
            <a:ext cx="971822" cy="972000"/>
          </a:xfrm>
          <a:prstGeom prst="ellipse">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5"/>
          <p:cNvSpPr txBox="1"/>
          <p:nvPr>
            <p:ph type="title"/>
          </p:nvPr>
        </p:nvSpPr>
        <p:spPr>
          <a:xfrm>
            <a:off x="663102" y="475086"/>
            <a:ext cx="10180909" cy="4118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技术驱动：5G和SD-WAN为代表的新技术正在赋能分支互联</a:t>
            </a:r>
            <a:endParaRPr/>
          </a:p>
        </p:txBody>
      </p:sp>
      <p:grpSp>
        <p:nvGrpSpPr>
          <p:cNvPr id="459" name="Google Shape;459;p5"/>
          <p:cNvGrpSpPr/>
          <p:nvPr/>
        </p:nvGrpSpPr>
        <p:grpSpPr>
          <a:xfrm>
            <a:off x="1070828" y="1373223"/>
            <a:ext cx="9803628" cy="3600083"/>
            <a:chOff x="707533" y="1333139"/>
            <a:chExt cx="7967272" cy="3301177"/>
          </a:xfrm>
        </p:grpSpPr>
        <p:sp>
          <p:nvSpPr>
            <p:cNvPr id="460" name="Google Shape;460;p5"/>
            <p:cNvSpPr/>
            <p:nvPr/>
          </p:nvSpPr>
          <p:spPr>
            <a:xfrm>
              <a:off x="707533" y="2831024"/>
              <a:ext cx="2409872" cy="1803291"/>
            </a:xfrm>
            <a:prstGeom prst="roundRect">
              <a:avLst>
                <a:gd fmla="val 0" name="adj"/>
              </a:avLst>
            </a:prstGeom>
            <a:noFill/>
            <a:ln cap="flat" cmpd="sng" w="25400">
              <a:solidFill>
                <a:srgbClr val="A3A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49">
                <a:solidFill>
                  <a:srgbClr val="666666"/>
                </a:solidFill>
                <a:latin typeface="Arial"/>
                <a:ea typeface="Arial"/>
                <a:cs typeface="Arial"/>
                <a:sym typeface="Arial"/>
              </a:endParaRPr>
            </a:p>
          </p:txBody>
        </p:sp>
        <p:sp>
          <p:nvSpPr>
            <p:cNvPr id="461" name="Google Shape;461;p5"/>
            <p:cNvSpPr/>
            <p:nvPr/>
          </p:nvSpPr>
          <p:spPr>
            <a:xfrm>
              <a:off x="3486233" y="2436642"/>
              <a:ext cx="2409872" cy="2197673"/>
            </a:xfrm>
            <a:prstGeom prst="roundRect">
              <a:avLst>
                <a:gd fmla="val 0" name="adj"/>
              </a:avLst>
            </a:prstGeom>
            <a:noFill/>
            <a:ln cap="flat" cmpd="sng" w="25400">
              <a:solidFill>
                <a:srgbClr val="A3A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49">
                <a:solidFill>
                  <a:srgbClr val="666666"/>
                </a:solidFill>
                <a:latin typeface="Arial"/>
                <a:ea typeface="Arial"/>
                <a:cs typeface="Arial"/>
                <a:sym typeface="Arial"/>
              </a:endParaRPr>
            </a:p>
          </p:txBody>
        </p:sp>
        <p:sp>
          <p:nvSpPr>
            <p:cNvPr id="462" name="Google Shape;462;p5"/>
            <p:cNvSpPr/>
            <p:nvPr/>
          </p:nvSpPr>
          <p:spPr>
            <a:xfrm>
              <a:off x="6264933" y="2017048"/>
              <a:ext cx="2409872" cy="2617268"/>
            </a:xfrm>
            <a:prstGeom prst="roundRect">
              <a:avLst>
                <a:gd fmla="val 0" name="adj"/>
              </a:avLst>
            </a:prstGeom>
            <a:noFill/>
            <a:ln cap="flat" cmpd="sng" w="25400">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49">
                <a:solidFill>
                  <a:srgbClr val="666666"/>
                </a:solidFill>
                <a:latin typeface="Arial"/>
                <a:ea typeface="Arial"/>
                <a:cs typeface="Arial"/>
                <a:sym typeface="Arial"/>
              </a:endParaRPr>
            </a:p>
          </p:txBody>
        </p:sp>
        <p:sp>
          <p:nvSpPr>
            <p:cNvPr id="463" name="Google Shape;463;p5"/>
            <p:cNvSpPr txBox="1"/>
            <p:nvPr/>
          </p:nvSpPr>
          <p:spPr>
            <a:xfrm>
              <a:off x="1153711" y="2230428"/>
              <a:ext cx="1512623" cy="424112"/>
            </a:xfrm>
            <a:prstGeom prst="rect">
              <a:avLst/>
            </a:prstGeom>
            <a:noFill/>
            <a:ln>
              <a:noFill/>
            </a:ln>
          </p:spPr>
          <p:txBody>
            <a:bodyPr anchorCtr="0" anchor="t" bIns="45650" lIns="0" spcFirstLastPara="1" rIns="0" wrap="square" tIns="45650">
              <a:noAutofit/>
            </a:bodyPr>
            <a:lstStyle/>
            <a:p>
              <a:pPr indent="0" lvl="0" marL="0" marR="0" rtl="0" algn="ctr">
                <a:spcBef>
                  <a:spcPts val="0"/>
                </a:spcBef>
                <a:spcAft>
                  <a:spcPts val="0"/>
                </a:spcAft>
                <a:buNone/>
              </a:pPr>
              <a:r>
                <a:rPr b="1" lang="en-US" sz="1999">
                  <a:solidFill>
                    <a:srgbClr val="4C4C4C"/>
                  </a:solidFill>
                  <a:latin typeface="Arial"/>
                  <a:ea typeface="Arial"/>
                  <a:cs typeface="Arial"/>
                  <a:sym typeface="Arial"/>
                </a:rPr>
                <a:t>纯路由</a:t>
              </a:r>
              <a:endParaRPr b="1" sz="1999">
                <a:solidFill>
                  <a:srgbClr val="4C4C4C"/>
                </a:solidFill>
                <a:latin typeface="Arial"/>
                <a:ea typeface="Arial"/>
                <a:cs typeface="Arial"/>
                <a:sym typeface="Arial"/>
              </a:endParaRPr>
            </a:p>
            <a:p>
              <a:pPr indent="0" lvl="0" marL="0" marR="0" rtl="0" algn="ctr">
                <a:spcBef>
                  <a:spcPts val="0"/>
                </a:spcBef>
                <a:spcAft>
                  <a:spcPts val="0"/>
                </a:spcAft>
                <a:buNone/>
              </a:pPr>
              <a:r>
                <a:rPr lang="en-US" sz="1400">
                  <a:solidFill>
                    <a:srgbClr val="4C4C4C"/>
                  </a:solidFill>
                  <a:latin typeface="Arial"/>
                  <a:ea typeface="Arial"/>
                  <a:cs typeface="Arial"/>
                  <a:sym typeface="Arial"/>
                </a:rPr>
                <a:t>（L2~L3）</a:t>
              </a:r>
              <a:endParaRPr/>
            </a:p>
          </p:txBody>
        </p:sp>
        <p:sp>
          <p:nvSpPr>
            <p:cNvPr id="464" name="Google Shape;464;p5"/>
            <p:cNvSpPr txBox="1"/>
            <p:nvPr/>
          </p:nvSpPr>
          <p:spPr>
            <a:xfrm>
              <a:off x="3972313" y="1845823"/>
              <a:ext cx="1512623" cy="424112"/>
            </a:xfrm>
            <a:prstGeom prst="rect">
              <a:avLst/>
            </a:prstGeom>
            <a:noFill/>
            <a:ln>
              <a:noFill/>
            </a:ln>
          </p:spPr>
          <p:txBody>
            <a:bodyPr anchorCtr="0" anchor="t" bIns="45650" lIns="0" spcFirstLastPara="1" rIns="0" wrap="square" tIns="45650">
              <a:noAutofit/>
            </a:bodyPr>
            <a:lstStyle/>
            <a:p>
              <a:pPr indent="0" lvl="0" marL="0" marR="0" rtl="0" algn="ctr">
                <a:spcBef>
                  <a:spcPts val="0"/>
                </a:spcBef>
                <a:spcAft>
                  <a:spcPts val="0"/>
                </a:spcAft>
                <a:buNone/>
              </a:pPr>
              <a:r>
                <a:rPr b="1" lang="en-US" sz="1999">
                  <a:solidFill>
                    <a:srgbClr val="4C4C4C"/>
                  </a:solidFill>
                  <a:latin typeface="Arial"/>
                  <a:ea typeface="Arial"/>
                  <a:cs typeface="Arial"/>
                  <a:sym typeface="Arial"/>
                </a:rPr>
                <a:t>多功能融合</a:t>
              </a:r>
              <a:endParaRPr b="1" sz="1999">
                <a:solidFill>
                  <a:srgbClr val="4C4C4C"/>
                </a:solidFill>
                <a:latin typeface="Arial"/>
                <a:ea typeface="Arial"/>
                <a:cs typeface="Arial"/>
                <a:sym typeface="Arial"/>
              </a:endParaRPr>
            </a:p>
            <a:p>
              <a:pPr indent="0" lvl="0" marL="0" marR="0" rtl="0" algn="ctr">
                <a:spcBef>
                  <a:spcPts val="0"/>
                </a:spcBef>
                <a:spcAft>
                  <a:spcPts val="0"/>
                </a:spcAft>
                <a:buNone/>
              </a:pPr>
              <a:r>
                <a:rPr lang="en-US" sz="1400">
                  <a:solidFill>
                    <a:srgbClr val="4C4C4C"/>
                  </a:solidFill>
                  <a:latin typeface="Arial"/>
                  <a:ea typeface="Arial"/>
                  <a:cs typeface="Arial"/>
                  <a:sym typeface="Arial"/>
                </a:rPr>
                <a:t>（L2~L4）</a:t>
              </a:r>
              <a:endParaRPr sz="1400">
                <a:solidFill>
                  <a:srgbClr val="4C4C4C"/>
                </a:solidFill>
                <a:latin typeface="Arial"/>
                <a:ea typeface="Arial"/>
                <a:cs typeface="Arial"/>
                <a:sym typeface="Arial"/>
              </a:endParaRPr>
            </a:p>
          </p:txBody>
        </p:sp>
        <p:sp>
          <p:nvSpPr>
            <p:cNvPr id="465" name="Google Shape;465;p5"/>
            <p:cNvSpPr txBox="1"/>
            <p:nvPr/>
          </p:nvSpPr>
          <p:spPr>
            <a:xfrm>
              <a:off x="6569353" y="1333139"/>
              <a:ext cx="1697573" cy="424112"/>
            </a:xfrm>
            <a:prstGeom prst="rect">
              <a:avLst/>
            </a:prstGeom>
            <a:noFill/>
            <a:ln>
              <a:noFill/>
            </a:ln>
          </p:spPr>
          <p:txBody>
            <a:bodyPr anchorCtr="0" anchor="t" bIns="45650" lIns="0" spcFirstLastPara="1" rIns="0" wrap="square" tIns="45650">
              <a:noAutofit/>
            </a:bodyPr>
            <a:lstStyle/>
            <a:p>
              <a:pPr indent="0" lvl="0" marL="0" marR="0" rtl="0" algn="ctr">
                <a:spcBef>
                  <a:spcPts val="0"/>
                </a:spcBef>
                <a:spcAft>
                  <a:spcPts val="0"/>
                </a:spcAft>
                <a:buNone/>
              </a:pPr>
              <a:r>
                <a:rPr b="1" lang="en-US" sz="2400">
                  <a:solidFill>
                    <a:srgbClr val="990000"/>
                  </a:solidFill>
                  <a:latin typeface="Arial"/>
                  <a:ea typeface="Arial"/>
                  <a:cs typeface="Arial"/>
                  <a:sym typeface="Arial"/>
                </a:rPr>
                <a:t>5G + SD-WAN</a:t>
              </a:r>
              <a:endParaRPr/>
            </a:p>
            <a:p>
              <a:pPr indent="0" lvl="0" marL="0" marR="0" rtl="0" algn="ctr">
                <a:spcBef>
                  <a:spcPts val="0"/>
                </a:spcBef>
                <a:spcAft>
                  <a:spcPts val="0"/>
                </a:spcAft>
                <a:buNone/>
              </a:pPr>
              <a:r>
                <a:rPr b="1" lang="en-US" sz="1600">
                  <a:solidFill>
                    <a:srgbClr val="990000"/>
                  </a:solidFill>
                  <a:latin typeface="Arial"/>
                  <a:ea typeface="Arial"/>
                  <a:cs typeface="Arial"/>
                  <a:sym typeface="Arial"/>
                </a:rPr>
                <a:t>（L3~L7）</a:t>
              </a:r>
              <a:endParaRPr b="1" sz="1600">
                <a:solidFill>
                  <a:srgbClr val="990000"/>
                </a:solidFill>
                <a:latin typeface="Arial"/>
                <a:ea typeface="Arial"/>
                <a:cs typeface="Arial"/>
                <a:sym typeface="Arial"/>
              </a:endParaRPr>
            </a:p>
          </p:txBody>
        </p:sp>
      </p:grpSp>
      <p:sp>
        <p:nvSpPr>
          <p:cNvPr id="466" name="Google Shape;466;p5"/>
          <p:cNvSpPr/>
          <p:nvPr/>
        </p:nvSpPr>
        <p:spPr>
          <a:xfrm>
            <a:off x="9126285" y="4970124"/>
            <a:ext cx="531024" cy="310651"/>
          </a:xfrm>
          <a:prstGeom prst="triangle">
            <a:avLst>
              <a:gd fmla="val 50000" name="adj"/>
            </a:avLst>
          </a:prstGeom>
          <a:solidFill>
            <a:srgbClr val="FFFFFF"/>
          </a:solidFill>
          <a:ln>
            <a:noFill/>
          </a:ln>
        </p:spPr>
        <p:txBody>
          <a:bodyPr anchorCtr="0" anchor="ctr" bIns="35975" lIns="107950" spcFirstLastPara="1" rIns="107950" wrap="square" tIns="0">
            <a:noAutofit/>
          </a:bodyPr>
          <a:lstStyle/>
          <a:p>
            <a:pPr indent="0" lvl="0" marL="0" marR="0" rtl="0" algn="ctr">
              <a:lnSpc>
                <a:spcPct val="120000"/>
              </a:lnSpc>
              <a:spcBef>
                <a:spcPts val="0"/>
              </a:spcBef>
              <a:spcAft>
                <a:spcPts val="0"/>
              </a:spcAft>
              <a:buNone/>
            </a:pPr>
            <a:r>
              <a:t/>
            </a:r>
            <a:endParaRPr b="1" sz="1600">
              <a:solidFill>
                <a:srgbClr val="C00000"/>
              </a:solidFill>
              <a:latin typeface="Arial"/>
              <a:ea typeface="Arial"/>
              <a:cs typeface="Arial"/>
              <a:sym typeface="Arial"/>
            </a:endParaRPr>
          </a:p>
        </p:txBody>
      </p:sp>
      <p:sp>
        <p:nvSpPr>
          <p:cNvPr id="467" name="Google Shape;467;p5"/>
          <p:cNvSpPr/>
          <p:nvPr/>
        </p:nvSpPr>
        <p:spPr>
          <a:xfrm>
            <a:off x="1054975" y="4932922"/>
            <a:ext cx="9819481" cy="1203066"/>
          </a:xfrm>
          <a:prstGeom prst="rightArrow">
            <a:avLst>
              <a:gd fmla="val 50000" name="adj1"/>
              <a:gd fmla="val 0" name="adj2"/>
            </a:avLst>
          </a:prstGeom>
          <a:solidFill>
            <a:srgbClr val="FFFFFF"/>
          </a:solidFill>
          <a:ln>
            <a:noFill/>
          </a:ln>
        </p:spPr>
        <p:txBody>
          <a:bodyPr anchorCtr="0" anchor="ctr" bIns="35975" lIns="107950" spcFirstLastPara="1" rIns="107950" wrap="square" tIns="0">
            <a:noAutofit/>
          </a:bodyPr>
          <a:lstStyle/>
          <a:p>
            <a:pPr indent="0" lvl="0" marL="0" marR="0" rtl="0" algn="ctr">
              <a:lnSpc>
                <a:spcPct val="120000"/>
              </a:lnSpc>
              <a:spcBef>
                <a:spcPts val="0"/>
              </a:spcBef>
              <a:spcAft>
                <a:spcPts val="0"/>
              </a:spcAft>
              <a:buNone/>
            </a:pPr>
            <a:r>
              <a:t/>
            </a:r>
            <a:endParaRPr b="1" sz="1600">
              <a:solidFill>
                <a:srgbClr val="C00000"/>
              </a:solidFill>
              <a:latin typeface="Arial"/>
              <a:ea typeface="Arial"/>
              <a:cs typeface="Arial"/>
              <a:sym typeface="Arial"/>
            </a:endParaRPr>
          </a:p>
        </p:txBody>
      </p:sp>
      <p:sp>
        <p:nvSpPr>
          <p:cNvPr id="468" name="Google Shape;468;p5"/>
          <p:cNvSpPr/>
          <p:nvPr/>
        </p:nvSpPr>
        <p:spPr>
          <a:xfrm>
            <a:off x="2176179" y="3383670"/>
            <a:ext cx="684000" cy="684000"/>
          </a:xfrm>
          <a:custGeom>
            <a:rect b="b" l="l" r="r" t="t"/>
            <a:pathLst>
              <a:path extrusionOk="0" h="13664" w="16100">
                <a:moveTo>
                  <a:pt x="8050" y="0"/>
                </a:moveTo>
                <a:lnTo>
                  <a:pt x="8464" y="9"/>
                </a:lnTo>
                <a:lnTo>
                  <a:pt x="8871" y="35"/>
                </a:lnTo>
                <a:lnTo>
                  <a:pt x="9273" y="79"/>
                </a:lnTo>
                <a:lnTo>
                  <a:pt x="9669" y="139"/>
                </a:lnTo>
                <a:lnTo>
                  <a:pt x="10057" y="216"/>
                </a:lnTo>
                <a:lnTo>
                  <a:pt x="10439" y="308"/>
                </a:lnTo>
                <a:lnTo>
                  <a:pt x="10813" y="416"/>
                </a:lnTo>
                <a:lnTo>
                  <a:pt x="11178" y="538"/>
                </a:lnTo>
                <a:lnTo>
                  <a:pt x="11535" y="675"/>
                </a:lnTo>
                <a:lnTo>
                  <a:pt x="11882" y="827"/>
                </a:lnTo>
                <a:lnTo>
                  <a:pt x="12219" y="992"/>
                </a:lnTo>
                <a:lnTo>
                  <a:pt x="12545" y="1169"/>
                </a:lnTo>
                <a:lnTo>
                  <a:pt x="12861" y="1360"/>
                </a:lnTo>
                <a:lnTo>
                  <a:pt x="13166" y="1564"/>
                </a:lnTo>
                <a:lnTo>
                  <a:pt x="13458" y="1779"/>
                </a:lnTo>
                <a:lnTo>
                  <a:pt x="13737" y="2005"/>
                </a:lnTo>
                <a:lnTo>
                  <a:pt x="14004" y="2243"/>
                </a:lnTo>
                <a:lnTo>
                  <a:pt x="14258" y="2490"/>
                </a:lnTo>
                <a:lnTo>
                  <a:pt x="14497" y="2749"/>
                </a:lnTo>
                <a:lnTo>
                  <a:pt x="14721" y="3017"/>
                </a:lnTo>
                <a:lnTo>
                  <a:pt x="14932" y="3294"/>
                </a:lnTo>
                <a:lnTo>
                  <a:pt x="15126" y="3580"/>
                </a:lnTo>
                <a:lnTo>
                  <a:pt x="15304" y="3875"/>
                </a:lnTo>
                <a:lnTo>
                  <a:pt x="15466" y="4178"/>
                </a:lnTo>
                <a:lnTo>
                  <a:pt x="15610" y="4488"/>
                </a:lnTo>
                <a:lnTo>
                  <a:pt x="15737" y="4805"/>
                </a:lnTo>
                <a:lnTo>
                  <a:pt x="15845" y="5129"/>
                </a:lnTo>
                <a:lnTo>
                  <a:pt x="15936" y="5459"/>
                </a:lnTo>
                <a:lnTo>
                  <a:pt x="16006" y="5795"/>
                </a:lnTo>
                <a:lnTo>
                  <a:pt x="16058" y="6136"/>
                </a:lnTo>
                <a:lnTo>
                  <a:pt x="16089" y="6482"/>
                </a:lnTo>
                <a:lnTo>
                  <a:pt x="16100" y="6832"/>
                </a:lnTo>
                <a:lnTo>
                  <a:pt x="16089" y="7183"/>
                </a:lnTo>
                <a:lnTo>
                  <a:pt x="16058" y="7529"/>
                </a:lnTo>
                <a:lnTo>
                  <a:pt x="16006" y="7870"/>
                </a:lnTo>
                <a:lnTo>
                  <a:pt x="15936" y="8206"/>
                </a:lnTo>
                <a:lnTo>
                  <a:pt x="15845" y="8536"/>
                </a:lnTo>
                <a:lnTo>
                  <a:pt x="15737" y="8860"/>
                </a:lnTo>
                <a:lnTo>
                  <a:pt x="15610" y="9177"/>
                </a:lnTo>
                <a:lnTo>
                  <a:pt x="15466" y="9487"/>
                </a:lnTo>
                <a:lnTo>
                  <a:pt x="15304" y="9790"/>
                </a:lnTo>
                <a:lnTo>
                  <a:pt x="15126" y="10084"/>
                </a:lnTo>
                <a:lnTo>
                  <a:pt x="14932" y="10371"/>
                </a:lnTo>
                <a:lnTo>
                  <a:pt x="14721" y="10647"/>
                </a:lnTo>
                <a:lnTo>
                  <a:pt x="14497" y="10916"/>
                </a:lnTo>
                <a:lnTo>
                  <a:pt x="14258" y="11174"/>
                </a:lnTo>
                <a:lnTo>
                  <a:pt x="14004" y="11422"/>
                </a:lnTo>
                <a:lnTo>
                  <a:pt x="13737" y="11660"/>
                </a:lnTo>
                <a:lnTo>
                  <a:pt x="13458" y="11886"/>
                </a:lnTo>
                <a:lnTo>
                  <a:pt x="13166" y="12101"/>
                </a:lnTo>
                <a:lnTo>
                  <a:pt x="12861" y="12304"/>
                </a:lnTo>
                <a:lnTo>
                  <a:pt x="12545" y="12495"/>
                </a:lnTo>
                <a:lnTo>
                  <a:pt x="12219" y="12673"/>
                </a:lnTo>
                <a:lnTo>
                  <a:pt x="11882" y="12838"/>
                </a:lnTo>
                <a:lnTo>
                  <a:pt x="11535" y="12989"/>
                </a:lnTo>
                <a:lnTo>
                  <a:pt x="11178" y="13126"/>
                </a:lnTo>
                <a:lnTo>
                  <a:pt x="10813" y="13248"/>
                </a:lnTo>
                <a:lnTo>
                  <a:pt x="10439" y="13356"/>
                </a:lnTo>
                <a:lnTo>
                  <a:pt x="10057" y="13449"/>
                </a:lnTo>
                <a:lnTo>
                  <a:pt x="9669" y="13525"/>
                </a:lnTo>
                <a:lnTo>
                  <a:pt x="9273" y="13586"/>
                </a:lnTo>
                <a:lnTo>
                  <a:pt x="8871" y="13629"/>
                </a:lnTo>
                <a:lnTo>
                  <a:pt x="8464" y="13655"/>
                </a:lnTo>
                <a:lnTo>
                  <a:pt x="8050" y="13664"/>
                </a:lnTo>
                <a:lnTo>
                  <a:pt x="7636" y="13655"/>
                </a:lnTo>
                <a:lnTo>
                  <a:pt x="7229" y="13629"/>
                </a:lnTo>
                <a:lnTo>
                  <a:pt x="6826" y="13586"/>
                </a:lnTo>
                <a:lnTo>
                  <a:pt x="6431" y="13525"/>
                </a:lnTo>
                <a:lnTo>
                  <a:pt x="6043" y="13449"/>
                </a:lnTo>
                <a:lnTo>
                  <a:pt x="5660" y="13356"/>
                </a:lnTo>
                <a:lnTo>
                  <a:pt x="5287" y="13248"/>
                </a:lnTo>
                <a:lnTo>
                  <a:pt x="4922" y="13126"/>
                </a:lnTo>
                <a:lnTo>
                  <a:pt x="4565" y="12989"/>
                </a:lnTo>
                <a:lnTo>
                  <a:pt x="4218" y="12838"/>
                </a:lnTo>
                <a:lnTo>
                  <a:pt x="3881" y="12673"/>
                </a:lnTo>
                <a:lnTo>
                  <a:pt x="3554" y="12495"/>
                </a:lnTo>
                <a:lnTo>
                  <a:pt x="3238" y="12304"/>
                </a:lnTo>
                <a:lnTo>
                  <a:pt x="2934" y="12101"/>
                </a:lnTo>
                <a:lnTo>
                  <a:pt x="2642" y="11886"/>
                </a:lnTo>
                <a:lnTo>
                  <a:pt x="2363" y="11660"/>
                </a:lnTo>
                <a:lnTo>
                  <a:pt x="2095" y="11422"/>
                </a:lnTo>
                <a:lnTo>
                  <a:pt x="1842" y="11174"/>
                </a:lnTo>
                <a:lnTo>
                  <a:pt x="1603" y="10916"/>
                </a:lnTo>
                <a:lnTo>
                  <a:pt x="1378" y="10647"/>
                </a:lnTo>
                <a:lnTo>
                  <a:pt x="1168" y="10371"/>
                </a:lnTo>
                <a:lnTo>
                  <a:pt x="974" y="10084"/>
                </a:lnTo>
                <a:lnTo>
                  <a:pt x="796" y="9790"/>
                </a:lnTo>
                <a:lnTo>
                  <a:pt x="634" y="9487"/>
                </a:lnTo>
                <a:lnTo>
                  <a:pt x="490" y="9177"/>
                </a:lnTo>
                <a:lnTo>
                  <a:pt x="363" y="8860"/>
                </a:lnTo>
                <a:lnTo>
                  <a:pt x="254" y="8536"/>
                </a:lnTo>
                <a:lnTo>
                  <a:pt x="164" y="8206"/>
                </a:lnTo>
                <a:lnTo>
                  <a:pt x="93" y="7870"/>
                </a:lnTo>
                <a:lnTo>
                  <a:pt x="41" y="7529"/>
                </a:lnTo>
                <a:lnTo>
                  <a:pt x="10" y="7183"/>
                </a:lnTo>
                <a:lnTo>
                  <a:pt x="0" y="6832"/>
                </a:lnTo>
                <a:lnTo>
                  <a:pt x="10" y="6482"/>
                </a:lnTo>
                <a:lnTo>
                  <a:pt x="41" y="6136"/>
                </a:lnTo>
                <a:lnTo>
                  <a:pt x="93" y="5795"/>
                </a:lnTo>
                <a:lnTo>
                  <a:pt x="164" y="5459"/>
                </a:lnTo>
                <a:lnTo>
                  <a:pt x="254" y="5129"/>
                </a:lnTo>
                <a:lnTo>
                  <a:pt x="363" y="4805"/>
                </a:lnTo>
                <a:lnTo>
                  <a:pt x="490" y="4488"/>
                </a:lnTo>
                <a:lnTo>
                  <a:pt x="634" y="4178"/>
                </a:lnTo>
                <a:lnTo>
                  <a:pt x="796" y="3875"/>
                </a:lnTo>
                <a:lnTo>
                  <a:pt x="974" y="3580"/>
                </a:lnTo>
                <a:lnTo>
                  <a:pt x="1168" y="3294"/>
                </a:lnTo>
                <a:lnTo>
                  <a:pt x="1378" y="3017"/>
                </a:lnTo>
                <a:lnTo>
                  <a:pt x="1603" y="2749"/>
                </a:lnTo>
                <a:lnTo>
                  <a:pt x="1842" y="2490"/>
                </a:lnTo>
                <a:lnTo>
                  <a:pt x="2095" y="2243"/>
                </a:lnTo>
                <a:lnTo>
                  <a:pt x="2363" y="2005"/>
                </a:lnTo>
                <a:lnTo>
                  <a:pt x="2642" y="1779"/>
                </a:lnTo>
                <a:lnTo>
                  <a:pt x="2934" y="1564"/>
                </a:lnTo>
                <a:lnTo>
                  <a:pt x="3238" y="1360"/>
                </a:lnTo>
                <a:lnTo>
                  <a:pt x="3554" y="1169"/>
                </a:lnTo>
                <a:lnTo>
                  <a:pt x="3881" y="992"/>
                </a:lnTo>
                <a:lnTo>
                  <a:pt x="4218" y="827"/>
                </a:lnTo>
                <a:lnTo>
                  <a:pt x="4565" y="675"/>
                </a:lnTo>
                <a:lnTo>
                  <a:pt x="4922" y="538"/>
                </a:lnTo>
                <a:lnTo>
                  <a:pt x="5287" y="416"/>
                </a:lnTo>
                <a:lnTo>
                  <a:pt x="5660" y="308"/>
                </a:lnTo>
                <a:lnTo>
                  <a:pt x="6043" y="216"/>
                </a:lnTo>
                <a:lnTo>
                  <a:pt x="6431" y="139"/>
                </a:lnTo>
                <a:lnTo>
                  <a:pt x="6826" y="79"/>
                </a:lnTo>
                <a:lnTo>
                  <a:pt x="7229" y="35"/>
                </a:lnTo>
                <a:lnTo>
                  <a:pt x="7636" y="9"/>
                </a:lnTo>
                <a:lnTo>
                  <a:pt x="8050" y="0"/>
                </a:lnTo>
                <a:close/>
                <a:moveTo>
                  <a:pt x="8050" y="5640"/>
                </a:moveTo>
                <a:lnTo>
                  <a:pt x="8970" y="4461"/>
                </a:lnTo>
                <a:lnTo>
                  <a:pt x="9888" y="3284"/>
                </a:lnTo>
                <a:lnTo>
                  <a:pt x="8929" y="3284"/>
                </a:lnTo>
                <a:lnTo>
                  <a:pt x="8929" y="698"/>
                </a:lnTo>
                <a:lnTo>
                  <a:pt x="7171" y="698"/>
                </a:lnTo>
                <a:lnTo>
                  <a:pt x="7171" y="3284"/>
                </a:lnTo>
                <a:lnTo>
                  <a:pt x="6212" y="3284"/>
                </a:lnTo>
                <a:lnTo>
                  <a:pt x="7130" y="4461"/>
                </a:lnTo>
                <a:lnTo>
                  <a:pt x="8050" y="5640"/>
                </a:lnTo>
                <a:close/>
                <a:moveTo>
                  <a:pt x="8050" y="8024"/>
                </a:moveTo>
                <a:lnTo>
                  <a:pt x="8970" y="9203"/>
                </a:lnTo>
                <a:lnTo>
                  <a:pt x="9888" y="10381"/>
                </a:lnTo>
                <a:lnTo>
                  <a:pt x="8929" y="10381"/>
                </a:lnTo>
                <a:lnTo>
                  <a:pt x="8929" y="12966"/>
                </a:lnTo>
                <a:lnTo>
                  <a:pt x="7171" y="12966"/>
                </a:lnTo>
                <a:lnTo>
                  <a:pt x="7171" y="10381"/>
                </a:lnTo>
                <a:lnTo>
                  <a:pt x="6212" y="10381"/>
                </a:lnTo>
                <a:lnTo>
                  <a:pt x="7130" y="9203"/>
                </a:lnTo>
                <a:lnTo>
                  <a:pt x="8050" y="8024"/>
                </a:lnTo>
                <a:close/>
                <a:moveTo>
                  <a:pt x="1485" y="6832"/>
                </a:moveTo>
                <a:lnTo>
                  <a:pt x="2663" y="5912"/>
                </a:lnTo>
                <a:lnTo>
                  <a:pt x="3841" y="4994"/>
                </a:lnTo>
                <a:lnTo>
                  <a:pt x="3841" y="5953"/>
                </a:lnTo>
                <a:lnTo>
                  <a:pt x="6426" y="5953"/>
                </a:lnTo>
                <a:lnTo>
                  <a:pt x="6426" y="7711"/>
                </a:lnTo>
                <a:lnTo>
                  <a:pt x="3841" y="7711"/>
                </a:lnTo>
                <a:lnTo>
                  <a:pt x="3841" y="8670"/>
                </a:lnTo>
                <a:lnTo>
                  <a:pt x="2663" y="7752"/>
                </a:lnTo>
                <a:lnTo>
                  <a:pt x="1485" y="6832"/>
                </a:lnTo>
                <a:close/>
                <a:moveTo>
                  <a:pt x="14615" y="6832"/>
                </a:moveTo>
                <a:lnTo>
                  <a:pt x="13437" y="5912"/>
                </a:lnTo>
                <a:lnTo>
                  <a:pt x="12259" y="4994"/>
                </a:lnTo>
                <a:lnTo>
                  <a:pt x="12259" y="5953"/>
                </a:lnTo>
                <a:lnTo>
                  <a:pt x="9674" y="5953"/>
                </a:lnTo>
                <a:lnTo>
                  <a:pt x="9674" y="7711"/>
                </a:lnTo>
                <a:lnTo>
                  <a:pt x="12259" y="7711"/>
                </a:lnTo>
                <a:lnTo>
                  <a:pt x="12259" y="8670"/>
                </a:lnTo>
                <a:lnTo>
                  <a:pt x="13437" y="7752"/>
                </a:lnTo>
                <a:lnTo>
                  <a:pt x="14615" y="6832"/>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5"/>
          <p:cNvSpPr/>
          <p:nvPr/>
        </p:nvSpPr>
        <p:spPr>
          <a:xfrm>
            <a:off x="1642877" y="4493187"/>
            <a:ext cx="1222057" cy="392379"/>
          </a:xfrm>
          <a:prstGeom prst="rect">
            <a:avLst/>
          </a:prstGeom>
          <a:noFill/>
          <a:ln>
            <a:noFill/>
          </a:ln>
        </p:spPr>
        <p:txBody>
          <a:bodyPr anchorCtr="0" anchor="t" bIns="34250" lIns="68525" spcFirstLastPara="1" rIns="68525" wrap="square" tIns="34250">
            <a:spAutoFit/>
          </a:bodyPr>
          <a:lstStyle/>
          <a:p>
            <a:pPr indent="0" lvl="0" marL="0" marR="0" rtl="0" algn="l">
              <a:lnSpc>
                <a:spcPct val="150000"/>
              </a:lnSpc>
              <a:spcBef>
                <a:spcPts val="0"/>
              </a:spcBef>
              <a:spcAft>
                <a:spcPts val="0"/>
              </a:spcAft>
              <a:buNone/>
            </a:pPr>
            <a:r>
              <a:rPr lang="en-US" sz="1400">
                <a:solidFill>
                  <a:schemeClr val="dk1"/>
                </a:solidFill>
                <a:latin typeface="Microsoft Yahei"/>
                <a:ea typeface="Microsoft Yahei"/>
                <a:cs typeface="Microsoft Yahei"/>
                <a:sym typeface="Microsoft Yahei"/>
              </a:rPr>
              <a:t>+ 路由，交换</a:t>
            </a:r>
            <a:endParaRPr sz="1400">
              <a:solidFill>
                <a:schemeClr val="dk1"/>
              </a:solidFill>
              <a:latin typeface="Arial"/>
              <a:ea typeface="Arial"/>
              <a:cs typeface="Arial"/>
              <a:sym typeface="Arial"/>
            </a:endParaRPr>
          </a:p>
        </p:txBody>
      </p:sp>
      <p:grpSp>
        <p:nvGrpSpPr>
          <p:cNvPr id="470" name="Google Shape;470;p5"/>
          <p:cNvGrpSpPr/>
          <p:nvPr/>
        </p:nvGrpSpPr>
        <p:grpSpPr>
          <a:xfrm>
            <a:off x="5713429" y="2940983"/>
            <a:ext cx="610605" cy="687233"/>
            <a:chOff x="15897225" y="7312025"/>
            <a:chExt cx="365125" cy="412750"/>
          </a:xfrm>
        </p:grpSpPr>
        <p:sp>
          <p:nvSpPr>
            <p:cNvPr id="471" name="Google Shape;471;p5"/>
            <p:cNvSpPr/>
            <p:nvPr/>
          </p:nvSpPr>
          <p:spPr>
            <a:xfrm>
              <a:off x="16005175" y="7312025"/>
              <a:ext cx="149225" cy="412750"/>
            </a:xfrm>
            <a:custGeom>
              <a:rect b="b" l="l" r="r" t="t"/>
              <a:pathLst>
                <a:path extrusionOk="0" h="260" w="94">
                  <a:moveTo>
                    <a:pt x="48" y="0"/>
                  </a:moveTo>
                  <a:lnTo>
                    <a:pt x="48" y="0"/>
                  </a:lnTo>
                  <a:lnTo>
                    <a:pt x="42" y="0"/>
                  </a:lnTo>
                  <a:lnTo>
                    <a:pt x="38" y="2"/>
                  </a:lnTo>
                  <a:lnTo>
                    <a:pt x="30" y="10"/>
                  </a:lnTo>
                  <a:lnTo>
                    <a:pt x="22" y="22"/>
                  </a:lnTo>
                  <a:lnTo>
                    <a:pt x="14" y="38"/>
                  </a:lnTo>
                  <a:lnTo>
                    <a:pt x="8" y="58"/>
                  </a:lnTo>
                  <a:lnTo>
                    <a:pt x="4" y="80"/>
                  </a:lnTo>
                  <a:lnTo>
                    <a:pt x="2" y="104"/>
                  </a:lnTo>
                  <a:lnTo>
                    <a:pt x="0" y="130"/>
                  </a:lnTo>
                  <a:lnTo>
                    <a:pt x="0" y="130"/>
                  </a:lnTo>
                  <a:lnTo>
                    <a:pt x="2" y="156"/>
                  </a:lnTo>
                  <a:lnTo>
                    <a:pt x="4" y="180"/>
                  </a:lnTo>
                  <a:lnTo>
                    <a:pt x="8" y="202"/>
                  </a:lnTo>
                  <a:lnTo>
                    <a:pt x="14" y="222"/>
                  </a:lnTo>
                  <a:lnTo>
                    <a:pt x="22" y="238"/>
                  </a:lnTo>
                  <a:lnTo>
                    <a:pt x="30" y="250"/>
                  </a:lnTo>
                  <a:lnTo>
                    <a:pt x="38" y="258"/>
                  </a:lnTo>
                  <a:lnTo>
                    <a:pt x="42" y="260"/>
                  </a:lnTo>
                  <a:lnTo>
                    <a:pt x="48" y="260"/>
                  </a:lnTo>
                  <a:lnTo>
                    <a:pt x="48" y="260"/>
                  </a:lnTo>
                  <a:lnTo>
                    <a:pt x="52" y="260"/>
                  </a:lnTo>
                  <a:lnTo>
                    <a:pt x="58" y="258"/>
                  </a:lnTo>
                  <a:lnTo>
                    <a:pt x="66" y="250"/>
                  </a:lnTo>
                  <a:lnTo>
                    <a:pt x="74" y="238"/>
                  </a:lnTo>
                  <a:lnTo>
                    <a:pt x="80" y="222"/>
                  </a:lnTo>
                  <a:lnTo>
                    <a:pt x="86" y="202"/>
                  </a:lnTo>
                  <a:lnTo>
                    <a:pt x="92" y="180"/>
                  </a:lnTo>
                  <a:lnTo>
                    <a:pt x="94" y="156"/>
                  </a:lnTo>
                  <a:lnTo>
                    <a:pt x="94" y="130"/>
                  </a:lnTo>
                  <a:lnTo>
                    <a:pt x="94" y="130"/>
                  </a:lnTo>
                  <a:lnTo>
                    <a:pt x="94" y="104"/>
                  </a:lnTo>
                  <a:lnTo>
                    <a:pt x="92" y="80"/>
                  </a:lnTo>
                  <a:lnTo>
                    <a:pt x="86" y="58"/>
                  </a:lnTo>
                  <a:lnTo>
                    <a:pt x="80" y="38"/>
                  </a:lnTo>
                  <a:lnTo>
                    <a:pt x="74" y="22"/>
                  </a:lnTo>
                  <a:lnTo>
                    <a:pt x="66" y="10"/>
                  </a:lnTo>
                  <a:lnTo>
                    <a:pt x="58" y="2"/>
                  </a:lnTo>
                  <a:lnTo>
                    <a:pt x="52" y="0"/>
                  </a:lnTo>
                  <a:lnTo>
                    <a:pt x="48" y="0"/>
                  </a:lnTo>
                  <a:lnTo>
                    <a:pt x="48" y="0"/>
                  </a:lnTo>
                  <a:close/>
                  <a:moveTo>
                    <a:pt x="48" y="248"/>
                  </a:moveTo>
                  <a:lnTo>
                    <a:pt x="48" y="248"/>
                  </a:lnTo>
                  <a:lnTo>
                    <a:pt x="40" y="246"/>
                  </a:lnTo>
                  <a:lnTo>
                    <a:pt x="34" y="238"/>
                  </a:lnTo>
                  <a:lnTo>
                    <a:pt x="28" y="228"/>
                  </a:lnTo>
                  <a:lnTo>
                    <a:pt x="22" y="214"/>
                  </a:lnTo>
                  <a:lnTo>
                    <a:pt x="18" y="196"/>
                  </a:lnTo>
                  <a:lnTo>
                    <a:pt x="14" y="176"/>
                  </a:lnTo>
                  <a:lnTo>
                    <a:pt x="12" y="154"/>
                  </a:lnTo>
                  <a:lnTo>
                    <a:pt x="10" y="130"/>
                  </a:lnTo>
                  <a:lnTo>
                    <a:pt x="10" y="130"/>
                  </a:lnTo>
                  <a:lnTo>
                    <a:pt x="12" y="106"/>
                  </a:lnTo>
                  <a:lnTo>
                    <a:pt x="14" y="84"/>
                  </a:lnTo>
                  <a:lnTo>
                    <a:pt x="18" y="64"/>
                  </a:lnTo>
                  <a:lnTo>
                    <a:pt x="22" y="46"/>
                  </a:lnTo>
                  <a:lnTo>
                    <a:pt x="28" y="32"/>
                  </a:lnTo>
                  <a:lnTo>
                    <a:pt x="34" y="22"/>
                  </a:lnTo>
                  <a:lnTo>
                    <a:pt x="40" y="14"/>
                  </a:lnTo>
                  <a:lnTo>
                    <a:pt x="48" y="12"/>
                  </a:lnTo>
                  <a:lnTo>
                    <a:pt x="48" y="12"/>
                  </a:lnTo>
                  <a:lnTo>
                    <a:pt x="54" y="14"/>
                  </a:lnTo>
                  <a:lnTo>
                    <a:pt x="60" y="22"/>
                  </a:lnTo>
                  <a:lnTo>
                    <a:pt x="68" y="32"/>
                  </a:lnTo>
                  <a:lnTo>
                    <a:pt x="72" y="46"/>
                  </a:lnTo>
                  <a:lnTo>
                    <a:pt x="78" y="64"/>
                  </a:lnTo>
                  <a:lnTo>
                    <a:pt x="82" y="84"/>
                  </a:lnTo>
                  <a:lnTo>
                    <a:pt x="84" y="106"/>
                  </a:lnTo>
                  <a:lnTo>
                    <a:pt x="84" y="130"/>
                  </a:lnTo>
                  <a:lnTo>
                    <a:pt x="84" y="130"/>
                  </a:lnTo>
                  <a:lnTo>
                    <a:pt x="84" y="154"/>
                  </a:lnTo>
                  <a:lnTo>
                    <a:pt x="82" y="176"/>
                  </a:lnTo>
                  <a:lnTo>
                    <a:pt x="78" y="196"/>
                  </a:lnTo>
                  <a:lnTo>
                    <a:pt x="72" y="214"/>
                  </a:lnTo>
                  <a:lnTo>
                    <a:pt x="68" y="228"/>
                  </a:lnTo>
                  <a:lnTo>
                    <a:pt x="60" y="238"/>
                  </a:lnTo>
                  <a:lnTo>
                    <a:pt x="54" y="246"/>
                  </a:lnTo>
                  <a:lnTo>
                    <a:pt x="48" y="248"/>
                  </a:lnTo>
                  <a:lnTo>
                    <a:pt x="48" y="248"/>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5"/>
            <p:cNvSpPr/>
            <p:nvPr/>
          </p:nvSpPr>
          <p:spPr>
            <a:xfrm>
              <a:off x="15897225" y="7397750"/>
              <a:ext cx="365125" cy="244475"/>
            </a:xfrm>
            <a:custGeom>
              <a:rect b="b" l="l" r="r" t="t"/>
              <a:pathLst>
                <a:path extrusionOk="0" h="154" w="230">
                  <a:moveTo>
                    <a:pt x="2" y="10"/>
                  </a:moveTo>
                  <a:lnTo>
                    <a:pt x="2" y="10"/>
                  </a:lnTo>
                  <a:lnTo>
                    <a:pt x="0" y="16"/>
                  </a:lnTo>
                  <a:lnTo>
                    <a:pt x="0" y="20"/>
                  </a:lnTo>
                  <a:lnTo>
                    <a:pt x="2" y="32"/>
                  </a:lnTo>
                  <a:lnTo>
                    <a:pt x="8" y="44"/>
                  </a:lnTo>
                  <a:lnTo>
                    <a:pt x="18" y="58"/>
                  </a:lnTo>
                  <a:lnTo>
                    <a:pt x="32" y="74"/>
                  </a:lnTo>
                  <a:lnTo>
                    <a:pt x="50" y="88"/>
                  </a:lnTo>
                  <a:lnTo>
                    <a:pt x="70" y="104"/>
                  </a:lnTo>
                  <a:lnTo>
                    <a:pt x="92" y="118"/>
                  </a:lnTo>
                  <a:lnTo>
                    <a:pt x="92" y="118"/>
                  </a:lnTo>
                  <a:lnTo>
                    <a:pt x="116" y="130"/>
                  </a:lnTo>
                  <a:lnTo>
                    <a:pt x="138" y="140"/>
                  </a:lnTo>
                  <a:lnTo>
                    <a:pt x="160" y="146"/>
                  </a:lnTo>
                  <a:lnTo>
                    <a:pt x="178" y="152"/>
                  </a:lnTo>
                  <a:lnTo>
                    <a:pt x="196" y="154"/>
                  </a:lnTo>
                  <a:lnTo>
                    <a:pt x="210" y="152"/>
                  </a:lnTo>
                  <a:lnTo>
                    <a:pt x="222" y="148"/>
                  </a:lnTo>
                  <a:lnTo>
                    <a:pt x="226" y="146"/>
                  </a:lnTo>
                  <a:lnTo>
                    <a:pt x="228" y="142"/>
                  </a:lnTo>
                  <a:lnTo>
                    <a:pt x="228" y="142"/>
                  </a:lnTo>
                  <a:lnTo>
                    <a:pt x="230" y="136"/>
                  </a:lnTo>
                  <a:lnTo>
                    <a:pt x="230" y="132"/>
                  </a:lnTo>
                  <a:lnTo>
                    <a:pt x="228" y="120"/>
                  </a:lnTo>
                  <a:lnTo>
                    <a:pt x="222" y="108"/>
                  </a:lnTo>
                  <a:lnTo>
                    <a:pt x="212" y="94"/>
                  </a:lnTo>
                  <a:lnTo>
                    <a:pt x="198" y="78"/>
                  </a:lnTo>
                  <a:lnTo>
                    <a:pt x="182" y="64"/>
                  </a:lnTo>
                  <a:lnTo>
                    <a:pt x="162" y="48"/>
                  </a:lnTo>
                  <a:lnTo>
                    <a:pt x="140" y="36"/>
                  </a:lnTo>
                  <a:lnTo>
                    <a:pt x="140" y="36"/>
                  </a:lnTo>
                  <a:lnTo>
                    <a:pt x="116" y="22"/>
                  </a:lnTo>
                  <a:lnTo>
                    <a:pt x="94" y="12"/>
                  </a:lnTo>
                  <a:lnTo>
                    <a:pt x="72" y="6"/>
                  </a:lnTo>
                  <a:lnTo>
                    <a:pt x="52" y="0"/>
                  </a:lnTo>
                  <a:lnTo>
                    <a:pt x="36" y="0"/>
                  </a:lnTo>
                  <a:lnTo>
                    <a:pt x="20" y="0"/>
                  </a:lnTo>
                  <a:lnTo>
                    <a:pt x="10" y="4"/>
                  </a:lnTo>
                  <a:lnTo>
                    <a:pt x="6" y="6"/>
                  </a:lnTo>
                  <a:lnTo>
                    <a:pt x="2" y="10"/>
                  </a:lnTo>
                  <a:lnTo>
                    <a:pt x="2" y="10"/>
                  </a:lnTo>
                  <a:close/>
                  <a:moveTo>
                    <a:pt x="218" y="134"/>
                  </a:moveTo>
                  <a:lnTo>
                    <a:pt x="218" y="134"/>
                  </a:lnTo>
                  <a:lnTo>
                    <a:pt x="212" y="140"/>
                  </a:lnTo>
                  <a:lnTo>
                    <a:pt x="202" y="142"/>
                  </a:lnTo>
                  <a:lnTo>
                    <a:pt x="190" y="142"/>
                  </a:lnTo>
                  <a:lnTo>
                    <a:pt x="176" y="140"/>
                  </a:lnTo>
                  <a:lnTo>
                    <a:pt x="158" y="136"/>
                  </a:lnTo>
                  <a:lnTo>
                    <a:pt x="138" y="128"/>
                  </a:lnTo>
                  <a:lnTo>
                    <a:pt x="118" y="120"/>
                  </a:lnTo>
                  <a:lnTo>
                    <a:pt x="96" y="108"/>
                  </a:lnTo>
                  <a:lnTo>
                    <a:pt x="96" y="108"/>
                  </a:lnTo>
                  <a:lnTo>
                    <a:pt x="76" y="96"/>
                  </a:lnTo>
                  <a:lnTo>
                    <a:pt x="58" y="82"/>
                  </a:lnTo>
                  <a:lnTo>
                    <a:pt x="42" y="68"/>
                  </a:lnTo>
                  <a:lnTo>
                    <a:pt x="30" y="56"/>
                  </a:lnTo>
                  <a:lnTo>
                    <a:pt x="20" y="44"/>
                  </a:lnTo>
                  <a:lnTo>
                    <a:pt x="14" y="34"/>
                  </a:lnTo>
                  <a:lnTo>
                    <a:pt x="12" y="24"/>
                  </a:lnTo>
                  <a:lnTo>
                    <a:pt x="14" y="18"/>
                  </a:lnTo>
                  <a:lnTo>
                    <a:pt x="14" y="18"/>
                  </a:lnTo>
                  <a:lnTo>
                    <a:pt x="20" y="12"/>
                  </a:lnTo>
                  <a:lnTo>
                    <a:pt x="28" y="10"/>
                  </a:lnTo>
                  <a:lnTo>
                    <a:pt x="40" y="10"/>
                  </a:lnTo>
                  <a:lnTo>
                    <a:pt x="56" y="12"/>
                  </a:lnTo>
                  <a:lnTo>
                    <a:pt x="72" y="16"/>
                  </a:lnTo>
                  <a:lnTo>
                    <a:pt x="92" y="24"/>
                  </a:lnTo>
                  <a:lnTo>
                    <a:pt x="112" y="32"/>
                  </a:lnTo>
                  <a:lnTo>
                    <a:pt x="134" y="44"/>
                  </a:lnTo>
                  <a:lnTo>
                    <a:pt x="134" y="44"/>
                  </a:lnTo>
                  <a:lnTo>
                    <a:pt x="154" y="56"/>
                  </a:lnTo>
                  <a:lnTo>
                    <a:pt x="172" y="70"/>
                  </a:lnTo>
                  <a:lnTo>
                    <a:pt x="188" y="84"/>
                  </a:lnTo>
                  <a:lnTo>
                    <a:pt x="200" y="96"/>
                  </a:lnTo>
                  <a:lnTo>
                    <a:pt x="210" y="108"/>
                  </a:lnTo>
                  <a:lnTo>
                    <a:pt x="216" y="118"/>
                  </a:lnTo>
                  <a:lnTo>
                    <a:pt x="218" y="128"/>
                  </a:lnTo>
                  <a:lnTo>
                    <a:pt x="218" y="134"/>
                  </a:lnTo>
                  <a:lnTo>
                    <a:pt x="218" y="134"/>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5"/>
            <p:cNvSpPr/>
            <p:nvPr/>
          </p:nvSpPr>
          <p:spPr>
            <a:xfrm>
              <a:off x="15897225" y="7397750"/>
              <a:ext cx="365125" cy="244475"/>
            </a:xfrm>
            <a:custGeom>
              <a:rect b="b" l="l" r="r" t="t"/>
              <a:pathLst>
                <a:path extrusionOk="0" h="154" w="230">
                  <a:moveTo>
                    <a:pt x="140" y="118"/>
                  </a:moveTo>
                  <a:lnTo>
                    <a:pt x="140" y="118"/>
                  </a:lnTo>
                  <a:lnTo>
                    <a:pt x="162" y="104"/>
                  </a:lnTo>
                  <a:lnTo>
                    <a:pt x="182" y="88"/>
                  </a:lnTo>
                  <a:lnTo>
                    <a:pt x="198" y="74"/>
                  </a:lnTo>
                  <a:lnTo>
                    <a:pt x="212" y="58"/>
                  </a:lnTo>
                  <a:lnTo>
                    <a:pt x="222" y="44"/>
                  </a:lnTo>
                  <a:lnTo>
                    <a:pt x="228" y="32"/>
                  </a:lnTo>
                  <a:lnTo>
                    <a:pt x="230" y="20"/>
                  </a:lnTo>
                  <a:lnTo>
                    <a:pt x="230" y="16"/>
                  </a:lnTo>
                  <a:lnTo>
                    <a:pt x="228" y="10"/>
                  </a:lnTo>
                  <a:lnTo>
                    <a:pt x="228" y="10"/>
                  </a:lnTo>
                  <a:lnTo>
                    <a:pt x="226" y="6"/>
                  </a:lnTo>
                  <a:lnTo>
                    <a:pt x="222" y="4"/>
                  </a:lnTo>
                  <a:lnTo>
                    <a:pt x="210" y="0"/>
                  </a:lnTo>
                  <a:lnTo>
                    <a:pt x="196" y="0"/>
                  </a:lnTo>
                  <a:lnTo>
                    <a:pt x="178" y="0"/>
                  </a:lnTo>
                  <a:lnTo>
                    <a:pt x="160" y="6"/>
                  </a:lnTo>
                  <a:lnTo>
                    <a:pt x="138" y="12"/>
                  </a:lnTo>
                  <a:lnTo>
                    <a:pt x="116" y="22"/>
                  </a:lnTo>
                  <a:lnTo>
                    <a:pt x="92" y="36"/>
                  </a:lnTo>
                  <a:lnTo>
                    <a:pt x="92" y="36"/>
                  </a:lnTo>
                  <a:lnTo>
                    <a:pt x="70" y="48"/>
                  </a:lnTo>
                  <a:lnTo>
                    <a:pt x="50" y="64"/>
                  </a:lnTo>
                  <a:lnTo>
                    <a:pt x="32" y="78"/>
                  </a:lnTo>
                  <a:lnTo>
                    <a:pt x="18" y="94"/>
                  </a:lnTo>
                  <a:lnTo>
                    <a:pt x="8" y="108"/>
                  </a:lnTo>
                  <a:lnTo>
                    <a:pt x="2" y="120"/>
                  </a:lnTo>
                  <a:lnTo>
                    <a:pt x="0" y="132"/>
                  </a:lnTo>
                  <a:lnTo>
                    <a:pt x="0" y="136"/>
                  </a:lnTo>
                  <a:lnTo>
                    <a:pt x="2" y="142"/>
                  </a:lnTo>
                  <a:lnTo>
                    <a:pt x="2" y="142"/>
                  </a:lnTo>
                  <a:lnTo>
                    <a:pt x="6" y="146"/>
                  </a:lnTo>
                  <a:lnTo>
                    <a:pt x="10" y="148"/>
                  </a:lnTo>
                  <a:lnTo>
                    <a:pt x="20" y="152"/>
                  </a:lnTo>
                  <a:lnTo>
                    <a:pt x="36" y="154"/>
                  </a:lnTo>
                  <a:lnTo>
                    <a:pt x="52" y="152"/>
                  </a:lnTo>
                  <a:lnTo>
                    <a:pt x="72" y="146"/>
                  </a:lnTo>
                  <a:lnTo>
                    <a:pt x="94" y="140"/>
                  </a:lnTo>
                  <a:lnTo>
                    <a:pt x="116" y="130"/>
                  </a:lnTo>
                  <a:lnTo>
                    <a:pt x="140" y="118"/>
                  </a:lnTo>
                  <a:lnTo>
                    <a:pt x="140" y="118"/>
                  </a:lnTo>
                  <a:close/>
                  <a:moveTo>
                    <a:pt x="134" y="108"/>
                  </a:moveTo>
                  <a:lnTo>
                    <a:pt x="134" y="108"/>
                  </a:lnTo>
                  <a:lnTo>
                    <a:pt x="112" y="120"/>
                  </a:lnTo>
                  <a:lnTo>
                    <a:pt x="92" y="128"/>
                  </a:lnTo>
                  <a:lnTo>
                    <a:pt x="72" y="136"/>
                  </a:lnTo>
                  <a:lnTo>
                    <a:pt x="56" y="140"/>
                  </a:lnTo>
                  <a:lnTo>
                    <a:pt x="40" y="142"/>
                  </a:lnTo>
                  <a:lnTo>
                    <a:pt x="28" y="142"/>
                  </a:lnTo>
                  <a:lnTo>
                    <a:pt x="20" y="140"/>
                  </a:lnTo>
                  <a:lnTo>
                    <a:pt x="14" y="134"/>
                  </a:lnTo>
                  <a:lnTo>
                    <a:pt x="14" y="134"/>
                  </a:lnTo>
                  <a:lnTo>
                    <a:pt x="12" y="128"/>
                  </a:lnTo>
                  <a:lnTo>
                    <a:pt x="14" y="118"/>
                  </a:lnTo>
                  <a:lnTo>
                    <a:pt x="20" y="108"/>
                  </a:lnTo>
                  <a:lnTo>
                    <a:pt x="30" y="96"/>
                  </a:lnTo>
                  <a:lnTo>
                    <a:pt x="42" y="84"/>
                  </a:lnTo>
                  <a:lnTo>
                    <a:pt x="58" y="70"/>
                  </a:lnTo>
                  <a:lnTo>
                    <a:pt x="76" y="56"/>
                  </a:lnTo>
                  <a:lnTo>
                    <a:pt x="96" y="44"/>
                  </a:lnTo>
                  <a:lnTo>
                    <a:pt x="96" y="44"/>
                  </a:lnTo>
                  <a:lnTo>
                    <a:pt x="118" y="32"/>
                  </a:lnTo>
                  <a:lnTo>
                    <a:pt x="138" y="24"/>
                  </a:lnTo>
                  <a:lnTo>
                    <a:pt x="158" y="16"/>
                  </a:lnTo>
                  <a:lnTo>
                    <a:pt x="176" y="12"/>
                  </a:lnTo>
                  <a:lnTo>
                    <a:pt x="190" y="10"/>
                  </a:lnTo>
                  <a:lnTo>
                    <a:pt x="202" y="10"/>
                  </a:lnTo>
                  <a:lnTo>
                    <a:pt x="212" y="12"/>
                  </a:lnTo>
                  <a:lnTo>
                    <a:pt x="218" y="18"/>
                  </a:lnTo>
                  <a:lnTo>
                    <a:pt x="218" y="18"/>
                  </a:lnTo>
                  <a:lnTo>
                    <a:pt x="218" y="24"/>
                  </a:lnTo>
                  <a:lnTo>
                    <a:pt x="216" y="34"/>
                  </a:lnTo>
                  <a:lnTo>
                    <a:pt x="210" y="44"/>
                  </a:lnTo>
                  <a:lnTo>
                    <a:pt x="200" y="56"/>
                  </a:lnTo>
                  <a:lnTo>
                    <a:pt x="188" y="68"/>
                  </a:lnTo>
                  <a:lnTo>
                    <a:pt x="172" y="82"/>
                  </a:lnTo>
                  <a:lnTo>
                    <a:pt x="154" y="96"/>
                  </a:lnTo>
                  <a:lnTo>
                    <a:pt x="134" y="108"/>
                  </a:lnTo>
                  <a:lnTo>
                    <a:pt x="134" y="108"/>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5"/>
            <p:cNvSpPr/>
            <p:nvPr/>
          </p:nvSpPr>
          <p:spPr>
            <a:xfrm>
              <a:off x="16052800" y="7489825"/>
              <a:ext cx="57150" cy="57150"/>
            </a:xfrm>
            <a:custGeom>
              <a:rect b="b" l="l" r="r" t="t"/>
              <a:pathLst>
                <a:path extrusionOk="0" h="36" w="36">
                  <a:moveTo>
                    <a:pt x="36" y="18"/>
                  </a:moveTo>
                  <a:lnTo>
                    <a:pt x="36" y="18"/>
                  </a:lnTo>
                  <a:lnTo>
                    <a:pt x="34" y="26"/>
                  </a:lnTo>
                  <a:lnTo>
                    <a:pt x="30" y="30"/>
                  </a:lnTo>
                  <a:lnTo>
                    <a:pt x="24" y="34"/>
                  </a:lnTo>
                  <a:lnTo>
                    <a:pt x="18" y="36"/>
                  </a:lnTo>
                  <a:lnTo>
                    <a:pt x="18" y="36"/>
                  </a:lnTo>
                  <a:lnTo>
                    <a:pt x="10" y="34"/>
                  </a:lnTo>
                  <a:lnTo>
                    <a:pt x="4" y="30"/>
                  </a:lnTo>
                  <a:lnTo>
                    <a:pt x="0" y="26"/>
                  </a:lnTo>
                  <a:lnTo>
                    <a:pt x="0" y="18"/>
                  </a:lnTo>
                  <a:lnTo>
                    <a:pt x="0" y="18"/>
                  </a:lnTo>
                  <a:lnTo>
                    <a:pt x="0" y="10"/>
                  </a:lnTo>
                  <a:lnTo>
                    <a:pt x="4" y="6"/>
                  </a:lnTo>
                  <a:lnTo>
                    <a:pt x="10" y="2"/>
                  </a:lnTo>
                  <a:lnTo>
                    <a:pt x="18" y="0"/>
                  </a:lnTo>
                  <a:lnTo>
                    <a:pt x="18" y="0"/>
                  </a:lnTo>
                  <a:lnTo>
                    <a:pt x="24" y="2"/>
                  </a:lnTo>
                  <a:lnTo>
                    <a:pt x="30" y="6"/>
                  </a:lnTo>
                  <a:lnTo>
                    <a:pt x="34" y="10"/>
                  </a:lnTo>
                  <a:lnTo>
                    <a:pt x="36" y="18"/>
                  </a:lnTo>
                  <a:lnTo>
                    <a:pt x="36" y="18"/>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5" name="Google Shape;475;p5"/>
          <p:cNvSpPr/>
          <p:nvPr/>
        </p:nvSpPr>
        <p:spPr>
          <a:xfrm>
            <a:off x="4684125" y="4131934"/>
            <a:ext cx="2918765" cy="715544"/>
          </a:xfrm>
          <a:prstGeom prst="rect">
            <a:avLst/>
          </a:prstGeom>
          <a:noFill/>
          <a:ln>
            <a:noFill/>
          </a:ln>
        </p:spPr>
        <p:txBody>
          <a:bodyPr anchorCtr="0" anchor="t" bIns="34250" lIns="68525" spcFirstLastPara="1" rIns="68525" wrap="square" tIns="34250">
            <a:spAutoFit/>
          </a:bodyPr>
          <a:lstStyle/>
          <a:p>
            <a:pPr indent="0" lvl="0" marL="0" marR="0" rtl="0" algn="l">
              <a:lnSpc>
                <a:spcPct val="150000"/>
              </a:lnSpc>
              <a:spcBef>
                <a:spcPts val="0"/>
              </a:spcBef>
              <a:spcAft>
                <a:spcPts val="0"/>
              </a:spcAft>
              <a:buNone/>
            </a:pPr>
            <a:r>
              <a:rPr lang="en-US" sz="1400">
                <a:solidFill>
                  <a:schemeClr val="dk1"/>
                </a:solidFill>
                <a:latin typeface="Arial"/>
                <a:ea typeface="Arial"/>
                <a:cs typeface="Arial"/>
                <a:sym typeface="Arial"/>
              </a:rPr>
              <a:t>+Wi-Fi，LTE ,安全，VPN，语音…</a:t>
            </a:r>
            <a:endParaRPr/>
          </a:p>
          <a:p>
            <a:pPr indent="0" lvl="0" marL="0" marR="0" rtl="0" algn="l">
              <a:lnSpc>
                <a:spcPct val="150000"/>
              </a:lnSpc>
              <a:spcBef>
                <a:spcPts val="0"/>
              </a:spcBef>
              <a:spcAft>
                <a:spcPts val="0"/>
              </a:spcAft>
              <a:buNone/>
            </a:pPr>
            <a:r>
              <a:rPr lang="en-US" sz="1400">
                <a:solidFill>
                  <a:schemeClr val="dk1"/>
                </a:solidFill>
                <a:latin typeface="Arial"/>
                <a:ea typeface="Arial"/>
                <a:cs typeface="Arial"/>
                <a:sym typeface="Arial"/>
              </a:rPr>
              <a:t>+</a:t>
            </a:r>
            <a:r>
              <a:rPr lang="en-US" sz="1400">
                <a:solidFill>
                  <a:srgbClr val="A3A3A3"/>
                </a:solidFill>
                <a:latin typeface="Arial"/>
                <a:ea typeface="Arial"/>
                <a:cs typeface="Arial"/>
                <a:sym typeface="Arial"/>
              </a:rPr>
              <a:t>路由，交换</a:t>
            </a:r>
            <a:endParaRPr sz="1400">
              <a:solidFill>
                <a:schemeClr val="dk1"/>
              </a:solidFill>
              <a:latin typeface="Arial"/>
              <a:ea typeface="Arial"/>
              <a:cs typeface="Arial"/>
              <a:sym typeface="Arial"/>
            </a:endParaRPr>
          </a:p>
        </p:txBody>
      </p:sp>
      <p:sp>
        <p:nvSpPr>
          <p:cNvPr id="476" name="Google Shape;476;p5"/>
          <p:cNvSpPr/>
          <p:nvPr/>
        </p:nvSpPr>
        <p:spPr>
          <a:xfrm>
            <a:off x="8843570" y="2243527"/>
            <a:ext cx="971822" cy="972000"/>
          </a:xfrm>
          <a:prstGeom prst="ellipse">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7" name="Google Shape;477;p5"/>
          <p:cNvSpPr/>
          <p:nvPr/>
        </p:nvSpPr>
        <p:spPr>
          <a:xfrm>
            <a:off x="8955768" y="2450553"/>
            <a:ext cx="744754" cy="595297"/>
          </a:xfrm>
          <a:custGeom>
            <a:rect b="b" l="l" r="r" t="t"/>
            <a:pathLst>
              <a:path extrusionOk="0" h="470" w="588">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A3A3A3"/>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5"/>
          <p:cNvSpPr/>
          <p:nvPr/>
        </p:nvSpPr>
        <p:spPr>
          <a:xfrm>
            <a:off x="8111667" y="3449258"/>
            <a:ext cx="3073358" cy="1361875"/>
          </a:xfrm>
          <a:prstGeom prst="rect">
            <a:avLst/>
          </a:prstGeom>
          <a:noFill/>
          <a:ln>
            <a:noFill/>
          </a:ln>
        </p:spPr>
        <p:txBody>
          <a:bodyPr anchorCtr="0" anchor="t" bIns="34250" lIns="68525" spcFirstLastPara="1" rIns="68525" wrap="square" tIns="34250">
            <a:spAutoFit/>
          </a:bodyPr>
          <a:lstStyle/>
          <a:p>
            <a:pPr indent="0" lvl="0" marL="0" marR="0" rtl="0" algn="l">
              <a:lnSpc>
                <a:spcPct val="150000"/>
              </a:lnSpc>
              <a:spcBef>
                <a:spcPts val="0"/>
              </a:spcBef>
              <a:spcAft>
                <a:spcPts val="0"/>
              </a:spcAft>
              <a:buNone/>
            </a:pPr>
            <a:r>
              <a:rPr b="1" lang="en-US" sz="1400">
                <a:solidFill>
                  <a:srgbClr val="C00000"/>
                </a:solidFill>
                <a:latin typeface="Arial"/>
                <a:ea typeface="Arial"/>
                <a:cs typeface="Arial"/>
                <a:sym typeface="Arial"/>
              </a:rPr>
              <a:t>+5G, SD-WAN</a:t>
            </a:r>
            <a:endParaRPr/>
          </a:p>
          <a:p>
            <a:pPr indent="0" lvl="0" marL="0" marR="0" rtl="0" algn="l">
              <a:lnSpc>
                <a:spcPct val="150000"/>
              </a:lnSpc>
              <a:spcBef>
                <a:spcPts val="0"/>
              </a:spcBef>
              <a:spcAft>
                <a:spcPts val="0"/>
              </a:spcAft>
              <a:buNone/>
            </a:pPr>
            <a:r>
              <a:rPr b="1" lang="en-US" sz="1400">
                <a:solidFill>
                  <a:srgbClr val="C00000"/>
                </a:solidFill>
                <a:latin typeface="Arial"/>
                <a:ea typeface="Arial"/>
                <a:cs typeface="Arial"/>
                <a:sym typeface="Arial"/>
              </a:rPr>
              <a:t>+应用识别和优化</a:t>
            </a:r>
            <a:endParaRPr b="1" sz="1400">
              <a:solidFill>
                <a:srgbClr val="C00000"/>
              </a:solidFill>
              <a:latin typeface="Arial"/>
              <a:ea typeface="Arial"/>
              <a:cs typeface="Arial"/>
              <a:sym typeface="Arial"/>
            </a:endParaRPr>
          </a:p>
          <a:p>
            <a:pPr indent="0" lvl="0" marL="0" marR="0" rtl="0" algn="l">
              <a:lnSpc>
                <a:spcPct val="150000"/>
              </a:lnSpc>
              <a:spcBef>
                <a:spcPts val="0"/>
              </a:spcBef>
              <a:spcAft>
                <a:spcPts val="0"/>
              </a:spcAft>
              <a:buNone/>
            </a:pPr>
            <a:r>
              <a:rPr lang="en-US" sz="1400">
                <a:solidFill>
                  <a:schemeClr val="dk1"/>
                </a:solidFill>
                <a:latin typeface="Arial"/>
                <a:ea typeface="Arial"/>
                <a:cs typeface="Arial"/>
                <a:sym typeface="Arial"/>
              </a:rPr>
              <a:t>+Wi-Fi，LTE ,安全，VPN，语音…</a:t>
            </a:r>
            <a:endParaRPr/>
          </a:p>
          <a:p>
            <a:pPr indent="0" lvl="0" marL="0" marR="0" rtl="0" algn="l">
              <a:lnSpc>
                <a:spcPct val="150000"/>
              </a:lnSpc>
              <a:spcBef>
                <a:spcPts val="0"/>
              </a:spcBef>
              <a:spcAft>
                <a:spcPts val="0"/>
              </a:spcAft>
              <a:buNone/>
            </a:pPr>
            <a:r>
              <a:rPr lang="en-US" sz="1400">
                <a:solidFill>
                  <a:schemeClr val="dk1"/>
                </a:solidFill>
                <a:latin typeface="Arial"/>
                <a:ea typeface="Arial"/>
                <a:cs typeface="Arial"/>
                <a:sym typeface="Arial"/>
              </a:rPr>
              <a:t>+</a:t>
            </a:r>
            <a:r>
              <a:rPr lang="en-US" sz="1400">
                <a:solidFill>
                  <a:srgbClr val="A3A3A3"/>
                </a:solidFill>
                <a:latin typeface="Arial"/>
                <a:ea typeface="Arial"/>
                <a:cs typeface="Arial"/>
                <a:sym typeface="Arial"/>
              </a:rPr>
              <a:t>路由，交换</a:t>
            </a:r>
            <a:endParaRPr sz="1400">
              <a:solidFill>
                <a:schemeClr val="dk1"/>
              </a:solidFill>
              <a:latin typeface="Arial"/>
              <a:ea typeface="Arial"/>
              <a:cs typeface="Arial"/>
              <a:sym typeface="Arial"/>
            </a:endParaRPr>
          </a:p>
        </p:txBody>
      </p:sp>
      <p:sp>
        <p:nvSpPr>
          <p:cNvPr id="479" name="Google Shape;479;p5"/>
          <p:cNvSpPr/>
          <p:nvPr/>
        </p:nvSpPr>
        <p:spPr>
          <a:xfrm>
            <a:off x="1259841" y="5268368"/>
            <a:ext cx="9392244"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800">
                <a:solidFill>
                  <a:srgbClr val="000000"/>
                </a:solidFill>
                <a:latin typeface="Arial"/>
                <a:ea typeface="Arial"/>
                <a:cs typeface="Arial"/>
                <a:sym typeface="Arial"/>
              </a:rPr>
              <a:t>分支互联将原生支持5G+SD-WAN技术，从L2~L4路由转发向L3~L7应用体验保障升级</a:t>
            </a:r>
            <a:endParaRPr b="1" sz="1800">
              <a:solidFill>
                <a:srgbClr val="000000"/>
              </a:solidFill>
              <a:latin typeface="Arial"/>
              <a:ea typeface="Arial"/>
              <a:cs typeface="Arial"/>
              <a:sym typeface="Arial"/>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6"/>
          <p:cNvGrpSpPr/>
          <p:nvPr/>
        </p:nvGrpSpPr>
        <p:grpSpPr>
          <a:xfrm rot="5400000">
            <a:off x="5087264" y="265056"/>
            <a:ext cx="2078704" cy="5767421"/>
            <a:chOff x="10204861" y="371793"/>
            <a:chExt cx="1034636" cy="1870710"/>
          </a:xfrm>
        </p:grpSpPr>
        <p:sp>
          <p:nvSpPr>
            <p:cNvPr id="486" name="Google Shape;486;p6"/>
            <p:cNvSpPr/>
            <p:nvPr/>
          </p:nvSpPr>
          <p:spPr>
            <a:xfrm rot="10800000">
              <a:off x="10204861" y="371793"/>
              <a:ext cx="1019397" cy="1870710"/>
            </a:xfrm>
            <a:custGeom>
              <a:rect b="b" l="l" r="r" t="t"/>
              <a:pathLst>
                <a:path extrusionOk="0" h="2356" w="2158">
                  <a:moveTo>
                    <a:pt x="0" y="2356"/>
                  </a:moveTo>
                  <a:lnTo>
                    <a:pt x="0" y="0"/>
                  </a:lnTo>
                  <a:lnTo>
                    <a:pt x="0" y="0"/>
                  </a:lnTo>
                  <a:lnTo>
                    <a:pt x="20" y="36"/>
                  </a:lnTo>
                  <a:lnTo>
                    <a:pt x="42" y="70"/>
                  </a:lnTo>
                  <a:lnTo>
                    <a:pt x="67" y="105"/>
                  </a:lnTo>
                  <a:lnTo>
                    <a:pt x="92" y="139"/>
                  </a:lnTo>
                  <a:lnTo>
                    <a:pt x="120" y="172"/>
                  </a:lnTo>
                  <a:lnTo>
                    <a:pt x="149" y="205"/>
                  </a:lnTo>
                  <a:lnTo>
                    <a:pt x="180" y="238"/>
                  </a:lnTo>
                  <a:lnTo>
                    <a:pt x="211" y="269"/>
                  </a:lnTo>
                  <a:lnTo>
                    <a:pt x="244" y="300"/>
                  </a:lnTo>
                  <a:lnTo>
                    <a:pt x="280" y="332"/>
                  </a:lnTo>
                  <a:lnTo>
                    <a:pt x="316" y="363"/>
                  </a:lnTo>
                  <a:lnTo>
                    <a:pt x="352" y="393"/>
                  </a:lnTo>
                  <a:lnTo>
                    <a:pt x="391" y="421"/>
                  </a:lnTo>
                  <a:lnTo>
                    <a:pt x="430" y="451"/>
                  </a:lnTo>
                  <a:lnTo>
                    <a:pt x="471" y="479"/>
                  </a:lnTo>
                  <a:lnTo>
                    <a:pt x="511" y="507"/>
                  </a:lnTo>
                  <a:lnTo>
                    <a:pt x="596" y="560"/>
                  </a:lnTo>
                  <a:lnTo>
                    <a:pt x="683" y="612"/>
                  </a:lnTo>
                  <a:lnTo>
                    <a:pt x="773" y="662"/>
                  </a:lnTo>
                  <a:lnTo>
                    <a:pt x="865" y="709"/>
                  </a:lnTo>
                  <a:lnTo>
                    <a:pt x="957" y="754"/>
                  </a:lnTo>
                  <a:lnTo>
                    <a:pt x="1049" y="798"/>
                  </a:lnTo>
                  <a:lnTo>
                    <a:pt x="1142" y="839"/>
                  </a:lnTo>
                  <a:lnTo>
                    <a:pt x="1234" y="878"/>
                  </a:lnTo>
                  <a:lnTo>
                    <a:pt x="1325" y="914"/>
                  </a:lnTo>
                  <a:lnTo>
                    <a:pt x="1414" y="948"/>
                  </a:lnTo>
                  <a:lnTo>
                    <a:pt x="1500" y="979"/>
                  </a:lnTo>
                  <a:lnTo>
                    <a:pt x="1584" y="1009"/>
                  </a:lnTo>
                  <a:lnTo>
                    <a:pt x="1664" y="1037"/>
                  </a:lnTo>
                  <a:lnTo>
                    <a:pt x="1740" y="1062"/>
                  </a:lnTo>
                  <a:lnTo>
                    <a:pt x="1878" y="1106"/>
                  </a:lnTo>
                  <a:lnTo>
                    <a:pt x="1994" y="1139"/>
                  </a:lnTo>
                  <a:lnTo>
                    <a:pt x="2081" y="1164"/>
                  </a:lnTo>
                  <a:lnTo>
                    <a:pt x="2158" y="1183"/>
                  </a:lnTo>
                  <a:lnTo>
                    <a:pt x="2158" y="1183"/>
                  </a:lnTo>
                  <a:lnTo>
                    <a:pt x="2081" y="1195"/>
                  </a:lnTo>
                  <a:lnTo>
                    <a:pt x="1992" y="1212"/>
                  </a:lnTo>
                  <a:lnTo>
                    <a:pt x="1877" y="1236"/>
                  </a:lnTo>
                  <a:lnTo>
                    <a:pt x="1809" y="1252"/>
                  </a:lnTo>
                  <a:lnTo>
                    <a:pt x="1737" y="1269"/>
                  </a:lnTo>
                  <a:lnTo>
                    <a:pt x="1661" y="1288"/>
                  </a:lnTo>
                  <a:lnTo>
                    <a:pt x="1579" y="1309"/>
                  </a:lnTo>
                  <a:lnTo>
                    <a:pt x="1495" y="1333"/>
                  </a:lnTo>
                  <a:lnTo>
                    <a:pt x="1407" y="1361"/>
                  </a:lnTo>
                  <a:lnTo>
                    <a:pt x="1318" y="1389"/>
                  </a:lnTo>
                  <a:lnTo>
                    <a:pt x="1226" y="1422"/>
                  </a:lnTo>
                  <a:lnTo>
                    <a:pt x="1134" y="1456"/>
                  </a:lnTo>
                  <a:lnTo>
                    <a:pt x="1041" y="1494"/>
                  </a:lnTo>
                  <a:lnTo>
                    <a:pt x="948" y="1533"/>
                  </a:lnTo>
                  <a:lnTo>
                    <a:pt x="855" y="1577"/>
                  </a:lnTo>
                  <a:lnTo>
                    <a:pt x="765" y="1624"/>
                  </a:lnTo>
                  <a:lnTo>
                    <a:pt x="719" y="1647"/>
                  </a:lnTo>
                  <a:lnTo>
                    <a:pt x="676" y="1672"/>
                  </a:lnTo>
                  <a:lnTo>
                    <a:pt x="632" y="1699"/>
                  </a:lnTo>
                  <a:lnTo>
                    <a:pt x="588" y="1726"/>
                  </a:lnTo>
                  <a:lnTo>
                    <a:pt x="546" y="1752"/>
                  </a:lnTo>
                  <a:lnTo>
                    <a:pt x="504" y="1782"/>
                  </a:lnTo>
                  <a:lnTo>
                    <a:pt x="463" y="1810"/>
                  </a:lnTo>
                  <a:lnTo>
                    <a:pt x="422" y="1840"/>
                  </a:lnTo>
                  <a:lnTo>
                    <a:pt x="383" y="1871"/>
                  </a:lnTo>
                  <a:lnTo>
                    <a:pt x="346" y="1904"/>
                  </a:lnTo>
                  <a:lnTo>
                    <a:pt x="308" y="1935"/>
                  </a:lnTo>
                  <a:lnTo>
                    <a:pt x="274" y="1970"/>
                  </a:lnTo>
                  <a:lnTo>
                    <a:pt x="239" y="2004"/>
                  </a:lnTo>
                  <a:lnTo>
                    <a:pt x="206" y="2040"/>
                  </a:lnTo>
                  <a:lnTo>
                    <a:pt x="175" y="2076"/>
                  </a:lnTo>
                  <a:lnTo>
                    <a:pt x="144" y="2114"/>
                  </a:lnTo>
                  <a:lnTo>
                    <a:pt x="116" y="2151"/>
                  </a:lnTo>
                  <a:lnTo>
                    <a:pt x="89" y="2190"/>
                  </a:lnTo>
                  <a:lnTo>
                    <a:pt x="64" y="2231"/>
                  </a:lnTo>
                  <a:lnTo>
                    <a:pt x="41" y="2272"/>
                  </a:lnTo>
                  <a:lnTo>
                    <a:pt x="19" y="2314"/>
                  </a:lnTo>
                  <a:lnTo>
                    <a:pt x="0" y="2356"/>
                  </a:lnTo>
                  <a:lnTo>
                    <a:pt x="0" y="2356"/>
                  </a:lnTo>
                  <a:close/>
                </a:path>
              </a:pathLst>
            </a:custGeom>
            <a:gradFill>
              <a:gsLst>
                <a:gs pos="0">
                  <a:srgbClr val="FFFFFF"/>
                </a:gs>
                <a:gs pos="100000">
                  <a:srgbClr val="FFFFFF"/>
                </a:gs>
              </a:gsLst>
              <a:lin ang="10800000" scaled="0"/>
            </a:gradFill>
            <a:ln cap="flat" cmpd="sng" w="9525">
              <a:solidFill>
                <a:srgbClr val="8296B0">
                  <a:alpha val="52941"/>
                </a:srgbClr>
              </a:solidFill>
              <a:prstDash val="solid"/>
              <a:miter lim="8000"/>
              <a:headEnd len="sm" w="sm" type="none"/>
              <a:tailEnd len="sm" w="sm" type="none"/>
            </a:ln>
          </p:spPr>
          <p:txBody>
            <a:bodyPr anchorCtr="0" anchor="ctr" bIns="45700" lIns="91425" spcFirstLastPara="1" rIns="91425" wrap="square" tIns="45700">
              <a:noAutofit/>
            </a:bodyPr>
            <a:lstStyle/>
            <a:p>
              <a:pPr indent="121920" lvl="0" marL="0" marR="0" rtl="0" algn="ctr">
                <a:lnSpc>
                  <a:spcPct val="233312"/>
                </a:lnSpc>
                <a:spcBef>
                  <a:spcPts val="0"/>
                </a:spcBef>
                <a:spcAft>
                  <a:spcPts val="0"/>
                </a:spcAft>
                <a:buClr>
                  <a:srgbClr val="CC9900"/>
                </a:buClr>
                <a:buSzPts val="1920"/>
                <a:buFont typeface="Noto Sans Symbols"/>
                <a:buNone/>
              </a:pPr>
              <a:r>
                <a:t/>
              </a:r>
              <a:endParaRPr sz="3200">
                <a:solidFill>
                  <a:srgbClr val="FFFFFF"/>
                </a:solidFill>
                <a:latin typeface="Arial"/>
                <a:ea typeface="Arial"/>
                <a:cs typeface="Arial"/>
                <a:sym typeface="Arial"/>
              </a:endParaRPr>
            </a:p>
          </p:txBody>
        </p:sp>
        <p:sp>
          <p:nvSpPr>
            <p:cNvPr id="487" name="Google Shape;487;p6"/>
            <p:cNvSpPr/>
            <p:nvPr/>
          </p:nvSpPr>
          <p:spPr>
            <a:xfrm rot="10800000">
              <a:off x="10220100" y="1058047"/>
              <a:ext cx="1019397" cy="527367"/>
            </a:xfrm>
            <a:custGeom>
              <a:rect b="b" l="l" r="r" t="t"/>
              <a:pathLst>
                <a:path extrusionOk="0" h="2356" w="2158">
                  <a:moveTo>
                    <a:pt x="0" y="2356"/>
                  </a:moveTo>
                  <a:lnTo>
                    <a:pt x="0" y="0"/>
                  </a:lnTo>
                  <a:lnTo>
                    <a:pt x="0" y="0"/>
                  </a:lnTo>
                  <a:lnTo>
                    <a:pt x="20" y="36"/>
                  </a:lnTo>
                  <a:lnTo>
                    <a:pt x="42" y="70"/>
                  </a:lnTo>
                  <a:lnTo>
                    <a:pt x="67" y="105"/>
                  </a:lnTo>
                  <a:lnTo>
                    <a:pt x="92" y="139"/>
                  </a:lnTo>
                  <a:lnTo>
                    <a:pt x="120" y="172"/>
                  </a:lnTo>
                  <a:lnTo>
                    <a:pt x="149" y="205"/>
                  </a:lnTo>
                  <a:lnTo>
                    <a:pt x="180" y="238"/>
                  </a:lnTo>
                  <a:lnTo>
                    <a:pt x="211" y="269"/>
                  </a:lnTo>
                  <a:lnTo>
                    <a:pt x="244" y="300"/>
                  </a:lnTo>
                  <a:lnTo>
                    <a:pt x="280" y="332"/>
                  </a:lnTo>
                  <a:lnTo>
                    <a:pt x="316" y="363"/>
                  </a:lnTo>
                  <a:lnTo>
                    <a:pt x="352" y="393"/>
                  </a:lnTo>
                  <a:lnTo>
                    <a:pt x="391" y="421"/>
                  </a:lnTo>
                  <a:lnTo>
                    <a:pt x="430" y="451"/>
                  </a:lnTo>
                  <a:lnTo>
                    <a:pt x="471" y="479"/>
                  </a:lnTo>
                  <a:lnTo>
                    <a:pt x="511" y="507"/>
                  </a:lnTo>
                  <a:lnTo>
                    <a:pt x="596" y="560"/>
                  </a:lnTo>
                  <a:lnTo>
                    <a:pt x="683" y="612"/>
                  </a:lnTo>
                  <a:lnTo>
                    <a:pt x="773" y="662"/>
                  </a:lnTo>
                  <a:lnTo>
                    <a:pt x="865" y="709"/>
                  </a:lnTo>
                  <a:lnTo>
                    <a:pt x="957" y="754"/>
                  </a:lnTo>
                  <a:lnTo>
                    <a:pt x="1049" y="798"/>
                  </a:lnTo>
                  <a:lnTo>
                    <a:pt x="1142" y="839"/>
                  </a:lnTo>
                  <a:lnTo>
                    <a:pt x="1234" y="878"/>
                  </a:lnTo>
                  <a:lnTo>
                    <a:pt x="1325" y="914"/>
                  </a:lnTo>
                  <a:lnTo>
                    <a:pt x="1414" y="948"/>
                  </a:lnTo>
                  <a:lnTo>
                    <a:pt x="1500" y="979"/>
                  </a:lnTo>
                  <a:lnTo>
                    <a:pt x="1584" y="1009"/>
                  </a:lnTo>
                  <a:lnTo>
                    <a:pt x="1664" y="1037"/>
                  </a:lnTo>
                  <a:lnTo>
                    <a:pt x="1740" y="1062"/>
                  </a:lnTo>
                  <a:lnTo>
                    <a:pt x="1878" y="1106"/>
                  </a:lnTo>
                  <a:lnTo>
                    <a:pt x="1994" y="1139"/>
                  </a:lnTo>
                  <a:lnTo>
                    <a:pt x="2081" y="1164"/>
                  </a:lnTo>
                  <a:lnTo>
                    <a:pt x="2158" y="1183"/>
                  </a:lnTo>
                  <a:lnTo>
                    <a:pt x="2158" y="1183"/>
                  </a:lnTo>
                  <a:lnTo>
                    <a:pt x="2081" y="1195"/>
                  </a:lnTo>
                  <a:lnTo>
                    <a:pt x="1992" y="1212"/>
                  </a:lnTo>
                  <a:lnTo>
                    <a:pt x="1877" y="1236"/>
                  </a:lnTo>
                  <a:lnTo>
                    <a:pt x="1809" y="1252"/>
                  </a:lnTo>
                  <a:lnTo>
                    <a:pt x="1737" y="1269"/>
                  </a:lnTo>
                  <a:lnTo>
                    <a:pt x="1661" y="1288"/>
                  </a:lnTo>
                  <a:lnTo>
                    <a:pt x="1579" y="1309"/>
                  </a:lnTo>
                  <a:lnTo>
                    <a:pt x="1495" y="1333"/>
                  </a:lnTo>
                  <a:lnTo>
                    <a:pt x="1407" y="1361"/>
                  </a:lnTo>
                  <a:lnTo>
                    <a:pt x="1318" y="1389"/>
                  </a:lnTo>
                  <a:lnTo>
                    <a:pt x="1226" y="1422"/>
                  </a:lnTo>
                  <a:lnTo>
                    <a:pt x="1134" y="1456"/>
                  </a:lnTo>
                  <a:lnTo>
                    <a:pt x="1041" y="1494"/>
                  </a:lnTo>
                  <a:lnTo>
                    <a:pt x="948" y="1533"/>
                  </a:lnTo>
                  <a:lnTo>
                    <a:pt x="855" y="1577"/>
                  </a:lnTo>
                  <a:lnTo>
                    <a:pt x="765" y="1624"/>
                  </a:lnTo>
                  <a:lnTo>
                    <a:pt x="719" y="1647"/>
                  </a:lnTo>
                  <a:lnTo>
                    <a:pt x="676" y="1672"/>
                  </a:lnTo>
                  <a:lnTo>
                    <a:pt x="632" y="1699"/>
                  </a:lnTo>
                  <a:lnTo>
                    <a:pt x="588" y="1726"/>
                  </a:lnTo>
                  <a:lnTo>
                    <a:pt x="546" y="1752"/>
                  </a:lnTo>
                  <a:lnTo>
                    <a:pt x="504" y="1782"/>
                  </a:lnTo>
                  <a:lnTo>
                    <a:pt x="463" y="1810"/>
                  </a:lnTo>
                  <a:lnTo>
                    <a:pt x="422" y="1840"/>
                  </a:lnTo>
                  <a:lnTo>
                    <a:pt x="383" y="1871"/>
                  </a:lnTo>
                  <a:lnTo>
                    <a:pt x="346" y="1904"/>
                  </a:lnTo>
                  <a:lnTo>
                    <a:pt x="308" y="1935"/>
                  </a:lnTo>
                  <a:lnTo>
                    <a:pt x="274" y="1970"/>
                  </a:lnTo>
                  <a:lnTo>
                    <a:pt x="239" y="2004"/>
                  </a:lnTo>
                  <a:lnTo>
                    <a:pt x="206" y="2040"/>
                  </a:lnTo>
                  <a:lnTo>
                    <a:pt x="175" y="2076"/>
                  </a:lnTo>
                  <a:lnTo>
                    <a:pt x="144" y="2114"/>
                  </a:lnTo>
                  <a:lnTo>
                    <a:pt x="116" y="2151"/>
                  </a:lnTo>
                  <a:lnTo>
                    <a:pt x="89" y="2190"/>
                  </a:lnTo>
                  <a:lnTo>
                    <a:pt x="64" y="2231"/>
                  </a:lnTo>
                  <a:lnTo>
                    <a:pt x="41" y="2272"/>
                  </a:lnTo>
                  <a:lnTo>
                    <a:pt x="19" y="2314"/>
                  </a:lnTo>
                  <a:lnTo>
                    <a:pt x="0" y="2356"/>
                  </a:lnTo>
                  <a:lnTo>
                    <a:pt x="0" y="2356"/>
                  </a:lnTo>
                  <a:close/>
                </a:path>
              </a:pathLst>
            </a:custGeom>
            <a:gradFill>
              <a:gsLst>
                <a:gs pos="0">
                  <a:srgbClr val="929292"/>
                </a:gs>
                <a:gs pos="100000">
                  <a:srgbClr val="FFFFFF"/>
                </a:gs>
              </a:gsLst>
              <a:lin ang="10800000" scaled="0"/>
            </a:gradFill>
            <a:ln>
              <a:noFill/>
            </a:ln>
          </p:spPr>
          <p:txBody>
            <a:bodyPr anchorCtr="0" anchor="ctr" bIns="45700" lIns="91425" spcFirstLastPara="1" rIns="91425" wrap="square" tIns="45700">
              <a:noAutofit/>
            </a:bodyPr>
            <a:lstStyle/>
            <a:p>
              <a:pPr indent="121920" lvl="0" marL="0" marR="0" rtl="0" algn="ctr">
                <a:lnSpc>
                  <a:spcPct val="233312"/>
                </a:lnSpc>
                <a:spcBef>
                  <a:spcPts val="0"/>
                </a:spcBef>
                <a:spcAft>
                  <a:spcPts val="0"/>
                </a:spcAft>
                <a:buClr>
                  <a:srgbClr val="CC9900"/>
                </a:buClr>
                <a:buSzPts val="1920"/>
                <a:buFont typeface="Noto Sans Symbols"/>
                <a:buNone/>
              </a:pPr>
              <a:r>
                <a:t/>
              </a:r>
              <a:endParaRPr sz="3200">
                <a:solidFill>
                  <a:srgbClr val="FFFFFF"/>
                </a:solidFill>
                <a:latin typeface="Arial"/>
                <a:ea typeface="Arial"/>
                <a:cs typeface="Arial"/>
                <a:sym typeface="Arial"/>
              </a:endParaRPr>
            </a:p>
          </p:txBody>
        </p:sp>
      </p:grpSp>
      <p:sp>
        <p:nvSpPr>
          <p:cNvPr id="488" name="Google Shape;488;p6"/>
          <p:cNvSpPr/>
          <p:nvPr/>
        </p:nvSpPr>
        <p:spPr>
          <a:xfrm>
            <a:off x="5228399" y="1580179"/>
            <a:ext cx="1666120" cy="1579829"/>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Users\Administrator\Documents\Tencent Files\415628334\FileRecv\11.png" id="489" name="Google Shape;489;p6"/>
          <p:cNvPicPr preferRelativeResize="0"/>
          <p:nvPr/>
        </p:nvPicPr>
        <p:blipFill rotWithShape="1">
          <a:blip r:embed="rId3">
            <a:alphaModFix/>
          </a:blip>
          <a:srcRect b="5742" l="12645" r="13005" t="13780"/>
          <a:stretch/>
        </p:blipFill>
        <p:spPr>
          <a:xfrm>
            <a:off x="5327649" y="1844601"/>
            <a:ext cx="1489133" cy="1433410"/>
          </a:xfrm>
          <a:prstGeom prst="rect">
            <a:avLst/>
          </a:prstGeom>
          <a:noFill/>
          <a:ln>
            <a:noFill/>
          </a:ln>
        </p:spPr>
      </p:pic>
      <p:sp>
        <p:nvSpPr>
          <p:cNvPr id="490" name="Google Shape;490;p6"/>
          <p:cNvSpPr/>
          <p:nvPr/>
        </p:nvSpPr>
        <p:spPr>
          <a:xfrm>
            <a:off x="7451774" y="2028900"/>
            <a:ext cx="3754495" cy="1328173"/>
          </a:xfrm>
          <a:prstGeom prst="rect">
            <a:avLst/>
          </a:prstGeom>
          <a:solidFill>
            <a:srgbClr val="FFFFFF"/>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491" name="Google Shape;491;p6"/>
          <p:cNvSpPr/>
          <p:nvPr/>
        </p:nvSpPr>
        <p:spPr>
          <a:xfrm>
            <a:off x="851950" y="2050472"/>
            <a:ext cx="3754495" cy="1328173"/>
          </a:xfrm>
          <a:prstGeom prst="rect">
            <a:avLst/>
          </a:prstGeom>
          <a:solidFill>
            <a:srgbClr val="FFFFFF"/>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600">
              <a:solidFill>
                <a:srgbClr val="FFFFFF"/>
              </a:solidFill>
              <a:latin typeface="Microsoft Yahei"/>
              <a:ea typeface="Microsoft Yahei"/>
              <a:cs typeface="Microsoft Yahei"/>
              <a:sym typeface="Microsoft Yahei"/>
            </a:endParaRPr>
          </a:p>
        </p:txBody>
      </p:sp>
      <p:sp>
        <p:nvSpPr>
          <p:cNvPr id="492" name="Google Shape;492;p6"/>
          <p:cNvSpPr txBox="1"/>
          <p:nvPr/>
        </p:nvSpPr>
        <p:spPr>
          <a:xfrm>
            <a:off x="1054624" y="2132171"/>
            <a:ext cx="24396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62626"/>
                </a:solidFill>
                <a:latin typeface="Microsoft Yahei"/>
                <a:ea typeface="Microsoft Yahei"/>
                <a:cs typeface="Microsoft Yahei"/>
                <a:sym typeface="Microsoft Yahei"/>
              </a:rPr>
              <a:t>带宽需求：</a:t>
            </a:r>
            <a:r>
              <a:rPr lang="en-US" sz="1400">
                <a:solidFill>
                  <a:srgbClr val="C00000"/>
                </a:solidFill>
                <a:latin typeface="Microsoft Yahei"/>
                <a:ea typeface="Microsoft Yahei"/>
                <a:cs typeface="Microsoft Yahei"/>
                <a:sym typeface="Microsoft Yahei"/>
              </a:rPr>
              <a:t>&gt;100M</a:t>
            </a:r>
            <a:endParaRPr sz="1400">
              <a:solidFill>
                <a:srgbClr val="C00000"/>
              </a:solidFill>
              <a:latin typeface="Microsoft Yahei"/>
              <a:ea typeface="Microsoft Yahei"/>
              <a:cs typeface="Microsoft Yahei"/>
              <a:sym typeface="Microsoft Yahei"/>
            </a:endParaRPr>
          </a:p>
        </p:txBody>
      </p:sp>
      <p:sp>
        <p:nvSpPr>
          <p:cNvPr id="493" name="Google Shape;493;p6"/>
          <p:cNvSpPr txBox="1"/>
          <p:nvPr/>
        </p:nvSpPr>
        <p:spPr>
          <a:xfrm>
            <a:off x="4669528" y="1461123"/>
            <a:ext cx="2664682" cy="4205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133">
                <a:solidFill>
                  <a:srgbClr val="C8102E"/>
                </a:solidFill>
                <a:latin typeface="Arial"/>
                <a:ea typeface="Arial"/>
                <a:cs typeface="Arial"/>
                <a:sym typeface="Arial"/>
              </a:rPr>
              <a:t>5G SD-WAN</a:t>
            </a:r>
            <a:endParaRPr b="1" sz="2133">
              <a:solidFill>
                <a:srgbClr val="C8102E"/>
              </a:solidFill>
              <a:latin typeface="Arial"/>
              <a:ea typeface="Arial"/>
              <a:cs typeface="Arial"/>
              <a:sym typeface="Arial"/>
            </a:endParaRPr>
          </a:p>
        </p:txBody>
      </p:sp>
      <p:sp>
        <p:nvSpPr>
          <p:cNvPr id="494" name="Google Shape;494;p6"/>
          <p:cNvSpPr txBox="1"/>
          <p:nvPr/>
        </p:nvSpPr>
        <p:spPr>
          <a:xfrm>
            <a:off x="894621" y="3627683"/>
            <a:ext cx="1378904" cy="3796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67">
                <a:solidFill>
                  <a:srgbClr val="C8102E"/>
                </a:solidFill>
                <a:latin typeface="Arial"/>
                <a:ea typeface="Arial"/>
                <a:cs typeface="Arial"/>
                <a:sym typeface="Arial"/>
              </a:rPr>
              <a:t>数字化变革</a:t>
            </a:r>
            <a:endParaRPr/>
          </a:p>
        </p:txBody>
      </p:sp>
      <p:sp>
        <p:nvSpPr>
          <p:cNvPr id="495" name="Google Shape;495;p6"/>
          <p:cNvSpPr txBox="1"/>
          <p:nvPr/>
        </p:nvSpPr>
        <p:spPr>
          <a:xfrm>
            <a:off x="10082340" y="3627683"/>
            <a:ext cx="981359" cy="3796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67">
                <a:solidFill>
                  <a:srgbClr val="C8102E"/>
                </a:solidFill>
                <a:latin typeface="Arial"/>
                <a:ea typeface="Arial"/>
                <a:cs typeface="Arial"/>
                <a:sym typeface="Arial"/>
              </a:rPr>
              <a:t>5G已来</a:t>
            </a:r>
            <a:endParaRPr/>
          </a:p>
        </p:txBody>
      </p:sp>
      <p:sp>
        <p:nvSpPr>
          <p:cNvPr id="496" name="Google Shape;496;p6"/>
          <p:cNvSpPr/>
          <p:nvPr/>
        </p:nvSpPr>
        <p:spPr>
          <a:xfrm>
            <a:off x="5478840" y="4159780"/>
            <a:ext cx="1140057" cy="3796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67">
                <a:solidFill>
                  <a:srgbClr val="C8102E"/>
                </a:solidFill>
                <a:latin typeface="Arial"/>
                <a:ea typeface="Arial"/>
                <a:cs typeface="Arial"/>
                <a:sym typeface="Arial"/>
              </a:rPr>
              <a:t>双轮驱动</a:t>
            </a:r>
            <a:endParaRPr b="1" sz="1867">
              <a:solidFill>
                <a:srgbClr val="C8102E"/>
              </a:solidFill>
              <a:latin typeface="Arial"/>
              <a:ea typeface="Arial"/>
              <a:cs typeface="Arial"/>
              <a:sym typeface="Arial"/>
            </a:endParaRPr>
          </a:p>
        </p:txBody>
      </p:sp>
      <p:sp>
        <p:nvSpPr>
          <p:cNvPr id="497" name="Google Shape;497;p6"/>
          <p:cNvSpPr txBox="1"/>
          <p:nvPr/>
        </p:nvSpPr>
        <p:spPr>
          <a:xfrm>
            <a:off x="5078536" y="4799801"/>
            <a:ext cx="1616148" cy="707758"/>
          </a:xfrm>
          <a:prstGeom prst="rect">
            <a:avLst/>
          </a:prstGeom>
          <a:noFill/>
          <a:ln>
            <a:noFill/>
          </a:ln>
        </p:spPr>
        <p:txBody>
          <a:bodyPr anchorCtr="0" anchor="t" bIns="45700" lIns="91425" spcFirstLastPara="1" rIns="91425" wrap="square" tIns="45700">
            <a:spAutoFit/>
          </a:bodyPr>
          <a:lstStyle/>
          <a:p>
            <a:pPr indent="-228594" lvl="0" marL="228594" marR="0" rtl="0" algn="l">
              <a:lnSpc>
                <a:spcPct val="150000"/>
              </a:lnSpc>
              <a:spcBef>
                <a:spcPts val="0"/>
              </a:spcBef>
              <a:spcAft>
                <a:spcPts val="0"/>
              </a:spcAft>
              <a:buClr>
                <a:srgbClr val="333333"/>
              </a:buClr>
              <a:buSzPts val="1333"/>
              <a:buFont typeface="Arial"/>
              <a:buChar char="•"/>
            </a:pPr>
            <a:r>
              <a:rPr lang="en-US" sz="1333">
                <a:solidFill>
                  <a:srgbClr val="000000"/>
                </a:solidFill>
                <a:latin typeface="Arial"/>
                <a:ea typeface="Arial"/>
                <a:cs typeface="Arial"/>
                <a:sym typeface="Arial"/>
              </a:rPr>
              <a:t>更优的业务体验</a:t>
            </a:r>
            <a:endParaRPr sz="1333">
              <a:solidFill>
                <a:srgbClr val="000000"/>
              </a:solidFill>
              <a:latin typeface="Arial"/>
              <a:ea typeface="Arial"/>
              <a:cs typeface="Arial"/>
              <a:sym typeface="Arial"/>
            </a:endParaRPr>
          </a:p>
          <a:p>
            <a:pPr indent="-228594" lvl="0" marL="228594" marR="0" rtl="0" algn="l">
              <a:lnSpc>
                <a:spcPct val="150000"/>
              </a:lnSpc>
              <a:spcBef>
                <a:spcPts val="0"/>
              </a:spcBef>
              <a:spcAft>
                <a:spcPts val="0"/>
              </a:spcAft>
              <a:buClr>
                <a:srgbClr val="333333"/>
              </a:buClr>
              <a:buSzPts val="1333"/>
              <a:buFont typeface="Arial"/>
              <a:buChar char="•"/>
            </a:pPr>
            <a:r>
              <a:rPr lang="en-US" sz="1333">
                <a:solidFill>
                  <a:srgbClr val="000000"/>
                </a:solidFill>
                <a:latin typeface="Arial"/>
                <a:ea typeface="Arial"/>
                <a:cs typeface="Arial"/>
                <a:sym typeface="Arial"/>
              </a:rPr>
              <a:t>更高的管理效率</a:t>
            </a:r>
            <a:endParaRPr sz="1333">
              <a:solidFill>
                <a:srgbClr val="000000"/>
              </a:solidFill>
              <a:latin typeface="Arial"/>
              <a:ea typeface="Arial"/>
              <a:cs typeface="Arial"/>
              <a:sym typeface="Arial"/>
            </a:endParaRPr>
          </a:p>
        </p:txBody>
      </p:sp>
      <p:sp>
        <p:nvSpPr>
          <p:cNvPr id="498" name="Google Shape;498;p6"/>
          <p:cNvSpPr txBox="1"/>
          <p:nvPr/>
        </p:nvSpPr>
        <p:spPr>
          <a:xfrm>
            <a:off x="1183894" y="4253620"/>
            <a:ext cx="1273105"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全球化运营</a:t>
            </a:r>
            <a:endParaRPr/>
          </a:p>
        </p:txBody>
      </p:sp>
      <p:sp>
        <p:nvSpPr>
          <p:cNvPr id="499" name="Google Shape;499;p6"/>
          <p:cNvSpPr txBox="1"/>
          <p:nvPr/>
        </p:nvSpPr>
        <p:spPr>
          <a:xfrm>
            <a:off x="1183894" y="4667432"/>
            <a:ext cx="1273105"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数字化体验</a:t>
            </a:r>
            <a:endParaRPr/>
          </a:p>
        </p:txBody>
      </p:sp>
      <p:sp>
        <p:nvSpPr>
          <p:cNvPr id="500" name="Google Shape;500;p6"/>
          <p:cNvSpPr txBox="1"/>
          <p:nvPr/>
        </p:nvSpPr>
        <p:spPr>
          <a:xfrm>
            <a:off x="1183894" y="5113812"/>
            <a:ext cx="1101584"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云化转型</a:t>
            </a:r>
            <a:endParaRPr/>
          </a:p>
        </p:txBody>
      </p:sp>
      <p:sp>
        <p:nvSpPr>
          <p:cNvPr id="501" name="Google Shape;501;p6"/>
          <p:cNvSpPr txBox="1"/>
          <p:nvPr/>
        </p:nvSpPr>
        <p:spPr>
          <a:xfrm>
            <a:off x="9907025" y="4253620"/>
            <a:ext cx="1266822"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5G/LTE/3G</a:t>
            </a:r>
            <a:endParaRPr sz="1333">
              <a:solidFill>
                <a:srgbClr val="1D1D1B"/>
              </a:solidFill>
              <a:latin typeface="Arial"/>
              <a:ea typeface="Arial"/>
              <a:cs typeface="Arial"/>
              <a:sym typeface="Arial"/>
            </a:endParaRPr>
          </a:p>
        </p:txBody>
      </p:sp>
      <p:sp>
        <p:nvSpPr>
          <p:cNvPr id="502" name="Google Shape;502;p6"/>
          <p:cNvSpPr txBox="1"/>
          <p:nvPr/>
        </p:nvSpPr>
        <p:spPr>
          <a:xfrm>
            <a:off x="9907024" y="4667432"/>
            <a:ext cx="1103251"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SD-WAN</a:t>
            </a:r>
            <a:endParaRPr sz="1333">
              <a:solidFill>
                <a:srgbClr val="1D1D1B"/>
              </a:solidFill>
              <a:latin typeface="Arial"/>
              <a:ea typeface="Arial"/>
              <a:cs typeface="Arial"/>
              <a:sym typeface="Arial"/>
            </a:endParaRPr>
          </a:p>
        </p:txBody>
      </p:sp>
      <p:sp>
        <p:nvSpPr>
          <p:cNvPr id="503" name="Google Shape;503;p6"/>
          <p:cNvSpPr txBox="1"/>
          <p:nvPr/>
        </p:nvSpPr>
        <p:spPr>
          <a:xfrm>
            <a:off x="9907024" y="5113812"/>
            <a:ext cx="1444626" cy="297454"/>
          </a:xfrm>
          <a:prstGeom prst="rect">
            <a:avLst/>
          </a:prstGeom>
          <a:noFill/>
          <a:ln>
            <a:noFill/>
          </a:ln>
        </p:spPr>
        <p:txBody>
          <a:bodyPr anchorCtr="0" anchor="t" bIns="45700" lIns="91425" spcFirstLastPara="1" rIns="91425" wrap="square" tIns="45700">
            <a:spAutoFit/>
          </a:bodyPr>
          <a:lstStyle/>
          <a:p>
            <a:pPr indent="-228594" lvl="0" marL="228594" marR="0" rtl="0" algn="l">
              <a:spcBef>
                <a:spcPts val="0"/>
              </a:spcBef>
              <a:spcAft>
                <a:spcPts val="0"/>
              </a:spcAft>
              <a:buClr>
                <a:srgbClr val="1D1D1B"/>
              </a:buClr>
              <a:buSzPts val="1333"/>
              <a:buFont typeface="Arial"/>
              <a:buChar char="•"/>
            </a:pPr>
            <a:r>
              <a:rPr lang="en-US" sz="1333">
                <a:solidFill>
                  <a:srgbClr val="1D1D1B"/>
                </a:solidFill>
                <a:latin typeface="Arial"/>
                <a:ea typeface="Arial"/>
                <a:cs typeface="Arial"/>
                <a:sym typeface="Arial"/>
              </a:rPr>
              <a:t>应用体验保障</a:t>
            </a:r>
            <a:endParaRPr/>
          </a:p>
        </p:txBody>
      </p:sp>
      <p:cxnSp>
        <p:nvCxnSpPr>
          <p:cNvPr id="504" name="Google Shape;504;p6"/>
          <p:cNvCxnSpPr/>
          <p:nvPr/>
        </p:nvCxnSpPr>
        <p:spPr>
          <a:xfrm>
            <a:off x="4258344" y="4710303"/>
            <a:ext cx="3572076" cy="0"/>
          </a:xfrm>
          <a:prstGeom prst="straightConnector1">
            <a:avLst/>
          </a:prstGeom>
          <a:noFill/>
          <a:ln cap="flat" cmpd="sng" w="9525">
            <a:solidFill>
              <a:srgbClr val="FFFFFF"/>
            </a:solidFill>
            <a:prstDash val="solid"/>
            <a:miter lim="8000"/>
            <a:headEnd len="med" w="med" type="oval"/>
            <a:tailEnd len="med" w="med" type="oval"/>
          </a:ln>
        </p:spPr>
      </p:cxnSp>
      <p:cxnSp>
        <p:nvCxnSpPr>
          <p:cNvPr id="505" name="Google Shape;505;p6"/>
          <p:cNvCxnSpPr/>
          <p:nvPr/>
        </p:nvCxnSpPr>
        <p:spPr>
          <a:xfrm>
            <a:off x="860409" y="1742357"/>
            <a:ext cx="3602261" cy="0"/>
          </a:xfrm>
          <a:prstGeom prst="straightConnector1">
            <a:avLst/>
          </a:prstGeom>
          <a:noFill/>
          <a:ln cap="flat" cmpd="sng" w="19050">
            <a:solidFill>
              <a:srgbClr val="FF0000"/>
            </a:solidFill>
            <a:prstDash val="solid"/>
            <a:miter lim="8000"/>
            <a:headEnd len="sm" w="sm" type="none"/>
            <a:tailEnd len="sm" w="sm" type="none"/>
          </a:ln>
        </p:spPr>
      </p:cxnSp>
      <p:cxnSp>
        <p:nvCxnSpPr>
          <p:cNvPr id="506" name="Google Shape;506;p6"/>
          <p:cNvCxnSpPr/>
          <p:nvPr/>
        </p:nvCxnSpPr>
        <p:spPr>
          <a:xfrm rot="10800000">
            <a:off x="7451774" y="1743000"/>
            <a:ext cx="3754494" cy="0"/>
          </a:xfrm>
          <a:prstGeom prst="straightConnector1">
            <a:avLst/>
          </a:prstGeom>
          <a:noFill/>
          <a:ln cap="flat" cmpd="sng" w="19050">
            <a:solidFill>
              <a:srgbClr val="FF0000"/>
            </a:solidFill>
            <a:prstDash val="solid"/>
            <a:miter lim="8000"/>
            <a:headEnd len="sm" w="sm" type="none"/>
            <a:tailEnd len="sm" w="sm" type="none"/>
          </a:ln>
        </p:spPr>
      </p:cxnSp>
      <p:sp>
        <p:nvSpPr>
          <p:cNvPr id="507" name="Google Shape;507;p6"/>
          <p:cNvSpPr txBox="1"/>
          <p:nvPr/>
        </p:nvSpPr>
        <p:spPr>
          <a:xfrm>
            <a:off x="663102" y="475086"/>
            <a:ext cx="10180909" cy="41185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商业和技术双轮驱动助推企业分支互联迈入5G SD-WAN时代</a:t>
            </a:r>
            <a:endParaRPr/>
          </a:p>
        </p:txBody>
      </p:sp>
      <p:grpSp>
        <p:nvGrpSpPr>
          <p:cNvPr id="508" name="Google Shape;508;p6"/>
          <p:cNvGrpSpPr/>
          <p:nvPr/>
        </p:nvGrpSpPr>
        <p:grpSpPr>
          <a:xfrm>
            <a:off x="2652011" y="4074945"/>
            <a:ext cx="1432077" cy="1432712"/>
            <a:chOff x="2326702" y="4022687"/>
            <a:chExt cx="1895236" cy="1896077"/>
          </a:xfrm>
        </p:grpSpPr>
        <p:pic>
          <p:nvPicPr>
            <p:cNvPr descr="pasted-image.pdf" id="509" name="Google Shape;509;p6"/>
            <p:cNvPicPr preferRelativeResize="0"/>
            <p:nvPr/>
          </p:nvPicPr>
          <p:blipFill rotWithShape="1">
            <a:blip r:embed="rId4">
              <a:alphaModFix/>
            </a:blip>
            <a:srcRect b="0" l="0" r="0" t="0"/>
            <a:stretch/>
          </p:blipFill>
          <p:spPr>
            <a:xfrm>
              <a:off x="2402756" y="4098775"/>
              <a:ext cx="1743129" cy="1743900"/>
            </a:xfrm>
            <a:prstGeom prst="rect">
              <a:avLst/>
            </a:prstGeom>
            <a:noFill/>
            <a:ln>
              <a:noFill/>
            </a:ln>
          </p:spPr>
        </p:pic>
        <p:sp>
          <p:nvSpPr>
            <p:cNvPr id="510" name="Google Shape;510;p6"/>
            <p:cNvSpPr/>
            <p:nvPr/>
          </p:nvSpPr>
          <p:spPr>
            <a:xfrm>
              <a:off x="2367780" y="4065533"/>
              <a:ext cx="1813080" cy="1813883"/>
            </a:xfrm>
            <a:prstGeom prst="ellipse">
              <a:avLst/>
            </a:prstGeom>
            <a:noFill/>
            <a:ln cap="flat" cmpd="sng" w="50800">
              <a:solidFill>
                <a:srgbClr val="C00000"/>
              </a:solidFill>
              <a:prstDash val="dot"/>
              <a:miter lim="4000"/>
              <a:headEnd len="sm" w="sm" type="none"/>
              <a:tailEnd len="sm" w="sm" type="none"/>
            </a:ln>
          </p:spPr>
          <p:txBody>
            <a:bodyPr anchorCtr="0" anchor="ctr" bIns="34275" lIns="34275" spcFirstLastPara="1" rIns="34275" wrap="square" tIns="34275">
              <a:noAutofit/>
            </a:bodyPr>
            <a:lstStyle/>
            <a:p>
              <a:pPr indent="0" lvl="0" marL="0" marR="0" rtl="0" algn="ctr">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511" name="Google Shape;511;p6"/>
            <p:cNvSpPr/>
            <p:nvPr/>
          </p:nvSpPr>
          <p:spPr>
            <a:xfrm>
              <a:off x="2326702" y="4022687"/>
              <a:ext cx="1895236" cy="1896077"/>
            </a:xfrm>
            <a:prstGeom prst="ellipse">
              <a:avLst/>
            </a:prstGeom>
            <a:noFill/>
            <a:ln cap="flat" cmpd="sng" w="25400">
              <a:solidFill>
                <a:srgbClr val="C00000"/>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ctr">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512" name="Google Shape;512;p6"/>
            <p:cNvSpPr/>
            <p:nvPr/>
          </p:nvSpPr>
          <p:spPr>
            <a:xfrm>
              <a:off x="2824320" y="4520725"/>
              <a:ext cx="900000" cy="900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513" name="Google Shape;513;p6"/>
            <p:cNvSpPr txBox="1"/>
            <p:nvPr/>
          </p:nvSpPr>
          <p:spPr>
            <a:xfrm>
              <a:off x="2824410" y="4759650"/>
              <a:ext cx="998096" cy="47837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商业</a:t>
              </a:r>
              <a:endParaRPr/>
            </a:p>
          </p:txBody>
        </p:sp>
      </p:grpSp>
      <p:grpSp>
        <p:nvGrpSpPr>
          <p:cNvPr id="514" name="Google Shape;514;p6"/>
          <p:cNvGrpSpPr/>
          <p:nvPr/>
        </p:nvGrpSpPr>
        <p:grpSpPr>
          <a:xfrm>
            <a:off x="8021007" y="3984522"/>
            <a:ext cx="1432077" cy="1432712"/>
            <a:chOff x="2326702" y="4022687"/>
            <a:chExt cx="1895236" cy="1896077"/>
          </a:xfrm>
        </p:grpSpPr>
        <p:pic>
          <p:nvPicPr>
            <p:cNvPr descr="pasted-image.pdf" id="515" name="Google Shape;515;p6"/>
            <p:cNvPicPr preferRelativeResize="0"/>
            <p:nvPr/>
          </p:nvPicPr>
          <p:blipFill rotWithShape="1">
            <a:blip r:embed="rId4">
              <a:alphaModFix/>
            </a:blip>
            <a:srcRect b="0" l="0" r="0" t="0"/>
            <a:stretch/>
          </p:blipFill>
          <p:spPr>
            <a:xfrm>
              <a:off x="2402756" y="4098775"/>
              <a:ext cx="1743129" cy="1743900"/>
            </a:xfrm>
            <a:prstGeom prst="rect">
              <a:avLst/>
            </a:prstGeom>
            <a:noFill/>
            <a:ln>
              <a:noFill/>
            </a:ln>
          </p:spPr>
        </p:pic>
        <p:sp>
          <p:nvSpPr>
            <p:cNvPr id="516" name="Google Shape;516;p6"/>
            <p:cNvSpPr/>
            <p:nvPr/>
          </p:nvSpPr>
          <p:spPr>
            <a:xfrm>
              <a:off x="2367780" y="4065533"/>
              <a:ext cx="1813080" cy="1813883"/>
            </a:xfrm>
            <a:prstGeom prst="ellipse">
              <a:avLst/>
            </a:prstGeom>
            <a:noFill/>
            <a:ln cap="flat" cmpd="sng" w="50800">
              <a:solidFill>
                <a:srgbClr val="C00000"/>
              </a:solidFill>
              <a:prstDash val="dot"/>
              <a:miter lim="4000"/>
              <a:headEnd len="sm" w="sm" type="none"/>
              <a:tailEnd len="sm" w="sm" type="none"/>
            </a:ln>
          </p:spPr>
          <p:txBody>
            <a:bodyPr anchorCtr="0" anchor="ctr" bIns="34275" lIns="34275" spcFirstLastPara="1" rIns="34275" wrap="square" tIns="34275">
              <a:noAutofit/>
            </a:bodyPr>
            <a:lstStyle/>
            <a:p>
              <a:pPr indent="0" lvl="0" marL="0" marR="0" rtl="0" algn="ctr">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517" name="Google Shape;517;p6"/>
            <p:cNvSpPr/>
            <p:nvPr/>
          </p:nvSpPr>
          <p:spPr>
            <a:xfrm>
              <a:off x="2326702" y="4022687"/>
              <a:ext cx="1895236" cy="1896077"/>
            </a:xfrm>
            <a:prstGeom prst="ellipse">
              <a:avLst/>
            </a:prstGeom>
            <a:noFill/>
            <a:ln cap="flat" cmpd="sng" w="25400">
              <a:solidFill>
                <a:srgbClr val="C00000"/>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ctr">
                <a:spcBef>
                  <a:spcPts val="0"/>
                </a:spcBef>
                <a:spcAft>
                  <a:spcPts val="0"/>
                </a:spcAft>
                <a:buClr>
                  <a:schemeClr val="dk1"/>
                </a:buClr>
                <a:buSzPts val="500"/>
                <a:buFont typeface="Arial"/>
                <a:buNone/>
              </a:pPr>
              <a:r>
                <a:t/>
              </a:r>
              <a:endParaRPr sz="500">
                <a:solidFill>
                  <a:schemeClr val="dk1"/>
                </a:solidFill>
                <a:latin typeface="Arial"/>
                <a:ea typeface="Arial"/>
                <a:cs typeface="Arial"/>
                <a:sym typeface="Arial"/>
              </a:endParaRPr>
            </a:p>
          </p:txBody>
        </p:sp>
        <p:sp>
          <p:nvSpPr>
            <p:cNvPr id="518" name="Google Shape;518;p6"/>
            <p:cNvSpPr/>
            <p:nvPr/>
          </p:nvSpPr>
          <p:spPr>
            <a:xfrm>
              <a:off x="2824320" y="4520725"/>
              <a:ext cx="900000" cy="9000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519" name="Google Shape;519;p6"/>
            <p:cNvSpPr txBox="1"/>
            <p:nvPr/>
          </p:nvSpPr>
          <p:spPr>
            <a:xfrm>
              <a:off x="2824410" y="4759650"/>
              <a:ext cx="998096" cy="47837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2000"/>
                <a:buFont typeface="Arial"/>
                <a:buNone/>
              </a:pPr>
              <a:r>
                <a:rPr b="1" lang="en-US" sz="2000">
                  <a:solidFill>
                    <a:srgbClr val="000000"/>
                  </a:solidFill>
                  <a:latin typeface="Arial"/>
                  <a:ea typeface="Arial"/>
                  <a:cs typeface="Arial"/>
                  <a:sym typeface="Arial"/>
                </a:rPr>
                <a:t>技术</a:t>
              </a:r>
              <a:endParaRPr/>
            </a:p>
          </p:txBody>
        </p:sp>
      </p:grpSp>
      <p:grpSp>
        <p:nvGrpSpPr>
          <p:cNvPr id="520" name="Google Shape;520;p6"/>
          <p:cNvGrpSpPr/>
          <p:nvPr/>
        </p:nvGrpSpPr>
        <p:grpSpPr>
          <a:xfrm>
            <a:off x="904062" y="4262968"/>
            <a:ext cx="298569" cy="300932"/>
            <a:chOff x="12379325" y="6088063"/>
            <a:chExt cx="601663" cy="606425"/>
          </a:xfrm>
        </p:grpSpPr>
        <p:sp>
          <p:nvSpPr>
            <p:cNvPr id="521" name="Google Shape;521;p6"/>
            <p:cNvSpPr/>
            <p:nvPr/>
          </p:nvSpPr>
          <p:spPr>
            <a:xfrm>
              <a:off x="12379325" y="6088063"/>
              <a:ext cx="601663" cy="606425"/>
            </a:xfrm>
            <a:custGeom>
              <a:rect b="b" l="l" r="r" t="t"/>
              <a:pathLst>
                <a:path extrusionOk="0" h="382" w="379">
                  <a:moveTo>
                    <a:pt x="363" y="190"/>
                  </a:moveTo>
                  <a:lnTo>
                    <a:pt x="346" y="190"/>
                  </a:lnTo>
                  <a:lnTo>
                    <a:pt x="346" y="190"/>
                  </a:lnTo>
                  <a:lnTo>
                    <a:pt x="344" y="206"/>
                  </a:lnTo>
                  <a:lnTo>
                    <a:pt x="342" y="223"/>
                  </a:lnTo>
                  <a:lnTo>
                    <a:pt x="338" y="237"/>
                  </a:lnTo>
                  <a:lnTo>
                    <a:pt x="334" y="251"/>
                  </a:lnTo>
                  <a:lnTo>
                    <a:pt x="328" y="265"/>
                  </a:lnTo>
                  <a:lnTo>
                    <a:pt x="320" y="278"/>
                  </a:lnTo>
                  <a:lnTo>
                    <a:pt x="310" y="290"/>
                  </a:lnTo>
                  <a:lnTo>
                    <a:pt x="299" y="302"/>
                  </a:lnTo>
                  <a:lnTo>
                    <a:pt x="299" y="302"/>
                  </a:lnTo>
                  <a:lnTo>
                    <a:pt x="289" y="312"/>
                  </a:lnTo>
                  <a:lnTo>
                    <a:pt x="277" y="320"/>
                  </a:lnTo>
                  <a:lnTo>
                    <a:pt x="265" y="329"/>
                  </a:lnTo>
                  <a:lnTo>
                    <a:pt x="250" y="335"/>
                  </a:lnTo>
                  <a:lnTo>
                    <a:pt x="236" y="341"/>
                  </a:lnTo>
                  <a:lnTo>
                    <a:pt x="220" y="345"/>
                  </a:lnTo>
                  <a:lnTo>
                    <a:pt x="206" y="347"/>
                  </a:lnTo>
                  <a:lnTo>
                    <a:pt x="189" y="347"/>
                  </a:lnTo>
                  <a:lnTo>
                    <a:pt x="189" y="347"/>
                  </a:lnTo>
                  <a:lnTo>
                    <a:pt x="173" y="347"/>
                  </a:lnTo>
                  <a:lnTo>
                    <a:pt x="157" y="345"/>
                  </a:lnTo>
                  <a:lnTo>
                    <a:pt x="142" y="341"/>
                  </a:lnTo>
                  <a:lnTo>
                    <a:pt x="128" y="335"/>
                  </a:lnTo>
                  <a:lnTo>
                    <a:pt x="114" y="329"/>
                  </a:lnTo>
                  <a:lnTo>
                    <a:pt x="102" y="320"/>
                  </a:lnTo>
                  <a:lnTo>
                    <a:pt x="89" y="312"/>
                  </a:lnTo>
                  <a:lnTo>
                    <a:pt x="79" y="302"/>
                  </a:lnTo>
                  <a:lnTo>
                    <a:pt x="79" y="302"/>
                  </a:lnTo>
                  <a:lnTo>
                    <a:pt x="69" y="290"/>
                  </a:lnTo>
                  <a:lnTo>
                    <a:pt x="59" y="278"/>
                  </a:lnTo>
                  <a:lnTo>
                    <a:pt x="51" y="265"/>
                  </a:lnTo>
                  <a:lnTo>
                    <a:pt x="45" y="251"/>
                  </a:lnTo>
                  <a:lnTo>
                    <a:pt x="38" y="237"/>
                  </a:lnTo>
                  <a:lnTo>
                    <a:pt x="36" y="223"/>
                  </a:lnTo>
                  <a:lnTo>
                    <a:pt x="32" y="206"/>
                  </a:lnTo>
                  <a:lnTo>
                    <a:pt x="32" y="190"/>
                  </a:lnTo>
                  <a:lnTo>
                    <a:pt x="32" y="190"/>
                  </a:lnTo>
                  <a:lnTo>
                    <a:pt x="32" y="174"/>
                  </a:lnTo>
                  <a:lnTo>
                    <a:pt x="36" y="159"/>
                  </a:lnTo>
                  <a:lnTo>
                    <a:pt x="38" y="143"/>
                  </a:lnTo>
                  <a:lnTo>
                    <a:pt x="45" y="129"/>
                  </a:lnTo>
                  <a:lnTo>
                    <a:pt x="51" y="117"/>
                  </a:lnTo>
                  <a:lnTo>
                    <a:pt x="59" y="102"/>
                  </a:lnTo>
                  <a:lnTo>
                    <a:pt x="69" y="90"/>
                  </a:lnTo>
                  <a:lnTo>
                    <a:pt x="79" y="80"/>
                  </a:lnTo>
                  <a:lnTo>
                    <a:pt x="79" y="80"/>
                  </a:lnTo>
                  <a:lnTo>
                    <a:pt x="89" y="70"/>
                  </a:lnTo>
                  <a:lnTo>
                    <a:pt x="102" y="62"/>
                  </a:lnTo>
                  <a:lnTo>
                    <a:pt x="114" y="53"/>
                  </a:lnTo>
                  <a:lnTo>
                    <a:pt x="128" y="45"/>
                  </a:lnTo>
                  <a:lnTo>
                    <a:pt x="142" y="41"/>
                  </a:lnTo>
                  <a:lnTo>
                    <a:pt x="157" y="37"/>
                  </a:lnTo>
                  <a:lnTo>
                    <a:pt x="173" y="35"/>
                  </a:lnTo>
                  <a:lnTo>
                    <a:pt x="189" y="33"/>
                  </a:lnTo>
                  <a:lnTo>
                    <a:pt x="189" y="33"/>
                  </a:lnTo>
                  <a:lnTo>
                    <a:pt x="206" y="35"/>
                  </a:lnTo>
                  <a:lnTo>
                    <a:pt x="220" y="37"/>
                  </a:lnTo>
                  <a:lnTo>
                    <a:pt x="236" y="41"/>
                  </a:lnTo>
                  <a:lnTo>
                    <a:pt x="250" y="45"/>
                  </a:lnTo>
                  <a:lnTo>
                    <a:pt x="265" y="53"/>
                  </a:lnTo>
                  <a:lnTo>
                    <a:pt x="277" y="62"/>
                  </a:lnTo>
                  <a:lnTo>
                    <a:pt x="289" y="70"/>
                  </a:lnTo>
                  <a:lnTo>
                    <a:pt x="299" y="80"/>
                  </a:lnTo>
                  <a:lnTo>
                    <a:pt x="299" y="80"/>
                  </a:lnTo>
                  <a:lnTo>
                    <a:pt x="310" y="90"/>
                  </a:lnTo>
                  <a:lnTo>
                    <a:pt x="320" y="102"/>
                  </a:lnTo>
                  <a:lnTo>
                    <a:pt x="328" y="117"/>
                  </a:lnTo>
                  <a:lnTo>
                    <a:pt x="334" y="129"/>
                  </a:lnTo>
                  <a:lnTo>
                    <a:pt x="338" y="143"/>
                  </a:lnTo>
                  <a:lnTo>
                    <a:pt x="342" y="159"/>
                  </a:lnTo>
                  <a:lnTo>
                    <a:pt x="344" y="174"/>
                  </a:lnTo>
                  <a:lnTo>
                    <a:pt x="346" y="190"/>
                  </a:lnTo>
                  <a:lnTo>
                    <a:pt x="363" y="190"/>
                  </a:lnTo>
                  <a:lnTo>
                    <a:pt x="379" y="190"/>
                  </a:lnTo>
                  <a:lnTo>
                    <a:pt x="379" y="190"/>
                  </a:lnTo>
                  <a:lnTo>
                    <a:pt x="379" y="172"/>
                  </a:lnTo>
                  <a:lnTo>
                    <a:pt x="375" y="151"/>
                  </a:lnTo>
                  <a:lnTo>
                    <a:pt x="371" y="135"/>
                  </a:lnTo>
                  <a:lnTo>
                    <a:pt x="365" y="117"/>
                  </a:lnTo>
                  <a:lnTo>
                    <a:pt x="356" y="100"/>
                  </a:lnTo>
                  <a:lnTo>
                    <a:pt x="346" y="84"/>
                  </a:lnTo>
                  <a:lnTo>
                    <a:pt x="336" y="70"/>
                  </a:lnTo>
                  <a:lnTo>
                    <a:pt x="324" y="55"/>
                  </a:lnTo>
                  <a:lnTo>
                    <a:pt x="310" y="43"/>
                  </a:lnTo>
                  <a:lnTo>
                    <a:pt x="295" y="33"/>
                  </a:lnTo>
                  <a:lnTo>
                    <a:pt x="279" y="23"/>
                  </a:lnTo>
                  <a:lnTo>
                    <a:pt x="263" y="15"/>
                  </a:lnTo>
                  <a:lnTo>
                    <a:pt x="246" y="8"/>
                  </a:lnTo>
                  <a:lnTo>
                    <a:pt x="228" y="4"/>
                  </a:lnTo>
                  <a:lnTo>
                    <a:pt x="208" y="2"/>
                  </a:lnTo>
                  <a:lnTo>
                    <a:pt x="189" y="0"/>
                  </a:lnTo>
                  <a:lnTo>
                    <a:pt x="189" y="0"/>
                  </a:lnTo>
                  <a:lnTo>
                    <a:pt x="169" y="2"/>
                  </a:lnTo>
                  <a:lnTo>
                    <a:pt x="151" y="4"/>
                  </a:lnTo>
                  <a:lnTo>
                    <a:pt x="132" y="8"/>
                  </a:lnTo>
                  <a:lnTo>
                    <a:pt x="116" y="15"/>
                  </a:lnTo>
                  <a:lnTo>
                    <a:pt x="98" y="23"/>
                  </a:lnTo>
                  <a:lnTo>
                    <a:pt x="83" y="33"/>
                  </a:lnTo>
                  <a:lnTo>
                    <a:pt x="69" y="43"/>
                  </a:lnTo>
                  <a:lnTo>
                    <a:pt x="55" y="55"/>
                  </a:lnTo>
                  <a:lnTo>
                    <a:pt x="42" y="70"/>
                  </a:lnTo>
                  <a:lnTo>
                    <a:pt x="32" y="84"/>
                  </a:lnTo>
                  <a:lnTo>
                    <a:pt x="22" y="100"/>
                  </a:lnTo>
                  <a:lnTo>
                    <a:pt x="14" y="117"/>
                  </a:lnTo>
                  <a:lnTo>
                    <a:pt x="8" y="135"/>
                  </a:lnTo>
                  <a:lnTo>
                    <a:pt x="4" y="151"/>
                  </a:lnTo>
                  <a:lnTo>
                    <a:pt x="0" y="172"/>
                  </a:lnTo>
                  <a:lnTo>
                    <a:pt x="0" y="190"/>
                  </a:lnTo>
                  <a:lnTo>
                    <a:pt x="0" y="190"/>
                  </a:lnTo>
                  <a:lnTo>
                    <a:pt x="0" y="210"/>
                  </a:lnTo>
                  <a:lnTo>
                    <a:pt x="4" y="229"/>
                  </a:lnTo>
                  <a:lnTo>
                    <a:pt x="8" y="247"/>
                  </a:lnTo>
                  <a:lnTo>
                    <a:pt x="14" y="265"/>
                  </a:lnTo>
                  <a:lnTo>
                    <a:pt x="22" y="282"/>
                  </a:lnTo>
                  <a:lnTo>
                    <a:pt x="32" y="296"/>
                  </a:lnTo>
                  <a:lnTo>
                    <a:pt x="42" y="312"/>
                  </a:lnTo>
                  <a:lnTo>
                    <a:pt x="55" y="325"/>
                  </a:lnTo>
                  <a:lnTo>
                    <a:pt x="69" y="337"/>
                  </a:lnTo>
                  <a:lnTo>
                    <a:pt x="83" y="349"/>
                  </a:lnTo>
                  <a:lnTo>
                    <a:pt x="98" y="357"/>
                  </a:lnTo>
                  <a:lnTo>
                    <a:pt x="116" y="365"/>
                  </a:lnTo>
                  <a:lnTo>
                    <a:pt x="132" y="371"/>
                  </a:lnTo>
                  <a:lnTo>
                    <a:pt x="151" y="378"/>
                  </a:lnTo>
                  <a:lnTo>
                    <a:pt x="169" y="380"/>
                  </a:lnTo>
                  <a:lnTo>
                    <a:pt x="189" y="382"/>
                  </a:lnTo>
                  <a:lnTo>
                    <a:pt x="189" y="382"/>
                  </a:lnTo>
                  <a:lnTo>
                    <a:pt x="208" y="380"/>
                  </a:lnTo>
                  <a:lnTo>
                    <a:pt x="228" y="378"/>
                  </a:lnTo>
                  <a:lnTo>
                    <a:pt x="246" y="371"/>
                  </a:lnTo>
                  <a:lnTo>
                    <a:pt x="263" y="365"/>
                  </a:lnTo>
                  <a:lnTo>
                    <a:pt x="279" y="357"/>
                  </a:lnTo>
                  <a:lnTo>
                    <a:pt x="295" y="349"/>
                  </a:lnTo>
                  <a:lnTo>
                    <a:pt x="310" y="337"/>
                  </a:lnTo>
                  <a:lnTo>
                    <a:pt x="324" y="325"/>
                  </a:lnTo>
                  <a:lnTo>
                    <a:pt x="336" y="312"/>
                  </a:lnTo>
                  <a:lnTo>
                    <a:pt x="346" y="296"/>
                  </a:lnTo>
                  <a:lnTo>
                    <a:pt x="356" y="282"/>
                  </a:lnTo>
                  <a:lnTo>
                    <a:pt x="365" y="265"/>
                  </a:lnTo>
                  <a:lnTo>
                    <a:pt x="371" y="247"/>
                  </a:lnTo>
                  <a:lnTo>
                    <a:pt x="375" y="229"/>
                  </a:lnTo>
                  <a:lnTo>
                    <a:pt x="379" y="210"/>
                  </a:lnTo>
                  <a:lnTo>
                    <a:pt x="379" y="190"/>
                  </a:lnTo>
                  <a:lnTo>
                    <a:pt x="363" y="1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2" name="Google Shape;522;p6"/>
            <p:cNvSpPr/>
            <p:nvPr/>
          </p:nvSpPr>
          <p:spPr>
            <a:xfrm>
              <a:off x="12634913" y="6240463"/>
              <a:ext cx="284163" cy="336550"/>
            </a:xfrm>
            <a:custGeom>
              <a:rect b="b" l="l" r="r" t="t"/>
              <a:pathLst>
                <a:path extrusionOk="0" h="212" w="179">
                  <a:moveTo>
                    <a:pt x="6" y="82"/>
                  </a:moveTo>
                  <a:lnTo>
                    <a:pt x="6" y="82"/>
                  </a:lnTo>
                  <a:close/>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close/>
                  <a:moveTo>
                    <a:pt x="77" y="80"/>
                  </a:moveTo>
                  <a:lnTo>
                    <a:pt x="77" y="80"/>
                  </a:lnTo>
                  <a:lnTo>
                    <a:pt x="75" y="82"/>
                  </a:lnTo>
                  <a:lnTo>
                    <a:pt x="73" y="84"/>
                  </a:lnTo>
                  <a:lnTo>
                    <a:pt x="67" y="86"/>
                  </a:lnTo>
                  <a:lnTo>
                    <a:pt x="61" y="84"/>
                  </a:lnTo>
                  <a:lnTo>
                    <a:pt x="55" y="82"/>
                  </a:lnTo>
                  <a:lnTo>
                    <a:pt x="55" y="82"/>
                  </a:lnTo>
                  <a:lnTo>
                    <a:pt x="51" y="78"/>
                  </a:lnTo>
                  <a:lnTo>
                    <a:pt x="51" y="78"/>
                  </a:lnTo>
                  <a:lnTo>
                    <a:pt x="45" y="74"/>
                  </a:lnTo>
                  <a:lnTo>
                    <a:pt x="45" y="74"/>
                  </a:lnTo>
                  <a:lnTo>
                    <a:pt x="41" y="69"/>
                  </a:lnTo>
                  <a:lnTo>
                    <a:pt x="41" y="65"/>
                  </a:lnTo>
                  <a:lnTo>
                    <a:pt x="41" y="63"/>
                  </a:lnTo>
                  <a:lnTo>
                    <a:pt x="41" y="63"/>
                  </a:lnTo>
                  <a:lnTo>
                    <a:pt x="43" y="59"/>
                  </a:lnTo>
                  <a:lnTo>
                    <a:pt x="47" y="57"/>
                  </a:lnTo>
                  <a:lnTo>
                    <a:pt x="49" y="57"/>
                  </a:lnTo>
                  <a:lnTo>
                    <a:pt x="49" y="57"/>
                  </a:lnTo>
                  <a:lnTo>
                    <a:pt x="51" y="59"/>
                  </a:lnTo>
                  <a:lnTo>
                    <a:pt x="51" y="61"/>
                  </a:lnTo>
                  <a:lnTo>
                    <a:pt x="51" y="65"/>
                  </a:lnTo>
                  <a:lnTo>
                    <a:pt x="53" y="67"/>
                  </a:lnTo>
                  <a:lnTo>
                    <a:pt x="53" y="67"/>
                  </a:lnTo>
                  <a:lnTo>
                    <a:pt x="55" y="69"/>
                  </a:lnTo>
                  <a:lnTo>
                    <a:pt x="57" y="67"/>
                  </a:lnTo>
                  <a:lnTo>
                    <a:pt x="61" y="61"/>
                  </a:lnTo>
                  <a:lnTo>
                    <a:pt x="61" y="61"/>
                  </a:lnTo>
                  <a:lnTo>
                    <a:pt x="65" y="61"/>
                  </a:lnTo>
                  <a:lnTo>
                    <a:pt x="67" y="61"/>
                  </a:lnTo>
                  <a:lnTo>
                    <a:pt x="73" y="65"/>
                  </a:lnTo>
                  <a:lnTo>
                    <a:pt x="75" y="72"/>
                  </a:lnTo>
                  <a:lnTo>
                    <a:pt x="77" y="80"/>
                  </a:lnTo>
                  <a:lnTo>
                    <a:pt x="77" y="8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523" name="Google Shape;523;p6"/>
            <p:cNvCxnSpPr/>
            <p:nvPr/>
          </p:nvCxnSpPr>
          <p:spPr>
            <a:xfrm>
              <a:off x="12644438" y="6370638"/>
              <a:ext cx="1588" cy="1588"/>
            </a:xfrm>
            <a:prstGeom prst="straightConnector1">
              <a:avLst/>
            </a:prstGeom>
            <a:solidFill>
              <a:srgbClr val="000000"/>
            </a:solidFill>
            <a:ln>
              <a:noFill/>
            </a:ln>
          </p:spPr>
        </p:cxnSp>
        <p:sp>
          <p:nvSpPr>
            <p:cNvPr id="524" name="Google Shape;524;p6"/>
            <p:cNvSpPr/>
            <p:nvPr/>
          </p:nvSpPr>
          <p:spPr>
            <a:xfrm>
              <a:off x="12634913" y="6240463"/>
              <a:ext cx="284163" cy="336550"/>
            </a:xfrm>
            <a:custGeom>
              <a:rect b="b" l="l" r="r" t="t"/>
              <a:pathLst>
                <a:path extrusionOk="0" h="212" w="179">
                  <a:moveTo>
                    <a:pt x="163" y="39"/>
                  </a:moveTo>
                  <a:lnTo>
                    <a:pt x="163" y="39"/>
                  </a:lnTo>
                  <a:lnTo>
                    <a:pt x="155" y="29"/>
                  </a:lnTo>
                  <a:lnTo>
                    <a:pt x="144" y="21"/>
                  </a:lnTo>
                  <a:lnTo>
                    <a:pt x="134" y="14"/>
                  </a:lnTo>
                  <a:lnTo>
                    <a:pt x="122" y="8"/>
                  </a:lnTo>
                  <a:lnTo>
                    <a:pt x="122" y="8"/>
                  </a:lnTo>
                  <a:lnTo>
                    <a:pt x="110" y="4"/>
                  </a:lnTo>
                  <a:lnTo>
                    <a:pt x="104" y="4"/>
                  </a:lnTo>
                  <a:lnTo>
                    <a:pt x="83" y="10"/>
                  </a:lnTo>
                  <a:lnTo>
                    <a:pt x="83" y="10"/>
                  </a:lnTo>
                  <a:lnTo>
                    <a:pt x="79" y="12"/>
                  </a:lnTo>
                  <a:lnTo>
                    <a:pt x="73" y="10"/>
                  </a:lnTo>
                  <a:lnTo>
                    <a:pt x="65" y="6"/>
                  </a:lnTo>
                  <a:lnTo>
                    <a:pt x="57" y="0"/>
                  </a:lnTo>
                  <a:lnTo>
                    <a:pt x="53" y="0"/>
                  </a:lnTo>
                  <a:lnTo>
                    <a:pt x="47" y="0"/>
                  </a:lnTo>
                  <a:lnTo>
                    <a:pt x="47" y="0"/>
                  </a:lnTo>
                  <a:lnTo>
                    <a:pt x="41" y="2"/>
                  </a:lnTo>
                  <a:lnTo>
                    <a:pt x="38" y="6"/>
                  </a:lnTo>
                  <a:lnTo>
                    <a:pt x="36" y="10"/>
                  </a:lnTo>
                  <a:lnTo>
                    <a:pt x="36" y="16"/>
                  </a:lnTo>
                  <a:lnTo>
                    <a:pt x="36" y="29"/>
                  </a:lnTo>
                  <a:lnTo>
                    <a:pt x="36" y="35"/>
                  </a:lnTo>
                  <a:lnTo>
                    <a:pt x="32" y="37"/>
                  </a:lnTo>
                  <a:lnTo>
                    <a:pt x="32" y="37"/>
                  </a:lnTo>
                  <a:lnTo>
                    <a:pt x="18" y="39"/>
                  </a:lnTo>
                  <a:lnTo>
                    <a:pt x="16" y="39"/>
                  </a:lnTo>
                  <a:lnTo>
                    <a:pt x="14" y="41"/>
                  </a:lnTo>
                  <a:lnTo>
                    <a:pt x="16" y="43"/>
                  </a:lnTo>
                  <a:lnTo>
                    <a:pt x="20" y="49"/>
                  </a:lnTo>
                  <a:lnTo>
                    <a:pt x="20" y="49"/>
                  </a:lnTo>
                  <a:lnTo>
                    <a:pt x="26" y="53"/>
                  </a:lnTo>
                  <a:lnTo>
                    <a:pt x="28" y="55"/>
                  </a:lnTo>
                  <a:lnTo>
                    <a:pt x="26" y="57"/>
                  </a:lnTo>
                  <a:lnTo>
                    <a:pt x="24" y="57"/>
                  </a:lnTo>
                  <a:lnTo>
                    <a:pt x="16" y="59"/>
                  </a:lnTo>
                  <a:lnTo>
                    <a:pt x="12" y="61"/>
                  </a:lnTo>
                  <a:lnTo>
                    <a:pt x="10" y="63"/>
                  </a:lnTo>
                  <a:lnTo>
                    <a:pt x="10" y="63"/>
                  </a:lnTo>
                  <a:lnTo>
                    <a:pt x="14" y="67"/>
                  </a:lnTo>
                  <a:lnTo>
                    <a:pt x="18" y="67"/>
                  </a:lnTo>
                  <a:lnTo>
                    <a:pt x="18" y="67"/>
                  </a:lnTo>
                  <a:lnTo>
                    <a:pt x="18" y="69"/>
                  </a:lnTo>
                  <a:lnTo>
                    <a:pt x="18" y="72"/>
                  </a:lnTo>
                  <a:lnTo>
                    <a:pt x="14" y="76"/>
                  </a:lnTo>
                  <a:lnTo>
                    <a:pt x="6" y="82"/>
                  </a:lnTo>
                  <a:lnTo>
                    <a:pt x="6" y="82"/>
                  </a:lnTo>
                  <a:lnTo>
                    <a:pt x="2" y="96"/>
                  </a:lnTo>
                  <a:lnTo>
                    <a:pt x="0" y="110"/>
                  </a:lnTo>
                  <a:lnTo>
                    <a:pt x="0" y="118"/>
                  </a:lnTo>
                  <a:lnTo>
                    <a:pt x="2" y="125"/>
                  </a:lnTo>
                  <a:lnTo>
                    <a:pt x="6" y="129"/>
                  </a:lnTo>
                  <a:lnTo>
                    <a:pt x="14" y="133"/>
                  </a:lnTo>
                  <a:lnTo>
                    <a:pt x="14" y="133"/>
                  </a:lnTo>
                  <a:lnTo>
                    <a:pt x="22" y="135"/>
                  </a:lnTo>
                  <a:lnTo>
                    <a:pt x="28" y="137"/>
                  </a:lnTo>
                  <a:lnTo>
                    <a:pt x="34" y="139"/>
                  </a:lnTo>
                  <a:lnTo>
                    <a:pt x="36" y="143"/>
                  </a:lnTo>
                  <a:lnTo>
                    <a:pt x="38" y="147"/>
                  </a:lnTo>
                  <a:lnTo>
                    <a:pt x="38" y="147"/>
                  </a:lnTo>
                  <a:lnTo>
                    <a:pt x="38" y="159"/>
                  </a:lnTo>
                  <a:lnTo>
                    <a:pt x="38" y="169"/>
                  </a:lnTo>
                  <a:lnTo>
                    <a:pt x="38" y="190"/>
                  </a:lnTo>
                  <a:lnTo>
                    <a:pt x="38" y="190"/>
                  </a:lnTo>
                  <a:lnTo>
                    <a:pt x="38" y="198"/>
                  </a:lnTo>
                  <a:lnTo>
                    <a:pt x="43" y="206"/>
                  </a:lnTo>
                  <a:lnTo>
                    <a:pt x="49" y="210"/>
                  </a:lnTo>
                  <a:lnTo>
                    <a:pt x="53" y="212"/>
                  </a:lnTo>
                  <a:lnTo>
                    <a:pt x="57" y="210"/>
                  </a:lnTo>
                  <a:lnTo>
                    <a:pt x="57" y="210"/>
                  </a:lnTo>
                  <a:lnTo>
                    <a:pt x="59" y="208"/>
                  </a:lnTo>
                  <a:lnTo>
                    <a:pt x="63" y="206"/>
                  </a:lnTo>
                  <a:lnTo>
                    <a:pt x="67" y="198"/>
                  </a:lnTo>
                  <a:lnTo>
                    <a:pt x="71" y="182"/>
                  </a:lnTo>
                  <a:lnTo>
                    <a:pt x="71" y="182"/>
                  </a:lnTo>
                  <a:lnTo>
                    <a:pt x="75" y="180"/>
                  </a:lnTo>
                  <a:lnTo>
                    <a:pt x="77" y="180"/>
                  </a:lnTo>
                  <a:lnTo>
                    <a:pt x="83" y="186"/>
                  </a:lnTo>
                  <a:lnTo>
                    <a:pt x="87" y="188"/>
                  </a:lnTo>
                  <a:lnTo>
                    <a:pt x="89" y="188"/>
                  </a:lnTo>
                  <a:lnTo>
                    <a:pt x="91" y="184"/>
                  </a:lnTo>
                  <a:lnTo>
                    <a:pt x="94" y="175"/>
                  </a:lnTo>
                  <a:lnTo>
                    <a:pt x="94" y="175"/>
                  </a:lnTo>
                  <a:lnTo>
                    <a:pt x="94" y="169"/>
                  </a:lnTo>
                  <a:lnTo>
                    <a:pt x="91" y="167"/>
                  </a:lnTo>
                  <a:lnTo>
                    <a:pt x="87" y="165"/>
                  </a:lnTo>
                  <a:lnTo>
                    <a:pt x="83" y="165"/>
                  </a:lnTo>
                  <a:lnTo>
                    <a:pt x="83" y="163"/>
                  </a:lnTo>
                  <a:lnTo>
                    <a:pt x="81" y="159"/>
                  </a:lnTo>
                  <a:lnTo>
                    <a:pt x="81" y="159"/>
                  </a:lnTo>
                  <a:lnTo>
                    <a:pt x="83" y="153"/>
                  </a:lnTo>
                  <a:lnTo>
                    <a:pt x="89" y="147"/>
                  </a:lnTo>
                  <a:lnTo>
                    <a:pt x="94" y="143"/>
                  </a:lnTo>
                  <a:lnTo>
                    <a:pt x="96" y="137"/>
                  </a:lnTo>
                  <a:lnTo>
                    <a:pt x="96" y="137"/>
                  </a:lnTo>
                  <a:lnTo>
                    <a:pt x="98" y="125"/>
                  </a:lnTo>
                  <a:lnTo>
                    <a:pt x="102" y="110"/>
                  </a:lnTo>
                  <a:lnTo>
                    <a:pt x="106" y="104"/>
                  </a:lnTo>
                  <a:lnTo>
                    <a:pt x="110" y="100"/>
                  </a:lnTo>
                  <a:lnTo>
                    <a:pt x="116" y="98"/>
                  </a:lnTo>
                  <a:lnTo>
                    <a:pt x="122" y="100"/>
                  </a:lnTo>
                  <a:lnTo>
                    <a:pt x="122" y="100"/>
                  </a:lnTo>
                  <a:lnTo>
                    <a:pt x="126" y="108"/>
                  </a:lnTo>
                  <a:lnTo>
                    <a:pt x="130" y="120"/>
                  </a:lnTo>
                  <a:lnTo>
                    <a:pt x="134" y="127"/>
                  </a:lnTo>
                  <a:lnTo>
                    <a:pt x="136" y="129"/>
                  </a:lnTo>
                  <a:lnTo>
                    <a:pt x="138" y="127"/>
                  </a:lnTo>
                  <a:lnTo>
                    <a:pt x="140" y="118"/>
                  </a:lnTo>
                  <a:lnTo>
                    <a:pt x="140" y="118"/>
                  </a:lnTo>
                  <a:lnTo>
                    <a:pt x="144" y="108"/>
                  </a:lnTo>
                  <a:lnTo>
                    <a:pt x="147" y="106"/>
                  </a:lnTo>
                  <a:lnTo>
                    <a:pt x="149" y="106"/>
                  </a:lnTo>
                  <a:lnTo>
                    <a:pt x="153" y="110"/>
                  </a:lnTo>
                  <a:lnTo>
                    <a:pt x="157" y="116"/>
                  </a:lnTo>
                  <a:lnTo>
                    <a:pt x="163" y="135"/>
                  </a:lnTo>
                  <a:lnTo>
                    <a:pt x="167" y="151"/>
                  </a:lnTo>
                  <a:lnTo>
                    <a:pt x="167" y="151"/>
                  </a:lnTo>
                  <a:lnTo>
                    <a:pt x="171" y="143"/>
                  </a:lnTo>
                  <a:lnTo>
                    <a:pt x="175" y="133"/>
                  </a:lnTo>
                  <a:lnTo>
                    <a:pt x="177" y="118"/>
                  </a:lnTo>
                  <a:lnTo>
                    <a:pt x="179" y="104"/>
                  </a:lnTo>
                  <a:lnTo>
                    <a:pt x="179" y="88"/>
                  </a:lnTo>
                  <a:lnTo>
                    <a:pt x="175" y="72"/>
                  </a:lnTo>
                  <a:lnTo>
                    <a:pt x="171" y="55"/>
                  </a:lnTo>
                  <a:lnTo>
                    <a:pt x="163" y="39"/>
                  </a:lnTo>
                  <a:lnTo>
                    <a:pt x="163" y="39"/>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5" name="Google Shape;525;p6"/>
            <p:cNvSpPr/>
            <p:nvPr/>
          </p:nvSpPr>
          <p:spPr>
            <a:xfrm>
              <a:off x="12700000" y="6330950"/>
              <a:ext cx="57150" cy="46038"/>
            </a:xfrm>
            <a:custGeom>
              <a:rect b="b" l="l" r="r" t="t"/>
              <a:pathLst>
                <a:path extrusionOk="0" h="29" w="36">
                  <a:moveTo>
                    <a:pt x="36" y="23"/>
                  </a:moveTo>
                  <a:lnTo>
                    <a:pt x="36" y="23"/>
                  </a:lnTo>
                  <a:lnTo>
                    <a:pt x="34" y="25"/>
                  </a:lnTo>
                  <a:lnTo>
                    <a:pt x="32" y="27"/>
                  </a:lnTo>
                  <a:lnTo>
                    <a:pt x="26" y="29"/>
                  </a:lnTo>
                  <a:lnTo>
                    <a:pt x="20" y="27"/>
                  </a:lnTo>
                  <a:lnTo>
                    <a:pt x="14" y="25"/>
                  </a:lnTo>
                  <a:lnTo>
                    <a:pt x="14" y="25"/>
                  </a:lnTo>
                  <a:lnTo>
                    <a:pt x="10" y="21"/>
                  </a:lnTo>
                  <a:lnTo>
                    <a:pt x="10" y="21"/>
                  </a:lnTo>
                  <a:lnTo>
                    <a:pt x="4" y="17"/>
                  </a:lnTo>
                  <a:lnTo>
                    <a:pt x="4" y="17"/>
                  </a:lnTo>
                  <a:lnTo>
                    <a:pt x="0" y="12"/>
                  </a:lnTo>
                  <a:lnTo>
                    <a:pt x="0" y="8"/>
                  </a:lnTo>
                  <a:lnTo>
                    <a:pt x="0" y="6"/>
                  </a:lnTo>
                  <a:lnTo>
                    <a:pt x="0" y="6"/>
                  </a:lnTo>
                  <a:lnTo>
                    <a:pt x="2" y="2"/>
                  </a:lnTo>
                  <a:lnTo>
                    <a:pt x="6" y="0"/>
                  </a:lnTo>
                  <a:lnTo>
                    <a:pt x="8" y="0"/>
                  </a:lnTo>
                  <a:lnTo>
                    <a:pt x="8" y="0"/>
                  </a:lnTo>
                  <a:lnTo>
                    <a:pt x="10" y="2"/>
                  </a:lnTo>
                  <a:lnTo>
                    <a:pt x="10" y="4"/>
                  </a:lnTo>
                  <a:lnTo>
                    <a:pt x="10" y="8"/>
                  </a:lnTo>
                  <a:lnTo>
                    <a:pt x="12" y="10"/>
                  </a:lnTo>
                  <a:lnTo>
                    <a:pt x="12" y="10"/>
                  </a:lnTo>
                  <a:lnTo>
                    <a:pt x="14" y="12"/>
                  </a:lnTo>
                  <a:lnTo>
                    <a:pt x="16" y="10"/>
                  </a:lnTo>
                  <a:lnTo>
                    <a:pt x="20" y="4"/>
                  </a:lnTo>
                  <a:lnTo>
                    <a:pt x="20" y="4"/>
                  </a:lnTo>
                  <a:lnTo>
                    <a:pt x="24" y="4"/>
                  </a:lnTo>
                  <a:lnTo>
                    <a:pt x="26" y="4"/>
                  </a:lnTo>
                  <a:lnTo>
                    <a:pt x="32" y="8"/>
                  </a:lnTo>
                  <a:lnTo>
                    <a:pt x="34" y="15"/>
                  </a:lnTo>
                  <a:lnTo>
                    <a:pt x="36" y="23"/>
                  </a:lnTo>
                  <a:lnTo>
                    <a:pt x="36" y="23"/>
                  </a:lnTo>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6" name="Google Shape;526;p6"/>
            <p:cNvSpPr/>
            <p:nvPr/>
          </p:nvSpPr>
          <p:spPr>
            <a:xfrm>
              <a:off x="12442825" y="6215063"/>
              <a:ext cx="185738" cy="187325"/>
            </a:xfrm>
            <a:custGeom>
              <a:rect b="b" l="l" r="r" t="t"/>
              <a:pathLst>
                <a:path extrusionOk="0" h="118" w="117">
                  <a:moveTo>
                    <a:pt x="15" y="102"/>
                  </a:moveTo>
                  <a:lnTo>
                    <a:pt x="15" y="102"/>
                  </a:lnTo>
                  <a:lnTo>
                    <a:pt x="11" y="100"/>
                  </a:lnTo>
                  <a:lnTo>
                    <a:pt x="7" y="98"/>
                  </a:lnTo>
                  <a:lnTo>
                    <a:pt x="5" y="98"/>
                  </a:lnTo>
                  <a:lnTo>
                    <a:pt x="2" y="90"/>
                  </a:lnTo>
                  <a:lnTo>
                    <a:pt x="2" y="90"/>
                  </a:lnTo>
                  <a:lnTo>
                    <a:pt x="0" y="81"/>
                  </a:lnTo>
                  <a:lnTo>
                    <a:pt x="2" y="71"/>
                  </a:lnTo>
                  <a:lnTo>
                    <a:pt x="5" y="63"/>
                  </a:lnTo>
                  <a:lnTo>
                    <a:pt x="11" y="55"/>
                  </a:lnTo>
                  <a:lnTo>
                    <a:pt x="11" y="55"/>
                  </a:lnTo>
                  <a:lnTo>
                    <a:pt x="35" y="32"/>
                  </a:lnTo>
                  <a:lnTo>
                    <a:pt x="51" y="20"/>
                  </a:lnTo>
                  <a:lnTo>
                    <a:pt x="55" y="16"/>
                  </a:lnTo>
                  <a:lnTo>
                    <a:pt x="58" y="18"/>
                  </a:lnTo>
                  <a:lnTo>
                    <a:pt x="58" y="18"/>
                  </a:lnTo>
                  <a:lnTo>
                    <a:pt x="62" y="22"/>
                  </a:lnTo>
                  <a:lnTo>
                    <a:pt x="64" y="22"/>
                  </a:lnTo>
                  <a:lnTo>
                    <a:pt x="68" y="22"/>
                  </a:lnTo>
                  <a:lnTo>
                    <a:pt x="74" y="18"/>
                  </a:lnTo>
                  <a:lnTo>
                    <a:pt x="82" y="8"/>
                  </a:lnTo>
                  <a:lnTo>
                    <a:pt x="88" y="4"/>
                  </a:lnTo>
                  <a:lnTo>
                    <a:pt x="92" y="2"/>
                  </a:lnTo>
                  <a:lnTo>
                    <a:pt x="92" y="2"/>
                  </a:lnTo>
                  <a:lnTo>
                    <a:pt x="102" y="0"/>
                  </a:lnTo>
                  <a:lnTo>
                    <a:pt x="111" y="2"/>
                  </a:lnTo>
                  <a:lnTo>
                    <a:pt x="115" y="4"/>
                  </a:lnTo>
                  <a:lnTo>
                    <a:pt x="117" y="8"/>
                  </a:lnTo>
                  <a:lnTo>
                    <a:pt x="117" y="12"/>
                  </a:lnTo>
                  <a:lnTo>
                    <a:pt x="115" y="18"/>
                  </a:lnTo>
                  <a:lnTo>
                    <a:pt x="111" y="24"/>
                  </a:lnTo>
                  <a:lnTo>
                    <a:pt x="102" y="30"/>
                  </a:lnTo>
                  <a:lnTo>
                    <a:pt x="102" y="30"/>
                  </a:lnTo>
                  <a:lnTo>
                    <a:pt x="92" y="41"/>
                  </a:lnTo>
                  <a:lnTo>
                    <a:pt x="86" y="45"/>
                  </a:lnTo>
                  <a:lnTo>
                    <a:pt x="84" y="45"/>
                  </a:lnTo>
                  <a:lnTo>
                    <a:pt x="80" y="43"/>
                  </a:lnTo>
                  <a:lnTo>
                    <a:pt x="80" y="43"/>
                  </a:lnTo>
                  <a:lnTo>
                    <a:pt x="80" y="39"/>
                  </a:lnTo>
                  <a:lnTo>
                    <a:pt x="80" y="37"/>
                  </a:lnTo>
                  <a:lnTo>
                    <a:pt x="82" y="32"/>
                  </a:lnTo>
                  <a:lnTo>
                    <a:pt x="84" y="28"/>
                  </a:lnTo>
                  <a:lnTo>
                    <a:pt x="84" y="22"/>
                  </a:lnTo>
                  <a:lnTo>
                    <a:pt x="84" y="22"/>
                  </a:lnTo>
                  <a:lnTo>
                    <a:pt x="84" y="20"/>
                  </a:lnTo>
                  <a:lnTo>
                    <a:pt x="82" y="20"/>
                  </a:lnTo>
                  <a:lnTo>
                    <a:pt x="76" y="20"/>
                  </a:lnTo>
                  <a:lnTo>
                    <a:pt x="72" y="26"/>
                  </a:lnTo>
                  <a:lnTo>
                    <a:pt x="72" y="28"/>
                  </a:lnTo>
                  <a:lnTo>
                    <a:pt x="72" y="32"/>
                  </a:lnTo>
                  <a:lnTo>
                    <a:pt x="72" y="32"/>
                  </a:lnTo>
                  <a:lnTo>
                    <a:pt x="74" y="39"/>
                  </a:lnTo>
                  <a:lnTo>
                    <a:pt x="72" y="41"/>
                  </a:lnTo>
                  <a:lnTo>
                    <a:pt x="70" y="43"/>
                  </a:lnTo>
                  <a:lnTo>
                    <a:pt x="66" y="47"/>
                  </a:lnTo>
                  <a:lnTo>
                    <a:pt x="66" y="47"/>
                  </a:lnTo>
                  <a:lnTo>
                    <a:pt x="64" y="51"/>
                  </a:lnTo>
                  <a:lnTo>
                    <a:pt x="66" y="57"/>
                  </a:lnTo>
                  <a:lnTo>
                    <a:pt x="68" y="61"/>
                  </a:lnTo>
                  <a:lnTo>
                    <a:pt x="68" y="65"/>
                  </a:lnTo>
                  <a:lnTo>
                    <a:pt x="66" y="67"/>
                  </a:lnTo>
                  <a:lnTo>
                    <a:pt x="66" y="67"/>
                  </a:lnTo>
                  <a:lnTo>
                    <a:pt x="60" y="73"/>
                  </a:lnTo>
                  <a:lnTo>
                    <a:pt x="53" y="77"/>
                  </a:lnTo>
                  <a:lnTo>
                    <a:pt x="39" y="83"/>
                  </a:lnTo>
                  <a:lnTo>
                    <a:pt x="39" y="83"/>
                  </a:lnTo>
                  <a:lnTo>
                    <a:pt x="35" y="85"/>
                  </a:lnTo>
                  <a:lnTo>
                    <a:pt x="31" y="90"/>
                  </a:lnTo>
                  <a:lnTo>
                    <a:pt x="25" y="98"/>
                  </a:lnTo>
                  <a:lnTo>
                    <a:pt x="25" y="98"/>
                  </a:lnTo>
                  <a:lnTo>
                    <a:pt x="23" y="100"/>
                  </a:lnTo>
                  <a:lnTo>
                    <a:pt x="23" y="104"/>
                  </a:lnTo>
                  <a:lnTo>
                    <a:pt x="25" y="106"/>
                  </a:lnTo>
                  <a:lnTo>
                    <a:pt x="29" y="110"/>
                  </a:lnTo>
                  <a:lnTo>
                    <a:pt x="31" y="114"/>
                  </a:lnTo>
                  <a:lnTo>
                    <a:pt x="31" y="114"/>
                  </a:lnTo>
                  <a:lnTo>
                    <a:pt x="31" y="118"/>
                  </a:lnTo>
                  <a:lnTo>
                    <a:pt x="29" y="118"/>
                  </a:lnTo>
                  <a:lnTo>
                    <a:pt x="23" y="112"/>
                  </a:lnTo>
                  <a:lnTo>
                    <a:pt x="15" y="102"/>
                  </a:lnTo>
                  <a:lnTo>
                    <a:pt x="15" y="102"/>
                  </a:lnTo>
                  <a:lnTo>
                    <a:pt x="15" y="102"/>
                  </a:lnTo>
                  <a:lnTo>
                    <a:pt x="15" y="102"/>
                  </a:lnTo>
                  <a:lnTo>
                    <a:pt x="15" y="10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7" name="Google Shape;527;p6"/>
            <p:cNvSpPr/>
            <p:nvPr/>
          </p:nvSpPr>
          <p:spPr>
            <a:xfrm>
              <a:off x="12439650" y="6396038"/>
              <a:ext cx="130175" cy="187325"/>
            </a:xfrm>
            <a:custGeom>
              <a:rect b="b" l="l" r="r" t="t"/>
              <a:pathLst>
                <a:path extrusionOk="0" h="118" w="82">
                  <a:moveTo>
                    <a:pt x="9" y="0"/>
                  </a:moveTo>
                  <a:lnTo>
                    <a:pt x="9" y="0"/>
                  </a:lnTo>
                  <a:lnTo>
                    <a:pt x="2" y="0"/>
                  </a:lnTo>
                  <a:lnTo>
                    <a:pt x="0" y="2"/>
                  </a:lnTo>
                  <a:lnTo>
                    <a:pt x="2" y="6"/>
                  </a:lnTo>
                  <a:lnTo>
                    <a:pt x="4" y="12"/>
                  </a:lnTo>
                  <a:lnTo>
                    <a:pt x="17" y="24"/>
                  </a:lnTo>
                  <a:lnTo>
                    <a:pt x="17" y="24"/>
                  </a:lnTo>
                  <a:lnTo>
                    <a:pt x="19" y="39"/>
                  </a:lnTo>
                  <a:lnTo>
                    <a:pt x="23" y="47"/>
                  </a:lnTo>
                  <a:lnTo>
                    <a:pt x="37" y="63"/>
                  </a:lnTo>
                  <a:lnTo>
                    <a:pt x="37" y="63"/>
                  </a:lnTo>
                  <a:lnTo>
                    <a:pt x="41" y="69"/>
                  </a:lnTo>
                  <a:lnTo>
                    <a:pt x="43" y="75"/>
                  </a:lnTo>
                  <a:lnTo>
                    <a:pt x="47" y="88"/>
                  </a:lnTo>
                  <a:lnTo>
                    <a:pt x="51" y="100"/>
                  </a:lnTo>
                  <a:lnTo>
                    <a:pt x="53" y="106"/>
                  </a:lnTo>
                  <a:lnTo>
                    <a:pt x="60" y="112"/>
                  </a:lnTo>
                  <a:lnTo>
                    <a:pt x="60" y="112"/>
                  </a:lnTo>
                  <a:lnTo>
                    <a:pt x="68" y="118"/>
                  </a:lnTo>
                  <a:lnTo>
                    <a:pt x="70" y="118"/>
                  </a:lnTo>
                  <a:lnTo>
                    <a:pt x="72" y="116"/>
                  </a:lnTo>
                  <a:lnTo>
                    <a:pt x="74" y="110"/>
                  </a:lnTo>
                  <a:lnTo>
                    <a:pt x="72" y="102"/>
                  </a:lnTo>
                  <a:lnTo>
                    <a:pt x="72" y="102"/>
                  </a:lnTo>
                  <a:lnTo>
                    <a:pt x="72" y="92"/>
                  </a:lnTo>
                  <a:lnTo>
                    <a:pt x="74" y="84"/>
                  </a:lnTo>
                  <a:lnTo>
                    <a:pt x="80" y="65"/>
                  </a:lnTo>
                  <a:lnTo>
                    <a:pt x="80" y="65"/>
                  </a:lnTo>
                  <a:lnTo>
                    <a:pt x="82" y="59"/>
                  </a:lnTo>
                  <a:lnTo>
                    <a:pt x="80" y="53"/>
                  </a:lnTo>
                  <a:lnTo>
                    <a:pt x="76" y="49"/>
                  </a:lnTo>
                  <a:lnTo>
                    <a:pt x="72" y="45"/>
                  </a:lnTo>
                  <a:lnTo>
                    <a:pt x="60" y="37"/>
                  </a:lnTo>
                  <a:lnTo>
                    <a:pt x="51" y="27"/>
                  </a:lnTo>
                  <a:lnTo>
                    <a:pt x="51" y="27"/>
                  </a:lnTo>
                  <a:lnTo>
                    <a:pt x="47" y="22"/>
                  </a:lnTo>
                  <a:lnTo>
                    <a:pt x="43" y="20"/>
                  </a:lnTo>
                  <a:lnTo>
                    <a:pt x="31" y="20"/>
                  </a:lnTo>
                  <a:lnTo>
                    <a:pt x="23" y="20"/>
                  </a:lnTo>
                  <a:lnTo>
                    <a:pt x="19" y="18"/>
                  </a:lnTo>
                  <a:lnTo>
                    <a:pt x="17" y="14"/>
                  </a:lnTo>
                  <a:lnTo>
                    <a:pt x="17" y="14"/>
                  </a:lnTo>
                  <a:lnTo>
                    <a:pt x="15" y="8"/>
                  </a:lnTo>
                  <a:lnTo>
                    <a:pt x="13" y="2"/>
                  </a:lnTo>
                  <a:lnTo>
                    <a:pt x="9" y="0"/>
                  </a:lnTo>
                  <a:lnTo>
                    <a:pt x="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8" name="Google Shape;528;p6"/>
            <p:cNvSpPr/>
            <p:nvPr/>
          </p:nvSpPr>
          <p:spPr>
            <a:xfrm>
              <a:off x="12614275" y="6149975"/>
              <a:ext cx="139700" cy="49213"/>
            </a:xfrm>
            <a:custGeom>
              <a:rect b="b" l="l" r="r" t="t"/>
              <a:pathLst>
                <a:path extrusionOk="0" h="31" w="88">
                  <a:moveTo>
                    <a:pt x="29" y="31"/>
                  </a:moveTo>
                  <a:lnTo>
                    <a:pt x="29" y="31"/>
                  </a:lnTo>
                  <a:lnTo>
                    <a:pt x="35" y="29"/>
                  </a:lnTo>
                  <a:lnTo>
                    <a:pt x="41" y="25"/>
                  </a:lnTo>
                  <a:lnTo>
                    <a:pt x="47" y="23"/>
                  </a:lnTo>
                  <a:lnTo>
                    <a:pt x="54" y="20"/>
                  </a:lnTo>
                  <a:lnTo>
                    <a:pt x="54" y="20"/>
                  </a:lnTo>
                  <a:lnTo>
                    <a:pt x="76" y="25"/>
                  </a:lnTo>
                  <a:lnTo>
                    <a:pt x="82" y="25"/>
                  </a:lnTo>
                  <a:lnTo>
                    <a:pt x="88" y="23"/>
                  </a:lnTo>
                  <a:lnTo>
                    <a:pt x="88" y="18"/>
                  </a:lnTo>
                  <a:lnTo>
                    <a:pt x="86" y="14"/>
                  </a:lnTo>
                  <a:lnTo>
                    <a:pt x="86" y="14"/>
                  </a:lnTo>
                  <a:lnTo>
                    <a:pt x="78" y="8"/>
                  </a:lnTo>
                  <a:lnTo>
                    <a:pt x="70" y="4"/>
                  </a:lnTo>
                  <a:lnTo>
                    <a:pt x="60" y="2"/>
                  </a:lnTo>
                  <a:lnTo>
                    <a:pt x="49" y="0"/>
                  </a:lnTo>
                  <a:lnTo>
                    <a:pt x="39" y="0"/>
                  </a:lnTo>
                  <a:lnTo>
                    <a:pt x="29" y="0"/>
                  </a:lnTo>
                  <a:lnTo>
                    <a:pt x="19" y="4"/>
                  </a:lnTo>
                  <a:lnTo>
                    <a:pt x="13" y="8"/>
                  </a:lnTo>
                  <a:lnTo>
                    <a:pt x="13" y="8"/>
                  </a:lnTo>
                  <a:lnTo>
                    <a:pt x="5" y="12"/>
                  </a:lnTo>
                  <a:lnTo>
                    <a:pt x="0" y="18"/>
                  </a:lnTo>
                  <a:lnTo>
                    <a:pt x="0" y="23"/>
                  </a:lnTo>
                  <a:lnTo>
                    <a:pt x="3" y="27"/>
                  </a:lnTo>
                  <a:lnTo>
                    <a:pt x="9" y="29"/>
                  </a:lnTo>
                  <a:lnTo>
                    <a:pt x="15" y="31"/>
                  </a:lnTo>
                  <a:lnTo>
                    <a:pt x="21" y="31"/>
                  </a:lnTo>
                  <a:lnTo>
                    <a:pt x="29" y="31"/>
                  </a:lnTo>
                  <a:lnTo>
                    <a:pt x="29" y="31"/>
                  </a:lnTo>
                  <a:lnTo>
                    <a:pt x="31" y="31"/>
                  </a:lnTo>
                  <a:lnTo>
                    <a:pt x="29" y="31"/>
                  </a:lnTo>
                  <a:lnTo>
                    <a:pt x="29"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29" name="Google Shape;529;p6"/>
            <p:cNvSpPr/>
            <p:nvPr/>
          </p:nvSpPr>
          <p:spPr>
            <a:xfrm>
              <a:off x="12611100" y="6580188"/>
              <a:ext cx="123825" cy="49213"/>
            </a:xfrm>
            <a:custGeom>
              <a:rect b="b" l="l" r="r" t="t"/>
              <a:pathLst>
                <a:path extrusionOk="0" h="31" w="78">
                  <a:moveTo>
                    <a:pt x="27" y="8"/>
                  </a:moveTo>
                  <a:lnTo>
                    <a:pt x="27" y="8"/>
                  </a:lnTo>
                  <a:lnTo>
                    <a:pt x="31" y="6"/>
                  </a:lnTo>
                  <a:lnTo>
                    <a:pt x="35" y="4"/>
                  </a:lnTo>
                  <a:lnTo>
                    <a:pt x="39" y="0"/>
                  </a:lnTo>
                  <a:lnTo>
                    <a:pt x="43" y="0"/>
                  </a:lnTo>
                  <a:lnTo>
                    <a:pt x="45" y="2"/>
                  </a:lnTo>
                  <a:lnTo>
                    <a:pt x="45" y="2"/>
                  </a:lnTo>
                  <a:lnTo>
                    <a:pt x="64" y="12"/>
                  </a:lnTo>
                  <a:lnTo>
                    <a:pt x="74" y="19"/>
                  </a:lnTo>
                  <a:lnTo>
                    <a:pt x="78" y="23"/>
                  </a:lnTo>
                  <a:lnTo>
                    <a:pt x="78" y="27"/>
                  </a:lnTo>
                  <a:lnTo>
                    <a:pt x="78" y="27"/>
                  </a:lnTo>
                  <a:lnTo>
                    <a:pt x="64" y="29"/>
                  </a:lnTo>
                  <a:lnTo>
                    <a:pt x="47" y="31"/>
                  </a:lnTo>
                  <a:lnTo>
                    <a:pt x="25" y="29"/>
                  </a:lnTo>
                  <a:lnTo>
                    <a:pt x="25" y="29"/>
                  </a:lnTo>
                  <a:lnTo>
                    <a:pt x="15" y="27"/>
                  </a:lnTo>
                  <a:lnTo>
                    <a:pt x="7" y="25"/>
                  </a:lnTo>
                  <a:lnTo>
                    <a:pt x="2" y="21"/>
                  </a:lnTo>
                  <a:lnTo>
                    <a:pt x="0" y="15"/>
                  </a:lnTo>
                  <a:lnTo>
                    <a:pt x="2" y="12"/>
                  </a:lnTo>
                  <a:lnTo>
                    <a:pt x="7" y="8"/>
                  </a:lnTo>
                  <a:lnTo>
                    <a:pt x="15" y="8"/>
                  </a:lnTo>
                  <a:lnTo>
                    <a:pt x="27" y="8"/>
                  </a:lnTo>
                  <a:lnTo>
                    <a:pt x="27" y="8"/>
                  </a:lnTo>
                  <a:lnTo>
                    <a:pt x="19" y="6"/>
                  </a:lnTo>
                  <a:lnTo>
                    <a:pt x="27" y="8"/>
                  </a:lnTo>
                  <a:lnTo>
                    <a:pt x="27"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grpSp>
        <p:nvGrpSpPr>
          <p:cNvPr id="530" name="Google Shape;530;p6"/>
          <p:cNvGrpSpPr/>
          <p:nvPr/>
        </p:nvGrpSpPr>
        <p:grpSpPr>
          <a:xfrm>
            <a:off x="889897" y="4712093"/>
            <a:ext cx="291450" cy="238704"/>
            <a:chOff x="14025563" y="196850"/>
            <a:chExt cx="1201738" cy="984250"/>
          </a:xfrm>
        </p:grpSpPr>
        <p:sp>
          <p:nvSpPr>
            <p:cNvPr id="531" name="Google Shape;531;p6"/>
            <p:cNvSpPr/>
            <p:nvPr/>
          </p:nvSpPr>
          <p:spPr>
            <a:xfrm>
              <a:off x="14025563" y="196850"/>
              <a:ext cx="352425" cy="123825"/>
            </a:xfrm>
            <a:custGeom>
              <a:rect b="b" l="l" r="r" t="t"/>
              <a:pathLst>
                <a:path extrusionOk="0" h="157" w="443">
                  <a:moveTo>
                    <a:pt x="32" y="133"/>
                  </a:moveTo>
                  <a:lnTo>
                    <a:pt x="32" y="133"/>
                  </a:lnTo>
                  <a:lnTo>
                    <a:pt x="37" y="137"/>
                  </a:lnTo>
                  <a:lnTo>
                    <a:pt x="42" y="138"/>
                  </a:lnTo>
                  <a:lnTo>
                    <a:pt x="42" y="138"/>
                  </a:lnTo>
                  <a:lnTo>
                    <a:pt x="49" y="138"/>
                  </a:lnTo>
                  <a:lnTo>
                    <a:pt x="54" y="135"/>
                  </a:lnTo>
                  <a:lnTo>
                    <a:pt x="54" y="135"/>
                  </a:lnTo>
                  <a:lnTo>
                    <a:pt x="71" y="121"/>
                  </a:lnTo>
                  <a:lnTo>
                    <a:pt x="87" y="108"/>
                  </a:lnTo>
                  <a:lnTo>
                    <a:pt x="106" y="98"/>
                  </a:lnTo>
                  <a:lnTo>
                    <a:pt x="126" y="89"/>
                  </a:lnTo>
                  <a:lnTo>
                    <a:pt x="146" y="83"/>
                  </a:lnTo>
                  <a:lnTo>
                    <a:pt x="167" y="78"/>
                  </a:lnTo>
                  <a:lnTo>
                    <a:pt x="189" y="74"/>
                  </a:lnTo>
                  <a:lnTo>
                    <a:pt x="211" y="74"/>
                  </a:lnTo>
                  <a:lnTo>
                    <a:pt x="211" y="74"/>
                  </a:lnTo>
                  <a:lnTo>
                    <a:pt x="224" y="74"/>
                  </a:lnTo>
                  <a:lnTo>
                    <a:pt x="224" y="74"/>
                  </a:lnTo>
                  <a:lnTo>
                    <a:pt x="248" y="76"/>
                  </a:lnTo>
                  <a:lnTo>
                    <a:pt x="270" y="81"/>
                  </a:lnTo>
                  <a:lnTo>
                    <a:pt x="292" y="88"/>
                  </a:lnTo>
                  <a:lnTo>
                    <a:pt x="312" y="96"/>
                  </a:lnTo>
                  <a:lnTo>
                    <a:pt x="332" y="108"/>
                  </a:lnTo>
                  <a:lnTo>
                    <a:pt x="351" y="121"/>
                  </a:lnTo>
                  <a:lnTo>
                    <a:pt x="367" y="135"/>
                  </a:lnTo>
                  <a:lnTo>
                    <a:pt x="384" y="152"/>
                  </a:lnTo>
                  <a:lnTo>
                    <a:pt x="384" y="152"/>
                  </a:lnTo>
                  <a:lnTo>
                    <a:pt x="389" y="155"/>
                  </a:lnTo>
                  <a:lnTo>
                    <a:pt x="396" y="157"/>
                  </a:lnTo>
                  <a:lnTo>
                    <a:pt x="396" y="157"/>
                  </a:lnTo>
                  <a:lnTo>
                    <a:pt x="401" y="157"/>
                  </a:lnTo>
                  <a:lnTo>
                    <a:pt x="406" y="154"/>
                  </a:lnTo>
                  <a:lnTo>
                    <a:pt x="437" y="127"/>
                  </a:lnTo>
                  <a:lnTo>
                    <a:pt x="437" y="127"/>
                  </a:lnTo>
                  <a:lnTo>
                    <a:pt x="442" y="121"/>
                  </a:lnTo>
                  <a:lnTo>
                    <a:pt x="443" y="115"/>
                  </a:lnTo>
                  <a:lnTo>
                    <a:pt x="443" y="115"/>
                  </a:lnTo>
                  <a:lnTo>
                    <a:pt x="442" y="110"/>
                  </a:lnTo>
                  <a:lnTo>
                    <a:pt x="438" y="105"/>
                  </a:lnTo>
                  <a:lnTo>
                    <a:pt x="438" y="105"/>
                  </a:lnTo>
                  <a:lnTo>
                    <a:pt x="418" y="83"/>
                  </a:lnTo>
                  <a:lnTo>
                    <a:pt x="394" y="62"/>
                  </a:lnTo>
                  <a:lnTo>
                    <a:pt x="369" y="46"/>
                  </a:lnTo>
                  <a:lnTo>
                    <a:pt x="344" y="32"/>
                  </a:lnTo>
                  <a:lnTo>
                    <a:pt x="317" y="20"/>
                  </a:lnTo>
                  <a:lnTo>
                    <a:pt x="288" y="10"/>
                  </a:lnTo>
                  <a:lnTo>
                    <a:pt x="258" y="5"/>
                  </a:lnTo>
                  <a:lnTo>
                    <a:pt x="227" y="2"/>
                  </a:lnTo>
                  <a:lnTo>
                    <a:pt x="227" y="2"/>
                  </a:lnTo>
                  <a:lnTo>
                    <a:pt x="211" y="0"/>
                  </a:lnTo>
                  <a:lnTo>
                    <a:pt x="211" y="0"/>
                  </a:lnTo>
                  <a:lnTo>
                    <a:pt x="182" y="2"/>
                  </a:lnTo>
                  <a:lnTo>
                    <a:pt x="153" y="7"/>
                  </a:lnTo>
                  <a:lnTo>
                    <a:pt x="126" y="12"/>
                  </a:lnTo>
                  <a:lnTo>
                    <a:pt x="99" y="22"/>
                  </a:lnTo>
                  <a:lnTo>
                    <a:pt x="74" y="32"/>
                  </a:lnTo>
                  <a:lnTo>
                    <a:pt x="50" y="47"/>
                  </a:lnTo>
                  <a:lnTo>
                    <a:pt x="27" y="62"/>
                  </a:lnTo>
                  <a:lnTo>
                    <a:pt x="5" y="81"/>
                  </a:lnTo>
                  <a:lnTo>
                    <a:pt x="5" y="81"/>
                  </a:lnTo>
                  <a:lnTo>
                    <a:pt x="1" y="86"/>
                  </a:lnTo>
                  <a:lnTo>
                    <a:pt x="0" y="91"/>
                  </a:lnTo>
                  <a:lnTo>
                    <a:pt x="0" y="98"/>
                  </a:lnTo>
                  <a:lnTo>
                    <a:pt x="3" y="103"/>
                  </a:lnTo>
                  <a:lnTo>
                    <a:pt x="32" y="13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2" name="Google Shape;532;p6"/>
            <p:cNvSpPr/>
            <p:nvPr/>
          </p:nvSpPr>
          <p:spPr>
            <a:xfrm>
              <a:off x="14100175" y="293688"/>
              <a:ext cx="196850" cy="87313"/>
            </a:xfrm>
            <a:custGeom>
              <a:rect b="b" l="l" r="r" t="t"/>
              <a:pathLst>
                <a:path extrusionOk="0" h="110" w="248">
                  <a:moveTo>
                    <a:pt x="129" y="0"/>
                  </a:moveTo>
                  <a:lnTo>
                    <a:pt x="129" y="0"/>
                  </a:lnTo>
                  <a:lnTo>
                    <a:pt x="119" y="0"/>
                  </a:lnTo>
                  <a:lnTo>
                    <a:pt x="119" y="0"/>
                  </a:lnTo>
                  <a:lnTo>
                    <a:pt x="103" y="2"/>
                  </a:lnTo>
                  <a:lnTo>
                    <a:pt x="88" y="4"/>
                  </a:lnTo>
                  <a:lnTo>
                    <a:pt x="73" y="7"/>
                  </a:lnTo>
                  <a:lnTo>
                    <a:pt x="58" y="12"/>
                  </a:lnTo>
                  <a:lnTo>
                    <a:pt x="44" y="19"/>
                  </a:lnTo>
                  <a:lnTo>
                    <a:pt x="29" y="26"/>
                  </a:lnTo>
                  <a:lnTo>
                    <a:pt x="17" y="36"/>
                  </a:lnTo>
                  <a:lnTo>
                    <a:pt x="6" y="46"/>
                  </a:lnTo>
                  <a:lnTo>
                    <a:pt x="6" y="46"/>
                  </a:lnTo>
                  <a:lnTo>
                    <a:pt x="0" y="51"/>
                  </a:lnTo>
                  <a:lnTo>
                    <a:pt x="0" y="56"/>
                  </a:lnTo>
                  <a:lnTo>
                    <a:pt x="0" y="63"/>
                  </a:lnTo>
                  <a:lnTo>
                    <a:pt x="4" y="68"/>
                  </a:lnTo>
                  <a:lnTo>
                    <a:pt x="33" y="98"/>
                  </a:lnTo>
                  <a:lnTo>
                    <a:pt x="33" y="98"/>
                  </a:lnTo>
                  <a:lnTo>
                    <a:pt x="38" y="102"/>
                  </a:lnTo>
                  <a:lnTo>
                    <a:pt x="43" y="103"/>
                  </a:lnTo>
                  <a:lnTo>
                    <a:pt x="43" y="103"/>
                  </a:lnTo>
                  <a:lnTo>
                    <a:pt x="49" y="102"/>
                  </a:lnTo>
                  <a:lnTo>
                    <a:pt x="54" y="98"/>
                  </a:lnTo>
                  <a:lnTo>
                    <a:pt x="54" y="98"/>
                  </a:lnTo>
                  <a:lnTo>
                    <a:pt x="68" y="88"/>
                  </a:lnTo>
                  <a:lnTo>
                    <a:pt x="85" y="80"/>
                  </a:lnTo>
                  <a:lnTo>
                    <a:pt x="102" y="76"/>
                  </a:lnTo>
                  <a:lnTo>
                    <a:pt x="119" y="75"/>
                  </a:lnTo>
                  <a:lnTo>
                    <a:pt x="119" y="75"/>
                  </a:lnTo>
                  <a:lnTo>
                    <a:pt x="125" y="75"/>
                  </a:lnTo>
                  <a:lnTo>
                    <a:pt x="125" y="75"/>
                  </a:lnTo>
                  <a:lnTo>
                    <a:pt x="144" y="76"/>
                  </a:lnTo>
                  <a:lnTo>
                    <a:pt x="161" y="83"/>
                  </a:lnTo>
                  <a:lnTo>
                    <a:pt x="176" y="93"/>
                  </a:lnTo>
                  <a:lnTo>
                    <a:pt x="191" y="105"/>
                  </a:lnTo>
                  <a:lnTo>
                    <a:pt x="191" y="105"/>
                  </a:lnTo>
                  <a:lnTo>
                    <a:pt x="196" y="108"/>
                  </a:lnTo>
                  <a:lnTo>
                    <a:pt x="203" y="110"/>
                  </a:lnTo>
                  <a:lnTo>
                    <a:pt x="203" y="110"/>
                  </a:lnTo>
                  <a:lnTo>
                    <a:pt x="208" y="110"/>
                  </a:lnTo>
                  <a:lnTo>
                    <a:pt x="213" y="107"/>
                  </a:lnTo>
                  <a:lnTo>
                    <a:pt x="243" y="80"/>
                  </a:lnTo>
                  <a:lnTo>
                    <a:pt x="243" y="80"/>
                  </a:lnTo>
                  <a:lnTo>
                    <a:pt x="247" y="75"/>
                  </a:lnTo>
                  <a:lnTo>
                    <a:pt x="248" y="68"/>
                  </a:lnTo>
                  <a:lnTo>
                    <a:pt x="248" y="68"/>
                  </a:lnTo>
                  <a:lnTo>
                    <a:pt x="248" y="63"/>
                  </a:lnTo>
                  <a:lnTo>
                    <a:pt x="245" y="58"/>
                  </a:lnTo>
                  <a:lnTo>
                    <a:pt x="245" y="58"/>
                  </a:lnTo>
                  <a:lnTo>
                    <a:pt x="233" y="46"/>
                  </a:lnTo>
                  <a:lnTo>
                    <a:pt x="221" y="34"/>
                  </a:lnTo>
                  <a:lnTo>
                    <a:pt x="208" y="26"/>
                  </a:lnTo>
                  <a:lnTo>
                    <a:pt x="193" y="17"/>
                  </a:lnTo>
                  <a:lnTo>
                    <a:pt x="178" y="11"/>
                  </a:lnTo>
                  <a:lnTo>
                    <a:pt x="162" y="7"/>
                  </a:lnTo>
                  <a:lnTo>
                    <a:pt x="146" y="4"/>
                  </a:lnTo>
                  <a:lnTo>
                    <a:pt x="129" y="0"/>
                  </a:lnTo>
                  <a:lnTo>
                    <a:pt x="12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533" name="Google Shape;533;p6"/>
            <p:cNvSpPr/>
            <p:nvPr/>
          </p:nvSpPr>
          <p:spPr>
            <a:xfrm>
              <a:off x="14025563" y="415925"/>
              <a:ext cx="1201738" cy="765175"/>
            </a:xfrm>
            <a:custGeom>
              <a:rect b="b" l="l" r="r" t="t"/>
              <a:pathLst>
                <a:path extrusionOk="0" h="963" w="1513">
                  <a:moveTo>
                    <a:pt x="1489" y="190"/>
                  </a:moveTo>
                  <a:lnTo>
                    <a:pt x="1477" y="175"/>
                  </a:lnTo>
                  <a:lnTo>
                    <a:pt x="1477" y="175"/>
                  </a:lnTo>
                  <a:lnTo>
                    <a:pt x="1474" y="172"/>
                  </a:lnTo>
                  <a:lnTo>
                    <a:pt x="1469" y="168"/>
                  </a:lnTo>
                  <a:lnTo>
                    <a:pt x="1464" y="165"/>
                  </a:lnTo>
                  <a:lnTo>
                    <a:pt x="1457" y="165"/>
                  </a:lnTo>
                  <a:lnTo>
                    <a:pt x="1452" y="163"/>
                  </a:lnTo>
                  <a:lnTo>
                    <a:pt x="1445" y="165"/>
                  </a:lnTo>
                  <a:lnTo>
                    <a:pt x="1440" y="167"/>
                  </a:lnTo>
                  <a:lnTo>
                    <a:pt x="1435" y="170"/>
                  </a:lnTo>
                  <a:lnTo>
                    <a:pt x="1400" y="199"/>
                  </a:lnTo>
                  <a:lnTo>
                    <a:pt x="1393" y="190"/>
                  </a:lnTo>
                  <a:lnTo>
                    <a:pt x="1393" y="190"/>
                  </a:lnTo>
                  <a:lnTo>
                    <a:pt x="1390" y="187"/>
                  </a:lnTo>
                  <a:lnTo>
                    <a:pt x="1386" y="185"/>
                  </a:lnTo>
                  <a:lnTo>
                    <a:pt x="1381" y="187"/>
                  </a:lnTo>
                  <a:lnTo>
                    <a:pt x="1378" y="189"/>
                  </a:lnTo>
                  <a:lnTo>
                    <a:pt x="1314" y="239"/>
                  </a:lnTo>
                  <a:lnTo>
                    <a:pt x="1197" y="327"/>
                  </a:lnTo>
                  <a:lnTo>
                    <a:pt x="1032" y="454"/>
                  </a:lnTo>
                  <a:lnTo>
                    <a:pt x="858" y="585"/>
                  </a:lnTo>
                  <a:lnTo>
                    <a:pt x="858" y="585"/>
                  </a:lnTo>
                  <a:lnTo>
                    <a:pt x="852" y="592"/>
                  </a:lnTo>
                  <a:lnTo>
                    <a:pt x="848" y="602"/>
                  </a:lnTo>
                  <a:lnTo>
                    <a:pt x="840" y="626"/>
                  </a:lnTo>
                  <a:lnTo>
                    <a:pt x="821" y="690"/>
                  </a:lnTo>
                  <a:lnTo>
                    <a:pt x="821" y="690"/>
                  </a:lnTo>
                  <a:lnTo>
                    <a:pt x="819" y="695"/>
                  </a:lnTo>
                  <a:lnTo>
                    <a:pt x="819" y="700"/>
                  </a:lnTo>
                  <a:lnTo>
                    <a:pt x="821" y="703"/>
                  </a:lnTo>
                  <a:lnTo>
                    <a:pt x="825" y="708"/>
                  </a:lnTo>
                  <a:lnTo>
                    <a:pt x="825" y="708"/>
                  </a:lnTo>
                  <a:lnTo>
                    <a:pt x="828" y="712"/>
                  </a:lnTo>
                  <a:lnTo>
                    <a:pt x="831" y="713"/>
                  </a:lnTo>
                  <a:lnTo>
                    <a:pt x="835" y="715"/>
                  </a:lnTo>
                  <a:lnTo>
                    <a:pt x="840" y="715"/>
                  </a:lnTo>
                  <a:lnTo>
                    <a:pt x="932" y="710"/>
                  </a:lnTo>
                  <a:lnTo>
                    <a:pt x="932" y="710"/>
                  </a:lnTo>
                  <a:lnTo>
                    <a:pt x="943" y="708"/>
                  </a:lnTo>
                  <a:lnTo>
                    <a:pt x="951" y="703"/>
                  </a:lnTo>
                  <a:lnTo>
                    <a:pt x="1032" y="641"/>
                  </a:lnTo>
                  <a:lnTo>
                    <a:pt x="1032" y="772"/>
                  </a:lnTo>
                  <a:lnTo>
                    <a:pt x="1032" y="772"/>
                  </a:lnTo>
                  <a:lnTo>
                    <a:pt x="1032" y="777"/>
                  </a:lnTo>
                  <a:lnTo>
                    <a:pt x="1030" y="784"/>
                  </a:lnTo>
                  <a:lnTo>
                    <a:pt x="1027" y="789"/>
                  </a:lnTo>
                  <a:lnTo>
                    <a:pt x="1024" y="794"/>
                  </a:lnTo>
                  <a:lnTo>
                    <a:pt x="1019" y="798"/>
                  </a:lnTo>
                  <a:lnTo>
                    <a:pt x="1013" y="799"/>
                  </a:lnTo>
                  <a:lnTo>
                    <a:pt x="1007" y="803"/>
                  </a:lnTo>
                  <a:lnTo>
                    <a:pt x="1002" y="803"/>
                  </a:lnTo>
                  <a:lnTo>
                    <a:pt x="195" y="803"/>
                  </a:lnTo>
                  <a:lnTo>
                    <a:pt x="195" y="803"/>
                  </a:lnTo>
                  <a:lnTo>
                    <a:pt x="189" y="803"/>
                  </a:lnTo>
                  <a:lnTo>
                    <a:pt x="184" y="799"/>
                  </a:lnTo>
                  <a:lnTo>
                    <a:pt x="178" y="798"/>
                  </a:lnTo>
                  <a:lnTo>
                    <a:pt x="173" y="794"/>
                  </a:lnTo>
                  <a:lnTo>
                    <a:pt x="170" y="789"/>
                  </a:lnTo>
                  <a:lnTo>
                    <a:pt x="167" y="784"/>
                  </a:lnTo>
                  <a:lnTo>
                    <a:pt x="165" y="777"/>
                  </a:lnTo>
                  <a:lnTo>
                    <a:pt x="165" y="772"/>
                  </a:lnTo>
                  <a:lnTo>
                    <a:pt x="165" y="256"/>
                  </a:lnTo>
                  <a:lnTo>
                    <a:pt x="165" y="256"/>
                  </a:lnTo>
                  <a:lnTo>
                    <a:pt x="165" y="251"/>
                  </a:lnTo>
                  <a:lnTo>
                    <a:pt x="167" y="244"/>
                  </a:lnTo>
                  <a:lnTo>
                    <a:pt x="170" y="239"/>
                  </a:lnTo>
                  <a:lnTo>
                    <a:pt x="173" y="236"/>
                  </a:lnTo>
                  <a:lnTo>
                    <a:pt x="178" y="231"/>
                  </a:lnTo>
                  <a:lnTo>
                    <a:pt x="184" y="229"/>
                  </a:lnTo>
                  <a:lnTo>
                    <a:pt x="189" y="227"/>
                  </a:lnTo>
                  <a:lnTo>
                    <a:pt x="195" y="226"/>
                  </a:lnTo>
                  <a:lnTo>
                    <a:pt x="1002" y="226"/>
                  </a:lnTo>
                  <a:lnTo>
                    <a:pt x="1002" y="226"/>
                  </a:lnTo>
                  <a:lnTo>
                    <a:pt x="1007" y="227"/>
                  </a:lnTo>
                  <a:lnTo>
                    <a:pt x="1013" y="229"/>
                  </a:lnTo>
                  <a:lnTo>
                    <a:pt x="1019" y="231"/>
                  </a:lnTo>
                  <a:lnTo>
                    <a:pt x="1024" y="236"/>
                  </a:lnTo>
                  <a:lnTo>
                    <a:pt x="1027" y="239"/>
                  </a:lnTo>
                  <a:lnTo>
                    <a:pt x="1030" y="244"/>
                  </a:lnTo>
                  <a:lnTo>
                    <a:pt x="1032" y="251"/>
                  </a:lnTo>
                  <a:lnTo>
                    <a:pt x="1032" y="256"/>
                  </a:lnTo>
                  <a:lnTo>
                    <a:pt x="1032" y="359"/>
                  </a:lnTo>
                  <a:lnTo>
                    <a:pt x="1197" y="229"/>
                  </a:lnTo>
                  <a:lnTo>
                    <a:pt x="1197" y="79"/>
                  </a:lnTo>
                  <a:lnTo>
                    <a:pt x="1197" y="79"/>
                  </a:lnTo>
                  <a:lnTo>
                    <a:pt x="1196" y="71"/>
                  </a:lnTo>
                  <a:lnTo>
                    <a:pt x="1194" y="64"/>
                  </a:lnTo>
                  <a:lnTo>
                    <a:pt x="1191" y="57"/>
                  </a:lnTo>
                  <a:lnTo>
                    <a:pt x="1186" y="50"/>
                  </a:lnTo>
                  <a:lnTo>
                    <a:pt x="1179" y="45"/>
                  </a:lnTo>
                  <a:lnTo>
                    <a:pt x="1172" y="42"/>
                  </a:lnTo>
                  <a:lnTo>
                    <a:pt x="1164" y="39"/>
                  </a:lnTo>
                  <a:lnTo>
                    <a:pt x="1157" y="39"/>
                  </a:lnTo>
                  <a:lnTo>
                    <a:pt x="285" y="39"/>
                  </a:lnTo>
                  <a:lnTo>
                    <a:pt x="285" y="39"/>
                  </a:lnTo>
                  <a:lnTo>
                    <a:pt x="283" y="30"/>
                  </a:lnTo>
                  <a:lnTo>
                    <a:pt x="280" y="23"/>
                  </a:lnTo>
                  <a:lnTo>
                    <a:pt x="276" y="17"/>
                  </a:lnTo>
                  <a:lnTo>
                    <a:pt x="271" y="12"/>
                  </a:lnTo>
                  <a:lnTo>
                    <a:pt x="266" y="6"/>
                  </a:lnTo>
                  <a:lnTo>
                    <a:pt x="259" y="3"/>
                  </a:lnTo>
                  <a:lnTo>
                    <a:pt x="251" y="1"/>
                  </a:lnTo>
                  <a:lnTo>
                    <a:pt x="243" y="0"/>
                  </a:lnTo>
                  <a:lnTo>
                    <a:pt x="185" y="0"/>
                  </a:lnTo>
                  <a:lnTo>
                    <a:pt x="185" y="0"/>
                  </a:lnTo>
                  <a:lnTo>
                    <a:pt x="177" y="1"/>
                  </a:lnTo>
                  <a:lnTo>
                    <a:pt x="170" y="3"/>
                  </a:lnTo>
                  <a:lnTo>
                    <a:pt x="163" y="6"/>
                  </a:lnTo>
                  <a:lnTo>
                    <a:pt x="157" y="12"/>
                  </a:lnTo>
                  <a:lnTo>
                    <a:pt x="152" y="17"/>
                  </a:lnTo>
                  <a:lnTo>
                    <a:pt x="148" y="23"/>
                  </a:lnTo>
                  <a:lnTo>
                    <a:pt x="145" y="30"/>
                  </a:lnTo>
                  <a:lnTo>
                    <a:pt x="145" y="39"/>
                  </a:lnTo>
                  <a:lnTo>
                    <a:pt x="40" y="39"/>
                  </a:lnTo>
                  <a:lnTo>
                    <a:pt x="40" y="39"/>
                  </a:lnTo>
                  <a:lnTo>
                    <a:pt x="32" y="39"/>
                  </a:lnTo>
                  <a:lnTo>
                    <a:pt x="25" y="42"/>
                  </a:lnTo>
                  <a:lnTo>
                    <a:pt x="17" y="45"/>
                  </a:lnTo>
                  <a:lnTo>
                    <a:pt x="11" y="50"/>
                  </a:lnTo>
                  <a:lnTo>
                    <a:pt x="6" y="57"/>
                  </a:lnTo>
                  <a:lnTo>
                    <a:pt x="3" y="64"/>
                  </a:lnTo>
                  <a:lnTo>
                    <a:pt x="0" y="71"/>
                  </a:lnTo>
                  <a:lnTo>
                    <a:pt x="0" y="79"/>
                  </a:lnTo>
                  <a:lnTo>
                    <a:pt x="0" y="808"/>
                  </a:lnTo>
                  <a:lnTo>
                    <a:pt x="0" y="808"/>
                  </a:lnTo>
                  <a:lnTo>
                    <a:pt x="0" y="823"/>
                  </a:lnTo>
                  <a:lnTo>
                    <a:pt x="3" y="840"/>
                  </a:lnTo>
                  <a:lnTo>
                    <a:pt x="6" y="853"/>
                  </a:lnTo>
                  <a:lnTo>
                    <a:pt x="11" y="869"/>
                  </a:lnTo>
                  <a:lnTo>
                    <a:pt x="18" y="882"/>
                  </a:lnTo>
                  <a:lnTo>
                    <a:pt x="25" y="896"/>
                  </a:lnTo>
                  <a:lnTo>
                    <a:pt x="35" y="907"/>
                  </a:lnTo>
                  <a:lnTo>
                    <a:pt x="45" y="917"/>
                  </a:lnTo>
                  <a:lnTo>
                    <a:pt x="55" y="928"/>
                  </a:lnTo>
                  <a:lnTo>
                    <a:pt x="67" y="938"/>
                  </a:lnTo>
                  <a:lnTo>
                    <a:pt x="81" y="944"/>
                  </a:lnTo>
                  <a:lnTo>
                    <a:pt x="94" y="951"/>
                  </a:lnTo>
                  <a:lnTo>
                    <a:pt x="109" y="956"/>
                  </a:lnTo>
                  <a:lnTo>
                    <a:pt x="123" y="961"/>
                  </a:lnTo>
                  <a:lnTo>
                    <a:pt x="140" y="963"/>
                  </a:lnTo>
                  <a:lnTo>
                    <a:pt x="155" y="963"/>
                  </a:lnTo>
                  <a:lnTo>
                    <a:pt x="1049" y="963"/>
                  </a:lnTo>
                  <a:lnTo>
                    <a:pt x="1049" y="963"/>
                  </a:lnTo>
                  <a:lnTo>
                    <a:pt x="1064" y="963"/>
                  </a:lnTo>
                  <a:lnTo>
                    <a:pt x="1079" y="961"/>
                  </a:lnTo>
                  <a:lnTo>
                    <a:pt x="1093" y="956"/>
                  </a:lnTo>
                  <a:lnTo>
                    <a:pt x="1106" y="953"/>
                  </a:lnTo>
                  <a:lnTo>
                    <a:pt x="1120" y="946"/>
                  </a:lnTo>
                  <a:lnTo>
                    <a:pt x="1132" y="938"/>
                  </a:lnTo>
                  <a:lnTo>
                    <a:pt x="1143" y="929"/>
                  </a:lnTo>
                  <a:lnTo>
                    <a:pt x="1153" y="921"/>
                  </a:lnTo>
                  <a:lnTo>
                    <a:pt x="1164" y="911"/>
                  </a:lnTo>
                  <a:lnTo>
                    <a:pt x="1172" y="899"/>
                  </a:lnTo>
                  <a:lnTo>
                    <a:pt x="1179" y="887"/>
                  </a:lnTo>
                  <a:lnTo>
                    <a:pt x="1186" y="874"/>
                  </a:lnTo>
                  <a:lnTo>
                    <a:pt x="1191" y="860"/>
                  </a:lnTo>
                  <a:lnTo>
                    <a:pt x="1194" y="845"/>
                  </a:lnTo>
                  <a:lnTo>
                    <a:pt x="1196" y="831"/>
                  </a:lnTo>
                  <a:lnTo>
                    <a:pt x="1197" y="816"/>
                  </a:lnTo>
                  <a:lnTo>
                    <a:pt x="1197" y="516"/>
                  </a:lnTo>
                  <a:lnTo>
                    <a:pt x="1405" y="357"/>
                  </a:lnTo>
                  <a:lnTo>
                    <a:pt x="1471" y="305"/>
                  </a:lnTo>
                  <a:lnTo>
                    <a:pt x="1471" y="305"/>
                  </a:lnTo>
                  <a:lnTo>
                    <a:pt x="1474" y="303"/>
                  </a:lnTo>
                  <a:lnTo>
                    <a:pt x="1474" y="298"/>
                  </a:lnTo>
                  <a:lnTo>
                    <a:pt x="1474" y="295"/>
                  </a:lnTo>
                  <a:lnTo>
                    <a:pt x="1472" y="292"/>
                  </a:lnTo>
                  <a:lnTo>
                    <a:pt x="1466" y="283"/>
                  </a:lnTo>
                  <a:lnTo>
                    <a:pt x="1501" y="254"/>
                  </a:lnTo>
                  <a:lnTo>
                    <a:pt x="1501" y="254"/>
                  </a:lnTo>
                  <a:lnTo>
                    <a:pt x="1506" y="251"/>
                  </a:lnTo>
                  <a:lnTo>
                    <a:pt x="1509" y="246"/>
                  </a:lnTo>
                  <a:lnTo>
                    <a:pt x="1511" y="241"/>
                  </a:lnTo>
                  <a:lnTo>
                    <a:pt x="1513" y="234"/>
                  </a:lnTo>
                  <a:lnTo>
                    <a:pt x="1513" y="229"/>
                  </a:lnTo>
                  <a:lnTo>
                    <a:pt x="1511" y="222"/>
                  </a:lnTo>
                  <a:lnTo>
                    <a:pt x="1509" y="217"/>
                  </a:lnTo>
                  <a:lnTo>
                    <a:pt x="1506" y="212"/>
                  </a:lnTo>
                  <a:lnTo>
                    <a:pt x="1489" y="190"/>
                  </a:lnTo>
                  <a:close/>
                  <a:moveTo>
                    <a:pt x="556" y="143"/>
                  </a:moveTo>
                  <a:lnTo>
                    <a:pt x="639" y="143"/>
                  </a:lnTo>
                  <a:lnTo>
                    <a:pt x="639" y="172"/>
                  </a:lnTo>
                  <a:lnTo>
                    <a:pt x="556" y="172"/>
                  </a:lnTo>
                  <a:lnTo>
                    <a:pt x="556" y="1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534" name="Google Shape;534;p6"/>
          <p:cNvSpPr/>
          <p:nvPr/>
        </p:nvSpPr>
        <p:spPr>
          <a:xfrm>
            <a:off x="905487" y="5152121"/>
            <a:ext cx="261846" cy="218056"/>
          </a:xfrm>
          <a:custGeom>
            <a:rect b="b" l="l" r="r" t="t"/>
            <a:pathLst>
              <a:path extrusionOk="0" h="488" w="586">
                <a:moveTo>
                  <a:pt x="174" y="154"/>
                </a:moveTo>
                <a:lnTo>
                  <a:pt x="378" y="154"/>
                </a:lnTo>
                <a:lnTo>
                  <a:pt x="378" y="154"/>
                </a:lnTo>
                <a:lnTo>
                  <a:pt x="386" y="156"/>
                </a:lnTo>
                <a:lnTo>
                  <a:pt x="392" y="160"/>
                </a:lnTo>
                <a:lnTo>
                  <a:pt x="396" y="168"/>
                </a:lnTo>
                <a:lnTo>
                  <a:pt x="398" y="176"/>
                </a:lnTo>
                <a:lnTo>
                  <a:pt x="398" y="380"/>
                </a:lnTo>
                <a:lnTo>
                  <a:pt x="398" y="380"/>
                </a:lnTo>
                <a:lnTo>
                  <a:pt x="396" y="388"/>
                </a:lnTo>
                <a:lnTo>
                  <a:pt x="392" y="394"/>
                </a:lnTo>
                <a:lnTo>
                  <a:pt x="386" y="398"/>
                </a:lnTo>
                <a:lnTo>
                  <a:pt x="378" y="400"/>
                </a:lnTo>
                <a:lnTo>
                  <a:pt x="174" y="400"/>
                </a:lnTo>
                <a:lnTo>
                  <a:pt x="174" y="400"/>
                </a:lnTo>
                <a:lnTo>
                  <a:pt x="166" y="398"/>
                </a:lnTo>
                <a:lnTo>
                  <a:pt x="160" y="394"/>
                </a:lnTo>
                <a:lnTo>
                  <a:pt x="156" y="388"/>
                </a:lnTo>
                <a:lnTo>
                  <a:pt x="154" y="380"/>
                </a:lnTo>
                <a:lnTo>
                  <a:pt x="154" y="176"/>
                </a:lnTo>
                <a:lnTo>
                  <a:pt x="154" y="176"/>
                </a:lnTo>
                <a:lnTo>
                  <a:pt x="156" y="168"/>
                </a:lnTo>
                <a:lnTo>
                  <a:pt x="160" y="160"/>
                </a:lnTo>
                <a:lnTo>
                  <a:pt x="166" y="156"/>
                </a:lnTo>
                <a:lnTo>
                  <a:pt x="174" y="154"/>
                </a:lnTo>
                <a:lnTo>
                  <a:pt x="174" y="154"/>
                </a:lnTo>
                <a:close/>
                <a:moveTo>
                  <a:pt x="416" y="200"/>
                </a:moveTo>
                <a:lnTo>
                  <a:pt x="422" y="200"/>
                </a:lnTo>
                <a:lnTo>
                  <a:pt x="422" y="200"/>
                </a:lnTo>
                <a:lnTo>
                  <a:pt x="430" y="200"/>
                </a:lnTo>
                <a:lnTo>
                  <a:pt x="436" y="206"/>
                </a:lnTo>
                <a:lnTo>
                  <a:pt x="440" y="212"/>
                </a:lnTo>
                <a:lnTo>
                  <a:pt x="442" y="220"/>
                </a:lnTo>
                <a:lnTo>
                  <a:pt x="442" y="424"/>
                </a:lnTo>
                <a:lnTo>
                  <a:pt x="442" y="424"/>
                </a:lnTo>
                <a:lnTo>
                  <a:pt x="440" y="432"/>
                </a:lnTo>
                <a:lnTo>
                  <a:pt x="436" y="438"/>
                </a:lnTo>
                <a:lnTo>
                  <a:pt x="430" y="442"/>
                </a:lnTo>
                <a:lnTo>
                  <a:pt x="422" y="444"/>
                </a:lnTo>
                <a:lnTo>
                  <a:pt x="218" y="444"/>
                </a:lnTo>
                <a:lnTo>
                  <a:pt x="218" y="444"/>
                </a:lnTo>
                <a:lnTo>
                  <a:pt x="210" y="442"/>
                </a:lnTo>
                <a:lnTo>
                  <a:pt x="202" y="438"/>
                </a:lnTo>
                <a:lnTo>
                  <a:pt x="198" y="432"/>
                </a:lnTo>
                <a:lnTo>
                  <a:pt x="196" y="424"/>
                </a:lnTo>
                <a:lnTo>
                  <a:pt x="196" y="418"/>
                </a:lnTo>
                <a:lnTo>
                  <a:pt x="378" y="418"/>
                </a:lnTo>
                <a:lnTo>
                  <a:pt x="378" y="418"/>
                </a:lnTo>
                <a:lnTo>
                  <a:pt x="386" y="418"/>
                </a:lnTo>
                <a:lnTo>
                  <a:pt x="392" y="414"/>
                </a:lnTo>
                <a:lnTo>
                  <a:pt x="400" y="412"/>
                </a:lnTo>
                <a:lnTo>
                  <a:pt x="406" y="406"/>
                </a:lnTo>
                <a:lnTo>
                  <a:pt x="410" y="400"/>
                </a:lnTo>
                <a:lnTo>
                  <a:pt x="414" y="394"/>
                </a:lnTo>
                <a:lnTo>
                  <a:pt x="416" y="388"/>
                </a:lnTo>
                <a:lnTo>
                  <a:pt x="416" y="380"/>
                </a:lnTo>
                <a:lnTo>
                  <a:pt x="416" y="200"/>
                </a:lnTo>
                <a:lnTo>
                  <a:pt x="416" y="200"/>
                </a:lnTo>
                <a:close/>
                <a:moveTo>
                  <a:pt x="274" y="0"/>
                </a:moveTo>
                <a:lnTo>
                  <a:pt x="274" y="0"/>
                </a:lnTo>
                <a:lnTo>
                  <a:pt x="302" y="2"/>
                </a:lnTo>
                <a:lnTo>
                  <a:pt x="328" y="8"/>
                </a:lnTo>
                <a:lnTo>
                  <a:pt x="352" y="18"/>
                </a:lnTo>
                <a:lnTo>
                  <a:pt x="376" y="30"/>
                </a:lnTo>
                <a:lnTo>
                  <a:pt x="396" y="46"/>
                </a:lnTo>
                <a:lnTo>
                  <a:pt x="414" y="66"/>
                </a:lnTo>
                <a:lnTo>
                  <a:pt x="428" y="88"/>
                </a:lnTo>
                <a:lnTo>
                  <a:pt x="440" y="110"/>
                </a:lnTo>
                <a:lnTo>
                  <a:pt x="440" y="110"/>
                </a:lnTo>
                <a:lnTo>
                  <a:pt x="446" y="110"/>
                </a:lnTo>
                <a:lnTo>
                  <a:pt x="446" y="110"/>
                </a:lnTo>
                <a:lnTo>
                  <a:pt x="462" y="112"/>
                </a:lnTo>
                <a:lnTo>
                  <a:pt x="474" y="114"/>
                </a:lnTo>
                <a:lnTo>
                  <a:pt x="488" y="116"/>
                </a:lnTo>
                <a:lnTo>
                  <a:pt x="502" y="122"/>
                </a:lnTo>
                <a:lnTo>
                  <a:pt x="514" y="128"/>
                </a:lnTo>
                <a:lnTo>
                  <a:pt x="524" y="134"/>
                </a:lnTo>
                <a:lnTo>
                  <a:pt x="536" y="142"/>
                </a:lnTo>
                <a:lnTo>
                  <a:pt x="546" y="152"/>
                </a:lnTo>
                <a:lnTo>
                  <a:pt x="554" y="162"/>
                </a:lnTo>
                <a:lnTo>
                  <a:pt x="562" y="172"/>
                </a:lnTo>
                <a:lnTo>
                  <a:pt x="570" y="184"/>
                </a:lnTo>
                <a:lnTo>
                  <a:pt x="576" y="196"/>
                </a:lnTo>
                <a:lnTo>
                  <a:pt x="580" y="208"/>
                </a:lnTo>
                <a:lnTo>
                  <a:pt x="584" y="222"/>
                </a:lnTo>
                <a:lnTo>
                  <a:pt x="586" y="236"/>
                </a:lnTo>
                <a:lnTo>
                  <a:pt x="586" y="250"/>
                </a:lnTo>
                <a:lnTo>
                  <a:pt x="586" y="250"/>
                </a:lnTo>
                <a:lnTo>
                  <a:pt x="584" y="272"/>
                </a:lnTo>
                <a:lnTo>
                  <a:pt x="580" y="292"/>
                </a:lnTo>
                <a:lnTo>
                  <a:pt x="572" y="310"/>
                </a:lnTo>
                <a:lnTo>
                  <a:pt x="562" y="328"/>
                </a:lnTo>
                <a:lnTo>
                  <a:pt x="550" y="342"/>
                </a:lnTo>
                <a:lnTo>
                  <a:pt x="536" y="356"/>
                </a:lnTo>
                <a:lnTo>
                  <a:pt x="520" y="368"/>
                </a:lnTo>
                <a:lnTo>
                  <a:pt x="502" y="378"/>
                </a:lnTo>
                <a:lnTo>
                  <a:pt x="502" y="264"/>
                </a:lnTo>
                <a:lnTo>
                  <a:pt x="502" y="264"/>
                </a:lnTo>
                <a:lnTo>
                  <a:pt x="502" y="256"/>
                </a:lnTo>
                <a:lnTo>
                  <a:pt x="500" y="250"/>
                </a:lnTo>
                <a:lnTo>
                  <a:pt x="496" y="242"/>
                </a:lnTo>
                <a:lnTo>
                  <a:pt x="492" y="236"/>
                </a:lnTo>
                <a:lnTo>
                  <a:pt x="486" y="232"/>
                </a:lnTo>
                <a:lnTo>
                  <a:pt x="480" y="228"/>
                </a:lnTo>
                <a:lnTo>
                  <a:pt x="472" y="226"/>
                </a:lnTo>
                <a:lnTo>
                  <a:pt x="464" y="226"/>
                </a:lnTo>
                <a:lnTo>
                  <a:pt x="460" y="226"/>
                </a:lnTo>
                <a:lnTo>
                  <a:pt x="460" y="220"/>
                </a:lnTo>
                <a:lnTo>
                  <a:pt x="460" y="220"/>
                </a:lnTo>
                <a:lnTo>
                  <a:pt x="458" y="212"/>
                </a:lnTo>
                <a:lnTo>
                  <a:pt x="456" y="204"/>
                </a:lnTo>
                <a:lnTo>
                  <a:pt x="454" y="198"/>
                </a:lnTo>
                <a:lnTo>
                  <a:pt x="448" y="192"/>
                </a:lnTo>
                <a:lnTo>
                  <a:pt x="442" y="188"/>
                </a:lnTo>
                <a:lnTo>
                  <a:pt x="436" y="184"/>
                </a:lnTo>
                <a:lnTo>
                  <a:pt x="428" y="182"/>
                </a:lnTo>
                <a:lnTo>
                  <a:pt x="422" y="182"/>
                </a:lnTo>
                <a:lnTo>
                  <a:pt x="416" y="182"/>
                </a:lnTo>
                <a:lnTo>
                  <a:pt x="416" y="176"/>
                </a:lnTo>
                <a:lnTo>
                  <a:pt x="416" y="176"/>
                </a:lnTo>
                <a:lnTo>
                  <a:pt x="416" y="168"/>
                </a:lnTo>
                <a:lnTo>
                  <a:pt x="414" y="160"/>
                </a:lnTo>
                <a:lnTo>
                  <a:pt x="410" y="154"/>
                </a:lnTo>
                <a:lnTo>
                  <a:pt x="406" y="148"/>
                </a:lnTo>
                <a:lnTo>
                  <a:pt x="400" y="144"/>
                </a:lnTo>
                <a:lnTo>
                  <a:pt x="392" y="140"/>
                </a:lnTo>
                <a:lnTo>
                  <a:pt x="386" y="138"/>
                </a:lnTo>
                <a:lnTo>
                  <a:pt x="378" y="136"/>
                </a:lnTo>
                <a:lnTo>
                  <a:pt x="174" y="136"/>
                </a:lnTo>
                <a:lnTo>
                  <a:pt x="174" y="136"/>
                </a:lnTo>
                <a:lnTo>
                  <a:pt x="166" y="138"/>
                </a:lnTo>
                <a:lnTo>
                  <a:pt x="158" y="140"/>
                </a:lnTo>
                <a:lnTo>
                  <a:pt x="152" y="144"/>
                </a:lnTo>
                <a:lnTo>
                  <a:pt x="146" y="148"/>
                </a:lnTo>
                <a:lnTo>
                  <a:pt x="142" y="154"/>
                </a:lnTo>
                <a:lnTo>
                  <a:pt x="138" y="160"/>
                </a:lnTo>
                <a:lnTo>
                  <a:pt x="136" y="168"/>
                </a:lnTo>
                <a:lnTo>
                  <a:pt x="136" y="176"/>
                </a:lnTo>
                <a:lnTo>
                  <a:pt x="136" y="380"/>
                </a:lnTo>
                <a:lnTo>
                  <a:pt x="136" y="380"/>
                </a:lnTo>
                <a:lnTo>
                  <a:pt x="136" y="390"/>
                </a:lnTo>
                <a:lnTo>
                  <a:pt x="116" y="390"/>
                </a:lnTo>
                <a:lnTo>
                  <a:pt x="116" y="390"/>
                </a:lnTo>
                <a:lnTo>
                  <a:pt x="104" y="388"/>
                </a:lnTo>
                <a:lnTo>
                  <a:pt x="92" y="388"/>
                </a:lnTo>
                <a:lnTo>
                  <a:pt x="70" y="380"/>
                </a:lnTo>
                <a:lnTo>
                  <a:pt x="50" y="370"/>
                </a:lnTo>
                <a:lnTo>
                  <a:pt x="34" y="356"/>
                </a:lnTo>
                <a:lnTo>
                  <a:pt x="20" y="338"/>
                </a:lnTo>
                <a:lnTo>
                  <a:pt x="8" y="318"/>
                </a:lnTo>
                <a:lnTo>
                  <a:pt x="2" y="296"/>
                </a:lnTo>
                <a:lnTo>
                  <a:pt x="0" y="286"/>
                </a:lnTo>
                <a:lnTo>
                  <a:pt x="0" y="274"/>
                </a:lnTo>
                <a:lnTo>
                  <a:pt x="0" y="274"/>
                </a:lnTo>
                <a:lnTo>
                  <a:pt x="2" y="252"/>
                </a:lnTo>
                <a:lnTo>
                  <a:pt x="6" y="232"/>
                </a:lnTo>
                <a:lnTo>
                  <a:pt x="16" y="214"/>
                </a:lnTo>
                <a:lnTo>
                  <a:pt x="28" y="198"/>
                </a:lnTo>
                <a:lnTo>
                  <a:pt x="42" y="184"/>
                </a:lnTo>
                <a:lnTo>
                  <a:pt x="58" y="172"/>
                </a:lnTo>
                <a:lnTo>
                  <a:pt x="76" y="164"/>
                </a:lnTo>
                <a:lnTo>
                  <a:pt x="96" y="158"/>
                </a:lnTo>
                <a:lnTo>
                  <a:pt x="96" y="158"/>
                </a:lnTo>
                <a:lnTo>
                  <a:pt x="100" y="142"/>
                </a:lnTo>
                <a:lnTo>
                  <a:pt x="104" y="126"/>
                </a:lnTo>
                <a:lnTo>
                  <a:pt x="108" y="110"/>
                </a:lnTo>
                <a:lnTo>
                  <a:pt x="116" y="96"/>
                </a:lnTo>
                <a:lnTo>
                  <a:pt x="124" y="82"/>
                </a:lnTo>
                <a:lnTo>
                  <a:pt x="132" y="68"/>
                </a:lnTo>
                <a:lnTo>
                  <a:pt x="144" y="56"/>
                </a:lnTo>
                <a:lnTo>
                  <a:pt x="154" y="46"/>
                </a:lnTo>
                <a:lnTo>
                  <a:pt x="166" y="36"/>
                </a:lnTo>
                <a:lnTo>
                  <a:pt x="180" y="26"/>
                </a:lnTo>
                <a:lnTo>
                  <a:pt x="194" y="18"/>
                </a:lnTo>
                <a:lnTo>
                  <a:pt x="210" y="12"/>
                </a:lnTo>
                <a:lnTo>
                  <a:pt x="224" y="6"/>
                </a:lnTo>
                <a:lnTo>
                  <a:pt x="240" y="2"/>
                </a:lnTo>
                <a:lnTo>
                  <a:pt x="258" y="0"/>
                </a:lnTo>
                <a:lnTo>
                  <a:pt x="274" y="0"/>
                </a:lnTo>
                <a:lnTo>
                  <a:pt x="274" y="0"/>
                </a:lnTo>
                <a:close/>
                <a:moveTo>
                  <a:pt x="460" y="244"/>
                </a:moveTo>
                <a:lnTo>
                  <a:pt x="464" y="244"/>
                </a:lnTo>
                <a:lnTo>
                  <a:pt x="464" y="244"/>
                </a:lnTo>
                <a:lnTo>
                  <a:pt x="472" y="246"/>
                </a:lnTo>
                <a:lnTo>
                  <a:pt x="478" y="250"/>
                </a:lnTo>
                <a:lnTo>
                  <a:pt x="484" y="256"/>
                </a:lnTo>
                <a:lnTo>
                  <a:pt x="484" y="264"/>
                </a:lnTo>
                <a:lnTo>
                  <a:pt x="484" y="468"/>
                </a:lnTo>
                <a:lnTo>
                  <a:pt x="484" y="468"/>
                </a:lnTo>
                <a:lnTo>
                  <a:pt x="484" y="476"/>
                </a:lnTo>
                <a:lnTo>
                  <a:pt x="478" y="482"/>
                </a:lnTo>
                <a:lnTo>
                  <a:pt x="472" y="486"/>
                </a:lnTo>
                <a:lnTo>
                  <a:pt x="464" y="488"/>
                </a:lnTo>
                <a:lnTo>
                  <a:pt x="260" y="488"/>
                </a:lnTo>
                <a:lnTo>
                  <a:pt x="260" y="488"/>
                </a:lnTo>
                <a:lnTo>
                  <a:pt x="252" y="486"/>
                </a:lnTo>
                <a:lnTo>
                  <a:pt x="246" y="482"/>
                </a:lnTo>
                <a:lnTo>
                  <a:pt x="242" y="476"/>
                </a:lnTo>
                <a:lnTo>
                  <a:pt x="240" y="468"/>
                </a:lnTo>
                <a:lnTo>
                  <a:pt x="240" y="462"/>
                </a:lnTo>
                <a:lnTo>
                  <a:pt x="422" y="462"/>
                </a:lnTo>
                <a:lnTo>
                  <a:pt x="422" y="462"/>
                </a:lnTo>
                <a:lnTo>
                  <a:pt x="428" y="462"/>
                </a:lnTo>
                <a:lnTo>
                  <a:pt x="436" y="460"/>
                </a:lnTo>
                <a:lnTo>
                  <a:pt x="442" y="456"/>
                </a:lnTo>
                <a:lnTo>
                  <a:pt x="448" y="450"/>
                </a:lnTo>
                <a:lnTo>
                  <a:pt x="454" y="446"/>
                </a:lnTo>
                <a:lnTo>
                  <a:pt x="456" y="438"/>
                </a:lnTo>
                <a:lnTo>
                  <a:pt x="458" y="432"/>
                </a:lnTo>
                <a:lnTo>
                  <a:pt x="460" y="424"/>
                </a:lnTo>
                <a:lnTo>
                  <a:pt x="460" y="244"/>
                </a:lnTo>
                <a:lnTo>
                  <a:pt x="460" y="244"/>
                </a:lnTo>
                <a:close/>
                <a:moveTo>
                  <a:pt x="234" y="306"/>
                </a:moveTo>
                <a:lnTo>
                  <a:pt x="220" y="306"/>
                </a:lnTo>
                <a:lnTo>
                  <a:pt x="214" y="288"/>
                </a:lnTo>
                <a:lnTo>
                  <a:pt x="188" y="288"/>
                </a:lnTo>
                <a:lnTo>
                  <a:pt x="182" y="306"/>
                </a:lnTo>
                <a:lnTo>
                  <a:pt x="168" y="306"/>
                </a:lnTo>
                <a:lnTo>
                  <a:pt x="194" y="226"/>
                </a:lnTo>
                <a:lnTo>
                  <a:pt x="208" y="226"/>
                </a:lnTo>
                <a:lnTo>
                  <a:pt x="234" y="306"/>
                </a:lnTo>
                <a:lnTo>
                  <a:pt x="234" y="306"/>
                </a:lnTo>
                <a:close/>
                <a:moveTo>
                  <a:pt x="210" y="274"/>
                </a:moveTo>
                <a:lnTo>
                  <a:pt x="200" y="244"/>
                </a:lnTo>
                <a:lnTo>
                  <a:pt x="192" y="274"/>
                </a:lnTo>
                <a:lnTo>
                  <a:pt x="210" y="274"/>
                </a:lnTo>
                <a:lnTo>
                  <a:pt x="210" y="274"/>
                </a:lnTo>
                <a:close/>
                <a:moveTo>
                  <a:pt x="238" y="248"/>
                </a:moveTo>
                <a:lnTo>
                  <a:pt x="250" y="248"/>
                </a:lnTo>
                <a:lnTo>
                  <a:pt x="250" y="256"/>
                </a:lnTo>
                <a:lnTo>
                  <a:pt x="250" y="256"/>
                </a:lnTo>
                <a:lnTo>
                  <a:pt x="252" y="252"/>
                </a:lnTo>
                <a:lnTo>
                  <a:pt x="256" y="250"/>
                </a:lnTo>
                <a:lnTo>
                  <a:pt x="256" y="250"/>
                </a:lnTo>
                <a:lnTo>
                  <a:pt x="260" y="248"/>
                </a:lnTo>
                <a:lnTo>
                  <a:pt x="264" y="248"/>
                </a:lnTo>
                <a:lnTo>
                  <a:pt x="264" y="248"/>
                </a:lnTo>
                <a:lnTo>
                  <a:pt x="272" y="248"/>
                </a:lnTo>
                <a:lnTo>
                  <a:pt x="278" y="254"/>
                </a:lnTo>
                <a:lnTo>
                  <a:pt x="278" y="254"/>
                </a:lnTo>
                <a:lnTo>
                  <a:pt x="282" y="264"/>
                </a:lnTo>
                <a:lnTo>
                  <a:pt x="284" y="276"/>
                </a:lnTo>
                <a:lnTo>
                  <a:pt x="284" y="276"/>
                </a:lnTo>
                <a:lnTo>
                  <a:pt x="282" y="290"/>
                </a:lnTo>
                <a:lnTo>
                  <a:pt x="278" y="300"/>
                </a:lnTo>
                <a:lnTo>
                  <a:pt x="278" y="300"/>
                </a:lnTo>
                <a:lnTo>
                  <a:pt x="272" y="306"/>
                </a:lnTo>
                <a:lnTo>
                  <a:pt x="264" y="308"/>
                </a:lnTo>
                <a:lnTo>
                  <a:pt x="264" y="308"/>
                </a:lnTo>
                <a:lnTo>
                  <a:pt x="256" y="306"/>
                </a:lnTo>
                <a:lnTo>
                  <a:pt x="256" y="306"/>
                </a:lnTo>
                <a:lnTo>
                  <a:pt x="250" y="300"/>
                </a:lnTo>
                <a:lnTo>
                  <a:pt x="250" y="328"/>
                </a:lnTo>
                <a:lnTo>
                  <a:pt x="238" y="328"/>
                </a:lnTo>
                <a:lnTo>
                  <a:pt x="238" y="248"/>
                </a:lnTo>
                <a:lnTo>
                  <a:pt x="238" y="248"/>
                </a:lnTo>
                <a:close/>
                <a:moveTo>
                  <a:pt x="250" y="276"/>
                </a:moveTo>
                <a:lnTo>
                  <a:pt x="250" y="276"/>
                </a:lnTo>
                <a:lnTo>
                  <a:pt x="250" y="284"/>
                </a:lnTo>
                <a:lnTo>
                  <a:pt x="254" y="290"/>
                </a:lnTo>
                <a:lnTo>
                  <a:pt x="254" y="290"/>
                </a:lnTo>
                <a:lnTo>
                  <a:pt x="256" y="294"/>
                </a:lnTo>
                <a:lnTo>
                  <a:pt x="260" y="296"/>
                </a:lnTo>
                <a:lnTo>
                  <a:pt x="260" y="296"/>
                </a:lnTo>
                <a:lnTo>
                  <a:pt x="264" y="294"/>
                </a:lnTo>
                <a:lnTo>
                  <a:pt x="268" y="292"/>
                </a:lnTo>
                <a:lnTo>
                  <a:pt x="268" y="292"/>
                </a:lnTo>
                <a:lnTo>
                  <a:pt x="270" y="286"/>
                </a:lnTo>
                <a:lnTo>
                  <a:pt x="272" y="278"/>
                </a:lnTo>
                <a:lnTo>
                  <a:pt x="272" y="278"/>
                </a:lnTo>
                <a:lnTo>
                  <a:pt x="270" y="270"/>
                </a:lnTo>
                <a:lnTo>
                  <a:pt x="268" y="264"/>
                </a:lnTo>
                <a:lnTo>
                  <a:pt x="268" y="264"/>
                </a:lnTo>
                <a:lnTo>
                  <a:pt x="264" y="260"/>
                </a:lnTo>
                <a:lnTo>
                  <a:pt x="260" y="260"/>
                </a:lnTo>
                <a:lnTo>
                  <a:pt x="260" y="260"/>
                </a:lnTo>
                <a:lnTo>
                  <a:pt x="256" y="260"/>
                </a:lnTo>
                <a:lnTo>
                  <a:pt x="254" y="264"/>
                </a:lnTo>
                <a:lnTo>
                  <a:pt x="254" y="264"/>
                </a:lnTo>
                <a:lnTo>
                  <a:pt x="250" y="268"/>
                </a:lnTo>
                <a:lnTo>
                  <a:pt x="250" y="276"/>
                </a:lnTo>
                <a:lnTo>
                  <a:pt x="250" y="276"/>
                </a:lnTo>
                <a:close/>
                <a:moveTo>
                  <a:pt x="290" y="248"/>
                </a:moveTo>
                <a:lnTo>
                  <a:pt x="302" y="248"/>
                </a:lnTo>
                <a:lnTo>
                  <a:pt x="302" y="256"/>
                </a:lnTo>
                <a:lnTo>
                  <a:pt x="302" y="256"/>
                </a:lnTo>
                <a:lnTo>
                  <a:pt x="304" y="252"/>
                </a:lnTo>
                <a:lnTo>
                  <a:pt x="308" y="250"/>
                </a:lnTo>
                <a:lnTo>
                  <a:pt x="308" y="250"/>
                </a:lnTo>
                <a:lnTo>
                  <a:pt x="312" y="248"/>
                </a:lnTo>
                <a:lnTo>
                  <a:pt x="316" y="248"/>
                </a:lnTo>
                <a:lnTo>
                  <a:pt x="316" y="248"/>
                </a:lnTo>
                <a:lnTo>
                  <a:pt x="324" y="248"/>
                </a:lnTo>
                <a:lnTo>
                  <a:pt x="330" y="254"/>
                </a:lnTo>
                <a:lnTo>
                  <a:pt x="330" y="254"/>
                </a:lnTo>
                <a:lnTo>
                  <a:pt x="336" y="264"/>
                </a:lnTo>
                <a:lnTo>
                  <a:pt x="336" y="276"/>
                </a:lnTo>
                <a:lnTo>
                  <a:pt x="336" y="276"/>
                </a:lnTo>
                <a:lnTo>
                  <a:pt x="336" y="290"/>
                </a:lnTo>
                <a:lnTo>
                  <a:pt x="330" y="300"/>
                </a:lnTo>
                <a:lnTo>
                  <a:pt x="330" y="300"/>
                </a:lnTo>
                <a:lnTo>
                  <a:pt x="324" y="306"/>
                </a:lnTo>
                <a:lnTo>
                  <a:pt x="316" y="308"/>
                </a:lnTo>
                <a:lnTo>
                  <a:pt x="316" y="308"/>
                </a:lnTo>
                <a:lnTo>
                  <a:pt x="310" y="306"/>
                </a:lnTo>
                <a:lnTo>
                  <a:pt x="310" y="306"/>
                </a:lnTo>
                <a:lnTo>
                  <a:pt x="302" y="300"/>
                </a:lnTo>
                <a:lnTo>
                  <a:pt x="302" y="328"/>
                </a:lnTo>
                <a:lnTo>
                  <a:pt x="290" y="328"/>
                </a:lnTo>
                <a:lnTo>
                  <a:pt x="290" y="248"/>
                </a:lnTo>
                <a:lnTo>
                  <a:pt x="290" y="248"/>
                </a:lnTo>
                <a:close/>
                <a:moveTo>
                  <a:pt x="302" y="276"/>
                </a:moveTo>
                <a:lnTo>
                  <a:pt x="302" y="276"/>
                </a:lnTo>
                <a:lnTo>
                  <a:pt x="304" y="284"/>
                </a:lnTo>
                <a:lnTo>
                  <a:pt x="306" y="290"/>
                </a:lnTo>
                <a:lnTo>
                  <a:pt x="306" y="290"/>
                </a:lnTo>
                <a:lnTo>
                  <a:pt x="310" y="294"/>
                </a:lnTo>
                <a:lnTo>
                  <a:pt x="314" y="296"/>
                </a:lnTo>
                <a:lnTo>
                  <a:pt x="314" y="296"/>
                </a:lnTo>
                <a:lnTo>
                  <a:pt x="318" y="294"/>
                </a:lnTo>
                <a:lnTo>
                  <a:pt x="320" y="292"/>
                </a:lnTo>
                <a:lnTo>
                  <a:pt x="320" y="292"/>
                </a:lnTo>
                <a:lnTo>
                  <a:pt x="324" y="286"/>
                </a:lnTo>
                <a:lnTo>
                  <a:pt x="324" y="278"/>
                </a:lnTo>
                <a:lnTo>
                  <a:pt x="324" y="278"/>
                </a:lnTo>
                <a:lnTo>
                  <a:pt x="324" y="270"/>
                </a:lnTo>
                <a:lnTo>
                  <a:pt x="320" y="264"/>
                </a:lnTo>
                <a:lnTo>
                  <a:pt x="320" y="264"/>
                </a:lnTo>
                <a:lnTo>
                  <a:pt x="318" y="260"/>
                </a:lnTo>
                <a:lnTo>
                  <a:pt x="314" y="260"/>
                </a:lnTo>
                <a:lnTo>
                  <a:pt x="314" y="260"/>
                </a:lnTo>
                <a:lnTo>
                  <a:pt x="310" y="260"/>
                </a:lnTo>
                <a:lnTo>
                  <a:pt x="306" y="264"/>
                </a:lnTo>
                <a:lnTo>
                  <a:pt x="306" y="264"/>
                </a:lnTo>
                <a:lnTo>
                  <a:pt x="304" y="268"/>
                </a:lnTo>
                <a:lnTo>
                  <a:pt x="302" y="276"/>
                </a:lnTo>
                <a:lnTo>
                  <a:pt x="302" y="276"/>
                </a:lnTo>
                <a:close/>
                <a:moveTo>
                  <a:pt x="338" y="290"/>
                </a:moveTo>
                <a:lnTo>
                  <a:pt x="352" y="288"/>
                </a:lnTo>
                <a:lnTo>
                  <a:pt x="352" y="288"/>
                </a:lnTo>
                <a:lnTo>
                  <a:pt x="352" y="292"/>
                </a:lnTo>
                <a:lnTo>
                  <a:pt x="354" y="294"/>
                </a:lnTo>
                <a:lnTo>
                  <a:pt x="358" y="296"/>
                </a:lnTo>
                <a:lnTo>
                  <a:pt x="362" y="296"/>
                </a:lnTo>
                <a:lnTo>
                  <a:pt x="362" y="296"/>
                </a:lnTo>
                <a:lnTo>
                  <a:pt x="368" y="294"/>
                </a:lnTo>
                <a:lnTo>
                  <a:pt x="368" y="294"/>
                </a:lnTo>
                <a:lnTo>
                  <a:pt x="370" y="292"/>
                </a:lnTo>
                <a:lnTo>
                  <a:pt x="370" y="290"/>
                </a:lnTo>
                <a:lnTo>
                  <a:pt x="370" y="290"/>
                </a:lnTo>
                <a:lnTo>
                  <a:pt x="370" y="288"/>
                </a:lnTo>
                <a:lnTo>
                  <a:pt x="370" y="288"/>
                </a:lnTo>
                <a:lnTo>
                  <a:pt x="366" y="286"/>
                </a:lnTo>
                <a:lnTo>
                  <a:pt x="366" y="286"/>
                </a:lnTo>
                <a:lnTo>
                  <a:pt x="352" y="282"/>
                </a:lnTo>
                <a:lnTo>
                  <a:pt x="346" y="278"/>
                </a:lnTo>
                <a:lnTo>
                  <a:pt x="346" y="278"/>
                </a:lnTo>
                <a:lnTo>
                  <a:pt x="342" y="272"/>
                </a:lnTo>
                <a:lnTo>
                  <a:pt x="340" y="264"/>
                </a:lnTo>
                <a:lnTo>
                  <a:pt x="340" y="264"/>
                </a:lnTo>
                <a:lnTo>
                  <a:pt x="342" y="258"/>
                </a:lnTo>
                <a:lnTo>
                  <a:pt x="346" y="252"/>
                </a:lnTo>
                <a:lnTo>
                  <a:pt x="346" y="252"/>
                </a:lnTo>
                <a:lnTo>
                  <a:pt x="352" y="248"/>
                </a:lnTo>
                <a:lnTo>
                  <a:pt x="360" y="248"/>
                </a:lnTo>
                <a:lnTo>
                  <a:pt x="360" y="248"/>
                </a:lnTo>
                <a:lnTo>
                  <a:pt x="368" y="248"/>
                </a:lnTo>
                <a:lnTo>
                  <a:pt x="374" y="250"/>
                </a:lnTo>
                <a:lnTo>
                  <a:pt x="374" y="250"/>
                </a:lnTo>
                <a:lnTo>
                  <a:pt x="380" y="256"/>
                </a:lnTo>
                <a:lnTo>
                  <a:pt x="382" y="262"/>
                </a:lnTo>
                <a:lnTo>
                  <a:pt x="370" y="266"/>
                </a:lnTo>
                <a:lnTo>
                  <a:pt x="370" y="266"/>
                </a:lnTo>
                <a:lnTo>
                  <a:pt x="366" y="260"/>
                </a:lnTo>
                <a:lnTo>
                  <a:pt x="360" y="258"/>
                </a:lnTo>
                <a:lnTo>
                  <a:pt x="360" y="258"/>
                </a:lnTo>
                <a:lnTo>
                  <a:pt x="354" y="260"/>
                </a:lnTo>
                <a:lnTo>
                  <a:pt x="354" y="260"/>
                </a:lnTo>
                <a:lnTo>
                  <a:pt x="352" y="262"/>
                </a:lnTo>
                <a:lnTo>
                  <a:pt x="352" y="262"/>
                </a:lnTo>
                <a:lnTo>
                  <a:pt x="354" y="266"/>
                </a:lnTo>
                <a:lnTo>
                  <a:pt x="354" y="266"/>
                </a:lnTo>
                <a:lnTo>
                  <a:pt x="366" y="270"/>
                </a:lnTo>
                <a:lnTo>
                  <a:pt x="366" y="270"/>
                </a:lnTo>
                <a:lnTo>
                  <a:pt x="374" y="274"/>
                </a:lnTo>
                <a:lnTo>
                  <a:pt x="380" y="278"/>
                </a:lnTo>
                <a:lnTo>
                  <a:pt x="380" y="278"/>
                </a:lnTo>
                <a:lnTo>
                  <a:pt x="382" y="282"/>
                </a:lnTo>
                <a:lnTo>
                  <a:pt x="384" y="288"/>
                </a:lnTo>
                <a:lnTo>
                  <a:pt x="384" y="288"/>
                </a:lnTo>
                <a:lnTo>
                  <a:pt x="382" y="296"/>
                </a:lnTo>
                <a:lnTo>
                  <a:pt x="378" y="302"/>
                </a:lnTo>
                <a:lnTo>
                  <a:pt x="378" y="302"/>
                </a:lnTo>
                <a:lnTo>
                  <a:pt x="370" y="306"/>
                </a:lnTo>
                <a:lnTo>
                  <a:pt x="362" y="308"/>
                </a:lnTo>
                <a:lnTo>
                  <a:pt x="362" y="308"/>
                </a:lnTo>
                <a:lnTo>
                  <a:pt x="354" y="306"/>
                </a:lnTo>
                <a:lnTo>
                  <a:pt x="346" y="304"/>
                </a:lnTo>
                <a:lnTo>
                  <a:pt x="346" y="304"/>
                </a:lnTo>
                <a:lnTo>
                  <a:pt x="342" y="298"/>
                </a:lnTo>
                <a:lnTo>
                  <a:pt x="338" y="290"/>
                </a:lnTo>
                <a:lnTo>
                  <a:pt x="338" y="29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nvGrpSpPr>
          <p:cNvPr id="535" name="Google Shape;535;p6"/>
          <p:cNvGrpSpPr/>
          <p:nvPr/>
        </p:nvGrpSpPr>
        <p:grpSpPr>
          <a:xfrm>
            <a:off x="9714159" y="4294120"/>
            <a:ext cx="211731" cy="238628"/>
            <a:chOff x="683" y="627"/>
            <a:chExt cx="372" cy="420"/>
          </a:xfrm>
        </p:grpSpPr>
        <p:sp>
          <p:nvSpPr>
            <p:cNvPr id="536" name="Google Shape;536;p6"/>
            <p:cNvSpPr/>
            <p:nvPr/>
          </p:nvSpPr>
          <p:spPr>
            <a:xfrm>
              <a:off x="787" y="684"/>
              <a:ext cx="38" cy="91"/>
            </a:xfrm>
            <a:custGeom>
              <a:rect b="b" l="l" r="r" t="t"/>
              <a:pathLst>
                <a:path extrusionOk="0" h="332" w="139">
                  <a:moveTo>
                    <a:pt x="86" y="332"/>
                  </a:moveTo>
                  <a:lnTo>
                    <a:pt x="86" y="332"/>
                  </a:lnTo>
                  <a:cubicBezTo>
                    <a:pt x="94" y="332"/>
                    <a:pt x="102" y="329"/>
                    <a:pt x="109" y="322"/>
                  </a:cubicBezTo>
                  <a:cubicBezTo>
                    <a:pt x="121" y="310"/>
                    <a:pt x="122" y="289"/>
                    <a:pt x="109" y="277"/>
                  </a:cubicBezTo>
                  <a:cubicBezTo>
                    <a:pt x="83" y="250"/>
                    <a:pt x="68" y="216"/>
                    <a:pt x="67" y="180"/>
                  </a:cubicBezTo>
                  <a:cubicBezTo>
                    <a:pt x="65" y="135"/>
                    <a:pt x="86" y="92"/>
                    <a:pt x="123" y="62"/>
                  </a:cubicBezTo>
                  <a:cubicBezTo>
                    <a:pt x="137" y="51"/>
                    <a:pt x="139" y="31"/>
                    <a:pt x="128" y="17"/>
                  </a:cubicBezTo>
                  <a:cubicBezTo>
                    <a:pt x="117" y="3"/>
                    <a:pt x="97" y="0"/>
                    <a:pt x="83" y="12"/>
                  </a:cubicBezTo>
                  <a:cubicBezTo>
                    <a:pt x="29" y="54"/>
                    <a:pt x="0" y="116"/>
                    <a:pt x="2" y="182"/>
                  </a:cubicBezTo>
                  <a:cubicBezTo>
                    <a:pt x="4" y="235"/>
                    <a:pt x="25" y="284"/>
                    <a:pt x="63" y="322"/>
                  </a:cubicBezTo>
                  <a:cubicBezTo>
                    <a:pt x="69" y="329"/>
                    <a:pt x="78" y="332"/>
                    <a:pt x="86" y="332"/>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37" name="Google Shape;537;p6"/>
            <p:cNvSpPr/>
            <p:nvPr/>
          </p:nvSpPr>
          <p:spPr>
            <a:xfrm>
              <a:off x="735" y="659"/>
              <a:ext cx="48" cy="143"/>
            </a:xfrm>
            <a:custGeom>
              <a:rect b="b" l="l" r="r" t="t"/>
              <a:pathLst>
                <a:path extrusionOk="0" h="522" w="173">
                  <a:moveTo>
                    <a:pt x="3" y="278"/>
                  </a:moveTo>
                  <a:lnTo>
                    <a:pt x="3" y="278"/>
                  </a:lnTo>
                  <a:cubicBezTo>
                    <a:pt x="6" y="366"/>
                    <a:pt x="42" y="449"/>
                    <a:pt x="107" y="513"/>
                  </a:cubicBezTo>
                  <a:cubicBezTo>
                    <a:pt x="113" y="519"/>
                    <a:pt x="121" y="522"/>
                    <a:pt x="129" y="522"/>
                  </a:cubicBezTo>
                  <a:cubicBezTo>
                    <a:pt x="138" y="522"/>
                    <a:pt x="146" y="519"/>
                    <a:pt x="152" y="512"/>
                  </a:cubicBezTo>
                  <a:cubicBezTo>
                    <a:pt x="165" y="500"/>
                    <a:pt x="165" y="479"/>
                    <a:pt x="152" y="467"/>
                  </a:cubicBezTo>
                  <a:cubicBezTo>
                    <a:pt x="100" y="415"/>
                    <a:pt x="70" y="347"/>
                    <a:pt x="67" y="275"/>
                  </a:cubicBezTo>
                  <a:cubicBezTo>
                    <a:pt x="65" y="194"/>
                    <a:pt x="97" y="118"/>
                    <a:pt x="159" y="60"/>
                  </a:cubicBezTo>
                  <a:cubicBezTo>
                    <a:pt x="172" y="48"/>
                    <a:pt x="173" y="27"/>
                    <a:pt x="160" y="14"/>
                  </a:cubicBezTo>
                  <a:cubicBezTo>
                    <a:pt x="148" y="1"/>
                    <a:pt x="128" y="0"/>
                    <a:pt x="115" y="13"/>
                  </a:cubicBezTo>
                  <a:cubicBezTo>
                    <a:pt x="40" y="82"/>
                    <a:pt x="0" y="179"/>
                    <a:pt x="3" y="27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38" name="Google Shape;538;p6"/>
            <p:cNvSpPr/>
            <p:nvPr/>
          </p:nvSpPr>
          <p:spPr>
            <a:xfrm>
              <a:off x="683" y="634"/>
              <a:ext cx="57" cy="196"/>
            </a:xfrm>
            <a:custGeom>
              <a:rect b="b" l="l" r="r" t="t"/>
              <a:pathLst>
                <a:path extrusionOk="0" h="714" w="208">
                  <a:moveTo>
                    <a:pt x="149" y="705"/>
                  </a:moveTo>
                  <a:lnTo>
                    <a:pt x="149" y="705"/>
                  </a:lnTo>
                  <a:cubicBezTo>
                    <a:pt x="155" y="711"/>
                    <a:pt x="164" y="714"/>
                    <a:pt x="172" y="714"/>
                  </a:cubicBezTo>
                  <a:cubicBezTo>
                    <a:pt x="180" y="714"/>
                    <a:pt x="188" y="711"/>
                    <a:pt x="195" y="705"/>
                  </a:cubicBezTo>
                  <a:cubicBezTo>
                    <a:pt x="207" y="692"/>
                    <a:pt x="207" y="671"/>
                    <a:pt x="195" y="659"/>
                  </a:cubicBezTo>
                  <a:cubicBezTo>
                    <a:pt x="117" y="581"/>
                    <a:pt x="72" y="480"/>
                    <a:pt x="68" y="373"/>
                  </a:cubicBezTo>
                  <a:cubicBezTo>
                    <a:pt x="65" y="256"/>
                    <a:pt x="110" y="144"/>
                    <a:pt x="195" y="59"/>
                  </a:cubicBezTo>
                  <a:cubicBezTo>
                    <a:pt x="208" y="46"/>
                    <a:pt x="208" y="25"/>
                    <a:pt x="195" y="13"/>
                  </a:cubicBezTo>
                  <a:cubicBezTo>
                    <a:pt x="183" y="0"/>
                    <a:pt x="162" y="0"/>
                    <a:pt x="149" y="13"/>
                  </a:cubicBezTo>
                  <a:cubicBezTo>
                    <a:pt x="51" y="111"/>
                    <a:pt x="0" y="240"/>
                    <a:pt x="4" y="375"/>
                  </a:cubicBezTo>
                  <a:cubicBezTo>
                    <a:pt x="8" y="498"/>
                    <a:pt x="59" y="615"/>
                    <a:pt x="149" y="705"/>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39" name="Google Shape;539;p6"/>
            <p:cNvSpPr/>
            <p:nvPr/>
          </p:nvSpPr>
          <p:spPr>
            <a:xfrm>
              <a:off x="913" y="687"/>
              <a:ext cx="37" cy="91"/>
            </a:xfrm>
            <a:custGeom>
              <a:rect b="b" l="l" r="r" t="t"/>
              <a:pathLst>
                <a:path extrusionOk="0" h="332" w="134">
                  <a:moveTo>
                    <a:pt x="12" y="321"/>
                  </a:moveTo>
                  <a:lnTo>
                    <a:pt x="12" y="321"/>
                  </a:lnTo>
                  <a:cubicBezTo>
                    <a:pt x="18" y="328"/>
                    <a:pt x="27" y="332"/>
                    <a:pt x="36" y="332"/>
                  </a:cubicBezTo>
                  <a:cubicBezTo>
                    <a:pt x="43" y="332"/>
                    <a:pt x="51" y="329"/>
                    <a:pt x="57" y="323"/>
                  </a:cubicBezTo>
                  <a:cubicBezTo>
                    <a:pt x="108" y="278"/>
                    <a:pt x="134" y="214"/>
                    <a:pt x="128" y="148"/>
                  </a:cubicBezTo>
                  <a:cubicBezTo>
                    <a:pt x="123" y="96"/>
                    <a:pt x="99" y="47"/>
                    <a:pt x="59" y="12"/>
                  </a:cubicBezTo>
                  <a:cubicBezTo>
                    <a:pt x="46" y="0"/>
                    <a:pt x="25" y="1"/>
                    <a:pt x="13" y="14"/>
                  </a:cubicBezTo>
                  <a:cubicBezTo>
                    <a:pt x="1" y="28"/>
                    <a:pt x="2" y="48"/>
                    <a:pt x="16" y="60"/>
                  </a:cubicBezTo>
                  <a:cubicBezTo>
                    <a:pt x="43" y="85"/>
                    <a:pt x="60" y="118"/>
                    <a:pt x="63" y="154"/>
                  </a:cubicBezTo>
                  <a:cubicBezTo>
                    <a:pt x="68" y="199"/>
                    <a:pt x="50" y="243"/>
                    <a:pt x="14" y="275"/>
                  </a:cubicBezTo>
                  <a:cubicBezTo>
                    <a:pt x="1" y="287"/>
                    <a:pt x="0" y="308"/>
                    <a:pt x="12" y="321"/>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40" name="Google Shape;540;p6"/>
            <p:cNvSpPr/>
            <p:nvPr/>
          </p:nvSpPr>
          <p:spPr>
            <a:xfrm>
              <a:off x="952" y="657"/>
              <a:ext cx="50" cy="143"/>
            </a:xfrm>
            <a:custGeom>
              <a:rect b="b" l="l" r="r" t="t"/>
              <a:pathLst>
                <a:path extrusionOk="0" h="522" w="184">
                  <a:moveTo>
                    <a:pt x="111" y="247"/>
                  </a:moveTo>
                  <a:lnTo>
                    <a:pt x="111" y="247"/>
                  </a:lnTo>
                  <a:cubicBezTo>
                    <a:pt x="118" y="328"/>
                    <a:pt x="90" y="406"/>
                    <a:pt x="32" y="467"/>
                  </a:cubicBezTo>
                  <a:cubicBezTo>
                    <a:pt x="20" y="480"/>
                    <a:pt x="21" y="501"/>
                    <a:pt x="34" y="513"/>
                  </a:cubicBezTo>
                  <a:cubicBezTo>
                    <a:pt x="40" y="519"/>
                    <a:pt x="48" y="522"/>
                    <a:pt x="56" y="522"/>
                  </a:cubicBezTo>
                  <a:cubicBezTo>
                    <a:pt x="64" y="522"/>
                    <a:pt x="73" y="518"/>
                    <a:pt x="79" y="512"/>
                  </a:cubicBezTo>
                  <a:cubicBezTo>
                    <a:pt x="149" y="438"/>
                    <a:pt x="184" y="339"/>
                    <a:pt x="175" y="241"/>
                  </a:cubicBezTo>
                  <a:cubicBezTo>
                    <a:pt x="167" y="153"/>
                    <a:pt x="126" y="72"/>
                    <a:pt x="58" y="12"/>
                  </a:cubicBezTo>
                  <a:cubicBezTo>
                    <a:pt x="44" y="0"/>
                    <a:pt x="24" y="2"/>
                    <a:pt x="12" y="15"/>
                  </a:cubicBezTo>
                  <a:cubicBezTo>
                    <a:pt x="0" y="28"/>
                    <a:pt x="2" y="49"/>
                    <a:pt x="15" y="61"/>
                  </a:cubicBezTo>
                  <a:cubicBezTo>
                    <a:pt x="70" y="109"/>
                    <a:pt x="105" y="175"/>
                    <a:pt x="111" y="247"/>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41" name="Google Shape;541;p6"/>
            <p:cNvSpPr/>
            <p:nvPr/>
          </p:nvSpPr>
          <p:spPr>
            <a:xfrm>
              <a:off x="991" y="627"/>
              <a:ext cx="64" cy="195"/>
            </a:xfrm>
            <a:custGeom>
              <a:rect b="b" l="l" r="r" t="t"/>
              <a:pathLst>
                <a:path extrusionOk="0" h="713" w="234">
                  <a:moveTo>
                    <a:pt x="157" y="338"/>
                  </a:moveTo>
                  <a:lnTo>
                    <a:pt x="157" y="338"/>
                  </a:lnTo>
                  <a:cubicBezTo>
                    <a:pt x="168" y="455"/>
                    <a:pt x="130" y="569"/>
                    <a:pt x="49" y="659"/>
                  </a:cubicBezTo>
                  <a:cubicBezTo>
                    <a:pt x="37" y="672"/>
                    <a:pt x="39" y="693"/>
                    <a:pt x="52" y="705"/>
                  </a:cubicBezTo>
                  <a:cubicBezTo>
                    <a:pt x="58" y="710"/>
                    <a:pt x="66" y="713"/>
                    <a:pt x="73" y="713"/>
                  </a:cubicBezTo>
                  <a:cubicBezTo>
                    <a:pt x="82" y="713"/>
                    <a:pt x="91" y="709"/>
                    <a:pt x="98" y="702"/>
                  </a:cubicBezTo>
                  <a:cubicBezTo>
                    <a:pt x="190" y="598"/>
                    <a:pt x="234" y="467"/>
                    <a:pt x="222" y="332"/>
                  </a:cubicBezTo>
                  <a:cubicBezTo>
                    <a:pt x="211" y="209"/>
                    <a:pt x="152" y="95"/>
                    <a:pt x="57" y="11"/>
                  </a:cubicBezTo>
                  <a:cubicBezTo>
                    <a:pt x="44" y="0"/>
                    <a:pt x="24" y="2"/>
                    <a:pt x="12" y="14"/>
                  </a:cubicBezTo>
                  <a:cubicBezTo>
                    <a:pt x="0" y="27"/>
                    <a:pt x="1" y="48"/>
                    <a:pt x="14" y="60"/>
                  </a:cubicBezTo>
                  <a:cubicBezTo>
                    <a:pt x="97" y="133"/>
                    <a:pt x="148" y="232"/>
                    <a:pt x="157" y="33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sp>
          <p:nvSpPr>
            <p:cNvPr id="542" name="Google Shape;542;p6"/>
            <p:cNvSpPr/>
            <p:nvPr/>
          </p:nvSpPr>
          <p:spPr>
            <a:xfrm>
              <a:off x="725" y="729"/>
              <a:ext cx="284" cy="318"/>
            </a:xfrm>
            <a:custGeom>
              <a:rect b="b" l="l" r="r" t="t"/>
              <a:pathLst>
                <a:path extrusionOk="0" h="1163" w="1038">
                  <a:moveTo>
                    <a:pt x="486" y="560"/>
                  </a:moveTo>
                  <a:lnTo>
                    <a:pt x="486" y="560"/>
                  </a:lnTo>
                  <a:lnTo>
                    <a:pt x="406" y="505"/>
                  </a:lnTo>
                  <a:cubicBezTo>
                    <a:pt x="402" y="502"/>
                    <a:pt x="397" y="500"/>
                    <a:pt x="393" y="499"/>
                  </a:cubicBezTo>
                  <a:lnTo>
                    <a:pt x="486" y="365"/>
                  </a:lnTo>
                  <a:lnTo>
                    <a:pt x="486" y="560"/>
                  </a:lnTo>
                  <a:close/>
                  <a:moveTo>
                    <a:pt x="646" y="500"/>
                  </a:moveTo>
                  <a:lnTo>
                    <a:pt x="646" y="500"/>
                  </a:lnTo>
                  <a:cubicBezTo>
                    <a:pt x="642" y="500"/>
                    <a:pt x="637" y="502"/>
                    <a:pt x="633" y="505"/>
                  </a:cubicBezTo>
                  <a:lnTo>
                    <a:pt x="553" y="560"/>
                  </a:lnTo>
                  <a:lnTo>
                    <a:pt x="553" y="364"/>
                  </a:lnTo>
                  <a:lnTo>
                    <a:pt x="646" y="500"/>
                  </a:lnTo>
                  <a:close/>
                  <a:moveTo>
                    <a:pt x="486" y="688"/>
                  </a:moveTo>
                  <a:lnTo>
                    <a:pt x="486" y="688"/>
                  </a:lnTo>
                  <a:lnTo>
                    <a:pt x="486" y="1083"/>
                  </a:lnTo>
                  <a:lnTo>
                    <a:pt x="106" y="951"/>
                  </a:lnTo>
                  <a:lnTo>
                    <a:pt x="486" y="688"/>
                  </a:lnTo>
                  <a:close/>
                  <a:moveTo>
                    <a:pt x="681" y="549"/>
                  </a:moveTo>
                  <a:lnTo>
                    <a:pt x="681" y="549"/>
                  </a:lnTo>
                  <a:lnTo>
                    <a:pt x="873" y="829"/>
                  </a:lnTo>
                  <a:lnTo>
                    <a:pt x="578" y="624"/>
                  </a:lnTo>
                  <a:lnTo>
                    <a:pt x="671" y="560"/>
                  </a:lnTo>
                  <a:cubicBezTo>
                    <a:pt x="675" y="557"/>
                    <a:pt x="678" y="553"/>
                    <a:pt x="681" y="549"/>
                  </a:cubicBezTo>
                  <a:close/>
                  <a:moveTo>
                    <a:pt x="368" y="560"/>
                  </a:moveTo>
                  <a:lnTo>
                    <a:pt x="368" y="560"/>
                  </a:lnTo>
                  <a:lnTo>
                    <a:pt x="461" y="624"/>
                  </a:lnTo>
                  <a:lnTo>
                    <a:pt x="165" y="829"/>
                  </a:lnTo>
                  <a:lnTo>
                    <a:pt x="358" y="549"/>
                  </a:lnTo>
                  <a:cubicBezTo>
                    <a:pt x="361" y="553"/>
                    <a:pt x="364" y="557"/>
                    <a:pt x="368" y="560"/>
                  </a:cubicBezTo>
                  <a:close/>
                  <a:moveTo>
                    <a:pt x="379" y="403"/>
                  </a:moveTo>
                  <a:lnTo>
                    <a:pt x="379" y="403"/>
                  </a:lnTo>
                  <a:lnTo>
                    <a:pt x="6" y="942"/>
                  </a:lnTo>
                  <a:cubicBezTo>
                    <a:pt x="6" y="942"/>
                    <a:pt x="6" y="942"/>
                    <a:pt x="5" y="942"/>
                  </a:cubicBezTo>
                  <a:cubicBezTo>
                    <a:pt x="4" y="944"/>
                    <a:pt x="3" y="946"/>
                    <a:pt x="2" y="949"/>
                  </a:cubicBezTo>
                  <a:cubicBezTo>
                    <a:pt x="2" y="949"/>
                    <a:pt x="2" y="949"/>
                    <a:pt x="2" y="949"/>
                  </a:cubicBezTo>
                  <a:cubicBezTo>
                    <a:pt x="1" y="951"/>
                    <a:pt x="1" y="953"/>
                    <a:pt x="0" y="956"/>
                  </a:cubicBezTo>
                  <a:cubicBezTo>
                    <a:pt x="0" y="956"/>
                    <a:pt x="0" y="957"/>
                    <a:pt x="0" y="958"/>
                  </a:cubicBezTo>
                  <a:cubicBezTo>
                    <a:pt x="0" y="959"/>
                    <a:pt x="0" y="961"/>
                    <a:pt x="0" y="963"/>
                  </a:cubicBezTo>
                  <a:cubicBezTo>
                    <a:pt x="0" y="963"/>
                    <a:pt x="0" y="964"/>
                    <a:pt x="0" y="965"/>
                  </a:cubicBezTo>
                  <a:cubicBezTo>
                    <a:pt x="0" y="967"/>
                    <a:pt x="1" y="968"/>
                    <a:pt x="1" y="970"/>
                  </a:cubicBezTo>
                  <a:cubicBezTo>
                    <a:pt x="1" y="970"/>
                    <a:pt x="1" y="971"/>
                    <a:pt x="1" y="971"/>
                  </a:cubicBezTo>
                  <a:cubicBezTo>
                    <a:pt x="2" y="972"/>
                    <a:pt x="2" y="972"/>
                    <a:pt x="2" y="972"/>
                  </a:cubicBezTo>
                  <a:cubicBezTo>
                    <a:pt x="3" y="974"/>
                    <a:pt x="3" y="975"/>
                    <a:pt x="4" y="976"/>
                  </a:cubicBezTo>
                  <a:cubicBezTo>
                    <a:pt x="4" y="977"/>
                    <a:pt x="5" y="978"/>
                    <a:pt x="5" y="979"/>
                  </a:cubicBezTo>
                  <a:cubicBezTo>
                    <a:pt x="5" y="979"/>
                    <a:pt x="6" y="980"/>
                    <a:pt x="6" y="980"/>
                  </a:cubicBezTo>
                  <a:cubicBezTo>
                    <a:pt x="6" y="980"/>
                    <a:pt x="7" y="981"/>
                    <a:pt x="7" y="982"/>
                  </a:cubicBezTo>
                  <a:cubicBezTo>
                    <a:pt x="8" y="983"/>
                    <a:pt x="9" y="984"/>
                    <a:pt x="10" y="985"/>
                  </a:cubicBezTo>
                  <a:cubicBezTo>
                    <a:pt x="11" y="986"/>
                    <a:pt x="12" y="987"/>
                    <a:pt x="13" y="987"/>
                  </a:cubicBezTo>
                  <a:cubicBezTo>
                    <a:pt x="14" y="988"/>
                    <a:pt x="15" y="989"/>
                    <a:pt x="17" y="990"/>
                  </a:cubicBezTo>
                  <a:cubicBezTo>
                    <a:pt x="18" y="990"/>
                    <a:pt x="19" y="991"/>
                    <a:pt x="20" y="991"/>
                  </a:cubicBezTo>
                  <a:cubicBezTo>
                    <a:pt x="21" y="992"/>
                    <a:pt x="21" y="992"/>
                    <a:pt x="22" y="992"/>
                  </a:cubicBezTo>
                  <a:lnTo>
                    <a:pt x="508" y="1162"/>
                  </a:lnTo>
                  <a:cubicBezTo>
                    <a:pt x="509" y="1162"/>
                    <a:pt x="509" y="1162"/>
                    <a:pt x="509" y="1162"/>
                  </a:cubicBezTo>
                  <a:cubicBezTo>
                    <a:pt x="510" y="1162"/>
                    <a:pt x="511" y="1162"/>
                    <a:pt x="513" y="1163"/>
                  </a:cubicBezTo>
                  <a:cubicBezTo>
                    <a:pt x="513" y="1163"/>
                    <a:pt x="514" y="1163"/>
                    <a:pt x="514" y="1163"/>
                  </a:cubicBezTo>
                  <a:cubicBezTo>
                    <a:pt x="516" y="1163"/>
                    <a:pt x="518" y="1163"/>
                    <a:pt x="519" y="1163"/>
                  </a:cubicBezTo>
                  <a:cubicBezTo>
                    <a:pt x="521" y="1163"/>
                    <a:pt x="523" y="1163"/>
                    <a:pt x="525" y="1163"/>
                  </a:cubicBezTo>
                  <a:cubicBezTo>
                    <a:pt x="525" y="1163"/>
                    <a:pt x="526" y="1163"/>
                    <a:pt x="526" y="1163"/>
                  </a:cubicBezTo>
                  <a:cubicBezTo>
                    <a:pt x="527" y="1162"/>
                    <a:pt x="529" y="1162"/>
                    <a:pt x="530" y="1162"/>
                  </a:cubicBezTo>
                  <a:cubicBezTo>
                    <a:pt x="530" y="1162"/>
                    <a:pt x="530" y="1162"/>
                    <a:pt x="530" y="1162"/>
                  </a:cubicBezTo>
                  <a:lnTo>
                    <a:pt x="623" y="1129"/>
                  </a:lnTo>
                  <a:cubicBezTo>
                    <a:pt x="636" y="1145"/>
                    <a:pt x="655" y="1155"/>
                    <a:pt x="677" y="1155"/>
                  </a:cubicBezTo>
                  <a:cubicBezTo>
                    <a:pt x="715" y="1155"/>
                    <a:pt x="746" y="1123"/>
                    <a:pt x="746" y="1085"/>
                  </a:cubicBezTo>
                  <a:cubicBezTo>
                    <a:pt x="746" y="1047"/>
                    <a:pt x="715" y="1016"/>
                    <a:pt x="677" y="1016"/>
                  </a:cubicBezTo>
                  <a:cubicBezTo>
                    <a:pt x="646" y="1016"/>
                    <a:pt x="621" y="1036"/>
                    <a:pt x="611" y="1063"/>
                  </a:cubicBezTo>
                  <a:lnTo>
                    <a:pt x="553" y="1083"/>
                  </a:lnTo>
                  <a:lnTo>
                    <a:pt x="553" y="688"/>
                  </a:lnTo>
                  <a:lnTo>
                    <a:pt x="932" y="951"/>
                  </a:lnTo>
                  <a:lnTo>
                    <a:pt x="888" y="966"/>
                  </a:lnTo>
                  <a:cubicBezTo>
                    <a:pt x="877" y="956"/>
                    <a:pt x="862" y="950"/>
                    <a:pt x="845" y="950"/>
                  </a:cubicBezTo>
                  <a:cubicBezTo>
                    <a:pt x="807" y="950"/>
                    <a:pt x="776" y="982"/>
                    <a:pt x="776" y="1020"/>
                  </a:cubicBezTo>
                  <a:cubicBezTo>
                    <a:pt x="776" y="1058"/>
                    <a:pt x="807" y="1089"/>
                    <a:pt x="845" y="1089"/>
                  </a:cubicBezTo>
                  <a:cubicBezTo>
                    <a:pt x="881" y="1089"/>
                    <a:pt x="910" y="1062"/>
                    <a:pt x="914" y="1027"/>
                  </a:cubicBezTo>
                  <a:lnTo>
                    <a:pt x="1015" y="992"/>
                  </a:lnTo>
                  <a:cubicBezTo>
                    <a:pt x="1016" y="992"/>
                    <a:pt x="1017" y="992"/>
                    <a:pt x="1018" y="991"/>
                  </a:cubicBezTo>
                  <a:cubicBezTo>
                    <a:pt x="1019" y="991"/>
                    <a:pt x="1020" y="990"/>
                    <a:pt x="1021" y="990"/>
                  </a:cubicBezTo>
                  <a:cubicBezTo>
                    <a:pt x="1022" y="989"/>
                    <a:pt x="1023" y="988"/>
                    <a:pt x="1024" y="987"/>
                  </a:cubicBezTo>
                  <a:cubicBezTo>
                    <a:pt x="1025" y="987"/>
                    <a:pt x="1026" y="986"/>
                    <a:pt x="1027" y="985"/>
                  </a:cubicBezTo>
                  <a:cubicBezTo>
                    <a:pt x="1028" y="984"/>
                    <a:pt x="1029" y="983"/>
                    <a:pt x="1030" y="982"/>
                  </a:cubicBezTo>
                  <a:cubicBezTo>
                    <a:pt x="1031" y="981"/>
                    <a:pt x="1031" y="981"/>
                    <a:pt x="1032" y="980"/>
                  </a:cubicBezTo>
                  <a:cubicBezTo>
                    <a:pt x="1032" y="980"/>
                    <a:pt x="1032" y="979"/>
                    <a:pt x="1032" y="979"/>
                  </a:cubicBezTo>
                  <a:cubicBezTo>
                    <a:pt x="1033" y="978"/>
                    <a:pt x="1033" y="977"/>
                    <a:pt x="1034" y="976"/>
                  </a:cubicBezTo>
                  <a:cubicBezTo>
                    <a:pt x="1035" y="975"/>
                    <a:pt x="1035" y="974"/>
                    <a:pt x="1036" y="972"/>
                  </a:cubicBezTo>
                  <a:cubicBezTo>
                    <a:pt x="1036" y="972"/>
                    <a:pt x="1036" y="972"/>
                    <a:pt x="1036" y="971"/>
                  </a:cubicBezTo>
                  <a:cubicBezTo>
                    <a:pt x="1036" y="971"/>
                    <a:pt x="1036" y="970"/>
                    <a:pt x="1036" y="970"/>
                  </a:cubicBezTo>
                  <a:cubicBezTo>
                    <a:pt x="1037" y="968"/>
                    <a:pt x="1037" y="967"/>
                    <a:pt x="1037" y="965"/>
                  </a:cubicBezTo>
                  <a:cubicBezTo>
                    <a:pt x="1038" y="964"/>
                    <a:pt x="1038" y="963"/>
                    <a:pt x="1038" y="963"/>
                  </a:cubicBezTo>
                  <a:cubicBezTo>
                    <a:pt x="1038" y="961"/>
                    <a:pt x="1038" y="959"/>
                    <a:pt x="1038" y="958"/>
                  </a:cubicBezTo>
                  <a:cubicBezTo>
                    <a:pt x="1038" y="957"/>
                    <a:pt x="1038" y="956"/>
                    <a:pt x="1037" y="956"/>
                  </a:cubicBezTo>
                  <a:cubicBezTo>
                    <a:pt x="1037" y="951"/>
                    <a:pt x="1035" y="946"/>
                    <a:pt x="1032" y="942"/>
                  </a:cubicBezTo>
                  <a:cubicBezTo>
                    <a:pt x="1032" y="942"/>
                    <a:pt x="1032" y="942"/>
                    <a:pt x="1032" y="942"/>
                  </a:cubicBezTo>
                  <a:lnTo>
                    <a:pt x="663" y="406"/>
                  </a:lnTo>
                  <a:cubicBezTo>
                    <a:pt x="689" y="417"/>
                    <a:pt x="721" y="416"/>
                    <a:pt x="748" y="399"/>
                  </a:cubicBezTo>
                  <a:lnTo>
                    <a:pt x="650" y="244"/>
                  </a:lnTo>
                  <a:cubicBezTo>
                    <a:pt x="621" y="262"/>
                    <a:pt x="606" y="294"/>
                    <a:pt x="607" y="325"/>
                  </a:cubicBezTo>
                  <a:lnTo>
                    <a:pt x="553" y="246"/>
                  </a:lnTo>
                  <a:lnTo>
                    <a:pt x="553" y="34"/>
                  </a:lnTo>
                  <a:cubicBezTo>
                    <a:pt x="553" y="15"/>
                    <a:pt x="538" y="0"/>
                    <a:pt x="519" y="0"/>
                  </a:cubicBezTo>
                  <a:cubicBezTo>
                    <a:pt x="501" y="0"/>
                    <a:pt x="486" y="15"/>
                    <a:pt x="486" y="34"/>
                  </a:cubicBezTo>
                  <a:lnTo>
                    <a:pt x="486" y="248"/>
                  </a:lnTo>
                  <a:lnTo>
                    <a:pt x="428" y="332"/>
                  </a:lnTo>
                  <a:cubicBezTo>
                    <a:pt x="432" y="298"/>
                    <a:pt x="416" y="263"/>
                    <a:pt x="386" y="244"/>
                  </a:cubicBezTo>
                  <a:lnTo>
                    <a:pt x="288" y="399"/>
                  </a:lnTo>
                  <a:cubicBezTo>
                    <a:pt x="316" y="417"/>
                    <a:pt x="351" y="417"/>
                    <a:pt x="379" y="403"/>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rgbClr val="3C3C3B"/>
                </a:solidFill>
                <a:latin typeface="Arial"/>
                <a:ea typeface="Arial"/>
                <a:cs typeface="Arial"/>
                <a:sym typeface="Arial"/>
              </a:endParaRPr>
            </a:p>
          </p:txBody>
        </p:sp>
      </p:grpSp>
      <p:sp>
        <p:nvSpPr>
          <p:cNvPr id="543" name="Google Shape;543;p6"/>
          <p:cNvSpPr/>
          <p:nvPr/>
        </p:nvSpPr>
        <p:spPr>
          <a:xfrm>
            <a:off x="9738064" y="4726711"/>
            <a:ext cx="201095" cy="160739"/>
          </a:xfrm>
          <a:custGeom>
            <a:rect b="b" l="l" r="r" t="t"/>
            <a:pathLst>
              <a:path extrusionOk="0" h="470" w="588">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7D7D6E"/>
          </a:solidFill>
          <a:ln>
            <a:noFill/>
          </a:ln>
        </p:spPr>
        <p:txBody>
          <a:bodyPr anchorCtr="0" anchor="t" bIns="25675" lIns="51375" spcFirstLastPara="1" rIns="51375" wrap="square" tIns="256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6"/>
          <p:cNvSpPr/>
          <p:nvPr/>
        </p:nvSpPr>
        <p:spPr>
          <a:xfrm>
            <a:off x="9716856" y="5163638"/>
            <a:ext cx="209034" cy="147796"/>
          </a:xfrm>
          <a:custGeom>
            <a:rect b="b" l="l" r="r" t="t"/>
            <a:pathLst>
              <a:path extrusionOk="0" h="11546" w="16330">
                <a:moveTo>
                  <a:pt x="8142" y="0"/>
                </a:moveTo>
                <a:lnTo>
                  <a:pt x="8970" y="46"/>
                </a:lnTo>
                <a:lnTo>
                  <a:pt x="9798" y="138"/>
                </a:lnTo>
                <a:lnTo>
                  <a:pt x="10580" y="368"/>
                </a:lnTo>
                <a:lnTo>
                  <a:pt x="11316" y="644"/>
                </a:lnTo>
                <a:lnTo>
                  <a:pt x="12052" y="967"/>
                </a:lnTo>
                <a:lnTo>
                  <a:pt x="12741" y="1380"/>
                </a:lnTo>
                <a:lnTo>
                  <a:pt x="13340" y="1840"/>
                </a:lnTo>
                <a:lnTo>
                  <a:pt x="13938" y="2392"/>
                </a:lnTo>
                <a:lnTo>
                  <a:pt x="14444" y="2944"/>
                </a:lnTo>
                <a:lnTo>
                  <a:pt x="14950" y="3588"/>
                </a:lnTo>
                <a:lnTo>
                  <a:pt x="15318" y="4278"/>
                </a:lnTo>
                <a:lnTo>
                  <a:pt x="15686" y="4968"/>
                </a:lnTo>
                <a:lnTo>
                  <a:pt x="15962" y="5750"/>
                </a:lnTo>
                <a:lnTo>
                  <a:pt x="16146" y="6532"/>
                </a:lnTo>
                <a:lnTo>
                  <a:pt x="16284" y="7314"/>
                </a:lnTo>
                <a:lnTo>
                  <a:pt x="16330" y="8142"/>
                </a:lnTo>
                <a:lnTo>
                  <a:pt x="16284" y="8878"/>
                </a:lnTo>
                <a:lnTo>
                  <a:pt x="16192" y="9614"/>
                </a:lnTo>
                <a:lnTo>
                  <a:pt x="16007" y="10350"/>
                </a:lnTo>
                <a:lnTo>
                  <a:pt x="15778" y="11040"/>
                </a:lnTo>
                <a:lnTo>
                  <a:pt x="15594" y="11546"/>
                </a:lnTo>
                <a:lnTo>
                  <a:pt x="15088" y="11546"/>
                </a:lnTo>
                <a:lnTo>
                  <a:pt x="1196" y="11546"/>
                </a:lnTo>
                <a:lnTo>
                  <a:pt x="690" y="11546"/>
                </a:lnTo>
                <a:lnTo>
                  <a:pt x="506" y="11040"/>
                </a:lnTo>
                <a:lnTo>
                  <a:pt x="276" y="10350"/>
                </a:lnTo>
                <a:lnTo>
                  <a:pt x="138" y="9614"/>
                </a:lnTo>
                <a:lnTo>
                  <a:pt x="0" y="8878"/>
                </a:lnTo>
                <a:lnTo>
                  <a:pt x="0" y="8142"/>
                </a:lnTo>
                <a:lnTo>
                  <a:pt x="0" y="7314"/>
                </a:lnTo>
                <a:lnTo>
                  <a:pt x="138" y="6532"/>
                </a:lnTo>
                <a:lnTo>
                  <a:pt x="368" y="5750"/>
                </a:lnTo>
                <a:lnTo>
                  <a:pt x="644" y="4968"/>
                </a:lnTo>
                <a:lnTo>
                  <a:pt x="966" y="4278"/>
                </a:lnTo>
                <a:lnTo>
                  <a:pt x="1380" y="3588"/>
                </a:lnTo>
                <a:lnTo>
                  <a:pt x="1840" y="2944"/>
                </a:lnTo>
                <a:lnTo>
                  <a:pt x="2392" y="2392"/>
                </a:lnTo>
                <a:lnTo>
                  <a:pt x="2945" y="1840"/>
                </a:lnTo>
                <a:lnTo>
                  <a:pt x="3589" y="1380"/>
                </a:lnTo>
                <a:lnTo>
                  <a:pt x="4278" y="967"/>
                </a:lnTo>
                <a:lnTo>
                  <a:pt x="4968" y="644"/>
                </a:lnTo>
                <a:lnTo>
                  <a:pt x="5704" y="368"/>
                </a:lnTo>
                <a:lnTo>
                  <a:pt x="6486" y="138"/>
                </a:lnTo>
                <a:lnTo>
                  <a:pt x="7314" y="46"/>
                </a:lnTo>
                <a:lnTo>
                  <a:pt x="8142" y="0"/>
                </a:lnTo>
                <a:close/>
                <a:moveTo>
                  <a:pt x="14812" y="8786"/>
                </a:moveTo>
                <a:lnTo>
                  <a:pt x="13432" y="8786"/>
                </a:lnTo>
                <a:lnTo>
                  <a:pt x="13432" y="7636"/>
                </a:lnTo>
                <a:lnTo>
                  <a:pt x="14812" y="7636"/>
                </a:lnTo>
                <a:lnTo>
                  <a:pt x="14766" y="7084"/>
                </a:lnTo>
                <a:lnTo>
                  <a:pt x="14628" y="6578"/>
                </a:lnTo>
                <a:lnTo>
                  <a:pt x="14490" y="6072"/>
                </a:lnTo>
                <a:lnTo>
                  <a:pt x="14306" y="5612"/>
                </a:lnTo>
                <a:lnTo>
                  <a:pt x="14122" y="5152"/>
                </a:lnTo>
                <a:lnTo>
                  <a:pt x="13892" y="4692"/>
                </a:lnTo>
                <a:lnTo>
                  <a:pt x="13616" y="4278"/>
                </a:lnTo>
                <a:lnTo>
                  <a:pt x="13294" y="3910"/>
                </a:lnTo>
                <a:lnTo>
                  <a:pt x="12328" y="4830"/>
                </a:lnTo>
                <a:lnTo>
                  <a:pt x="11500" y="4048"/>
                </a:lnTo>
                <a:lnTo>
                  <a:pt x="12466" y="3082"/>
                </a:lnTo>
                <a:lnTo>
                  <a:pt x="12098" y="2760"/>
                </a:lnTo>
                <a:lnTo>
                  <a:pt x="11684" y="2484"/>
                </a:lnTo>
                <a:lnTo>
                  <a:pt x="11224" y="2208"/>
                </a:lnTo>
                <a:lnTo>
                  <a:pt x="10764" y="2024"/>
                </a:lnTo>
                <a:lnTo>
                  <a:pt x="10304" y="1840"/>
                </a:lnTo>
                <a:lnTo>
                  <a:pt x="9798" y="1702"/>
                </a:lnTo>
                <a:lnTo>
                  <a:pt x="9292" y="1564"/>
                </a:lnTo>
                <a:lnTo>
                  <a:pt x="8786" y="1518"/>
                </a:lnTo>
                <a:lnTo>
                  <a:pt x="8786" y="2852"/>
                </a:lnTo>
                <a:lnTo>
                  <a:pt x="7636" y="2852"/>
                </a:lnTo>
                <a:lnTo>
                  <a:pt x="7636" y="1518"/>
                </a:lnTo>
                <a:lnTo>
                  <a:pt x="7084" y="1564"/>
                </a:lnTo>
                <a:lnTo>
                  <a:pt x="6578" y="1656"/>
                </a:lnTo>
                <a:lnTo>
                  <a:pt x="6072" y="1794"/>
                </a:lnTo>
                <a:lnTo>
                  <a:pt x="5612" y="1978"/>
                </a:lnTo>
                <a:lnTo>
                  <a:pt x="5152" y="2208"/>
                </a:lnTo>
                <a:lnTo>
                  <a:pt x="4692" y="2438"/>
                </a:lnTo>
                <a:lnTo>
                  <a:pt x="4278" y="2714"/>
                </a:lnTo>
                <a:lnTo>
                  <a:pt x="3864" y="3036"/>
                </a:lnTo>
                <a:lnTo>
                  <a:pt x="4830" y="4002"/>
                </a:lnTo>
                <a:lnTo>
                  <a:pt x="4048" y="4784"/>
                </a:lnTo>
                <a:lnTo>
                  <a:pt x="3082" y="3818"/>
                </a:lnTo>
                <a:lnTo>
                  <a:pt x="2760" y="4232"/>
                </a:lnTo>
                <a:lnTo>
                  <a:pt x="2484" y="4646"/>
                </a:lnTo>
                <a:lnTo>
                  <a:pt x="2208" y="5060"/>
                </a:lnTo>
                <a:lnTo>
                  <a:pt x="2024" y="5520"/>
                </a:lnTo>
                <a:lnTo>
                  <a:pt x="1840" y="6026"/>
                </a:lnTo>
                <a:lnTo>
                  <a:pt x="1656" y="6532"/>
                </a:lnTo>
                <a:lnTo>
                  <a:pt x="1564" y="7038"/>
                </a:lnTo>
                <a:lnTo>
                  <a:pt x="1518" y="7544"/>
                </a:lnTo>
                <a:lnTo>
                  <a:pt x="2852" y="7544"/>
                </a:lnTo>
                <a:lnTo>
                  <a:pt x="2852" y="8694"/>
                </a:lnTo>
                <a:lnTo>
                  <a:pt x="1472" y="8694"/>
                </a:lnTo>
                <a:lnTo>
                  <a:pt x="1564" y="9384"/>
                </a:lnTo>
                <a:lnTo>
                  <a:pt x="1748" y="10028"/>
                </a:lnTo>
                <a:lnTo>
                  <a:pt x="14582" y="10028"/>
                </a:lnTo>
                <a:lnTo>
                  <a:pt x="14720" y="9384"/>
                </a:lnTo>
                <a:lnTo>
                  <a:pt x="14812" y="8786"/>
                </a:lnTo>
                <a:close/>
                <a:moveTo>
                  <a:pt x="7728" y="6670"/>
                </a:moveTo>
                <a:lnTo>
                  <a:pt x="7498" y="6762"/>
                </a:lnTo>
                <a:lnTo>
                  <a:pt x="7314" y="6900"/>
                </a:lnTo>
                <a:lnTo>
                  <a:pt x="7130" y="7038"/>
                </a:lnTo>
                <a:lnTo>
                  <a:pt x="6992" y="7222"/>
                </a:lnTo>
                <a:lnTo>
                  <a:pt x="6853" y="7406"/>
                </a:lnTo>
                <a:lnTo>
                  <a:pt x="6808" y="7636"/>
                </a:lnTo>
                <a:lnTo>
                  <a:pt x="6716" y="7866"/>
                </a:lnTo>
                <a:lnTo>
                  <a:pt x="6716" y="8096"/>
                </a:lnTo>
                <a:lnTo>
                  <a:pt x="6762" y="8418"/>
                </a:lnTo>
                <a:lnTo>
                  <a:pt x="6853" y="8694"/>
                </a:lnTo>
                <a:lnTo>
                  <a:pt x="6992" y="8970"/>
                </a:lnTo>
                <a:lnTo>
                  <a:pt x="7176" y="9200"/>
                </a:lnTo>
                <a:lnTo>
                  <a:pt x="7406" y="9384"/>
                </a:lnTo>
                <a:lnTo>
                  <a:pt x="7636" y="9522"/>
                </a:lnTo>
                <a:lnTo>
                  <a:pt x="7958" y="9614"/>
                </a:lnTo>
                <a:lnTo>
                  <a:pt x="8234" y="9660"/>
                </a:lnTo>
                <a:lnTo>
                  <a:pt x="8556" y="9614"/>
                </a:lnTo>
                <a:lnTo>
                  <a:pt x="8832" y="9522"/>
                </a:lnTo>
                <a:lnTo>
                  <a:pt x="9108" y="9384"/>
                </a:lnTo>
                <a:lnTo>
                  <a:pt x="9338" y="9200"/>
                </a:lnTo>
                <a:lnTo>
                  <a:pt x="9522" y="8970"/>
                </a:lnTo>
                <a:lnTo>
                  <a:pt x="9660" y="8694"/>
                </a:lnTo>
                <a:lnTo>
                  <a:pt x="9752" y="8418"/>
                </a:lnTo>
                <a:lnTo>
                  <a:pt x="9798" y="8096"/>
                </a:lnTo>
                <a:lnTo>
                  <a:pt x="9752" y="7866"/>
                </a:lnTo>
                <a:lnTo>
                  <a:pt x="9706" y="7590"/>
                </a:lnTo>
                <a:lnTo>
                  <a:pt x="10902" y="2806"/>
                </a:lnTo>
                <a:lnTo>
                  <a:pt x="7728" y="6670"/>
                </a:lnTo>
                <a:close/>
              </a:path>
            </a:pathLst>
          </a:custGeom>
          <a:solidFill>
            <a:srgbClr val="919188"/>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nvGrpSpPr>
          <p:cNvPr id="545" name="Google Shape;545;p6"/>
          <p:cNvGrpSpPr/>
          <p:nvPr/>
        </p:nvGrpSpPr>
        <p:grpSpPr>
          <a:xfrm>
            <a:off x="5563971" y="2000901"/>
            <a:ext cx="957964" cy="1067225"/>
            <a:chOff x="31634113" y="-5961063"/>
            <a:chExt cx="4664075" cy="5195888"/>
          </a:xfrm>
        </p:grpSpPr>
        <p:sp>
          <p:nvSpPr>
            <p:cNvPr id="546" name="Google Shape;546;p6"/>
            <p:cNvSpPr/>
            <p:nvPr/>
          </p:nvSpPr>
          <p:spPr>
            <a:xfrm>
              <a:off x="31767463" y="-5864225"/>
              <a:ext cx="4360863" cy="5026025"/>
            </a:xfrm>
            <a:custGeom>
              <a:rect b="b" l="l" r="r" t="t"/>
              <a:pathLst>
                <a:path extrusionOk="0" h="415" w="360">
                  <a:moveTo>
                    <a:pt x="180" y="415"/>
                  </a:moveTo>
                  <a:cubicBezTo>
                    <a:pt x="180" y="415"/>
                    <a:pt x="179" y="415"/>
                    <a:pt x="179" y="415"/>
                  </a:cubicBezTo>
                  <a:cubicBezTo>
                    <a:pt x="1" y="312"/>
                    <a:pt x="1" y="312"/>
                    <a:pt x="1" y="312"/>
                  </a:cubicBezTo>
                  <a:cubicBezTo>
                    <a:pt x="0" y="312"/>
                    <a:pt x="0" y="311"/>
                    <a:pt x="0" y="310"/>
                  </a:cubicBezTo>
                  <a:cubicBezTo>
                    <a:pt x="0" y="105"/>
                    <a:pt x="0" y="105"/>
                    <a:pt x="0" y="105"/>
                  </a:cubicBezTo>
                  <a:cubicBezTo>
                    <a:pt x="0" y="104"/>
                    <a:pt x="0" y="104"/>
                    <a:pt x="1" y="103"/>
                  </a:cubicBezTo>
                  <a:cubicBezTo>
                    <a:pt x="179" y="0"/>
                    <a:pt x="179" y="0"/>
                    <a:pt x="179" y="0"/>
                  </a:cubicBezTo>
                  <a:cubicBezTo>
                    <a:pt x="180" y="0"/>
                    <a:pt x="180" y="0"/>
                    <a:pt x="181" y="0"/>
                  </a:cubicBezTo>
                  <a:cubicBezTo>
                    <a:pt x="359" y="103"/>
                    <a:pt x="359" y="103"/>
                    <a:pt x="359" y="103"/>
                  </a:cubicBezTo>
                  <a:cubicBezTo>
                    <a:pt x="360" y="104"/>
                    <a:pt x="360" y="104"/>
                    <a:pt x="360" y="105"/>
                  </a:cubicBezTo>
                  <a:cubicBezTo>
                    <a:pt x="360" y="310"/>
                    <a:pt x="360" y="310"/>
                    <a:pt x="360" y="310"/>
                  </a:cubicBezTo>
                  <a:cubicBezTo>
                    <a:pt x="360" y="311"/>
                    <a:pt x="360" y="312"/>
                    <a:pt x="359" y="312"/>
                  </a:cubicBezTo>
                  <a:cubicBezTo>
                    <a:pt x="181" y="415"/>
                    <a:pt x="181" y="415"/>
                    <a:pt x="181" y="415"/>
                  </a:cubicBezTo>
                  <a:cubicBezTo>
                    <a:pt x="181" y="415"/>
                    <a:pt x="180" y="415"/>
                    <a:pt x="180" y="415"/>
                  </a:cubicBezTo>
                  <a:close/>
                  <a:moveTo>
                    <a:pt x="4" y="309"/>
                  </a:moveTo>
                  <a:cubicBezTo>
                    <a:pt x="180" y="411"/>
                    <a:pt x="180" y="411"/>
                    <a:pt x="180" y="411"/>
                  </a:cubicBezTo>
                  <a:cubicBezTo>
                    <a:pt x="356" y="309"/>
                    <a:pt x="356" y="309"/>
                    <a:pt x="356" y="309"/>
                  </a:cubicBezTo>
                  <a:cubicBezTo>
                    <a:pt x="356" y="106"/>
                    <a:pt x="356" y="106"/>
                    <a:pt x="356" y="106"/>
                  </a:cubicBezTo>
                  <a:cubicBezTo>
                    <a:pt x="180" y="4"/>
                    <a:pt x="180" y="4"/>
                    <a:pt x="180" y="4"/>
                  </a:cubicBezTo>
                  <a:cubicBezTo>
                    <a:pt x="4" y="106"/>
                    <a:pt x="4" y="106"/>
                    <a:pt x="4" y="106"/>
                  </a:cubicBezTo>
                  <a:lnTo>
                    <a:pt x="4" y="309"/>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6"/>
            <p:cNvSpPr/>
            <p:nvPr/>
          </p:nvSpPr>
          <p:spPr>
            <a:xfrm>
              <a:off x="31767463" y="-5864225"/>
              <a:ext cx="2205038" cy="5026025"/>
            </a:xfrm>
            <a:custGeom>
              <a:rect b="b" l="l" r="r" t="t"/>
              <a:pathLst>
                <a:path extrusionOk="0" h="415" w="182">
                  <a:moveTo>
                    <a:pt x="180" y="415"/>
                  </a:moveTo>
                  <a:cubicBezTo>
                    <a:pt x="180" y="415"/>
                    <a:pt x="179" y="415"/>
                    <a:pt x="179" y="415"/>
                  </a:cubicBezTo>
                  <a:cubicBezTo>
                    <a:pt x="1" y="312"/>
                    <a:pt x="1" y="312"/>
                    <a:pt x="1" y="312"/>
                  </a:cubicBezTo>
                  <a:cubicBezTo>
                    <a:pt x="0" y="312"/>
                    <a:pt x="0" y="311"/>
                    <a:pt x="0" y="310"/>
                  </a:cubicBezTo>
                  <a:cubicBezTo>
                    <a:pt x="0" y="105"/>
                    <a:pt x="0" y="105"/>
                    <a:pt x="0" y="105"/>
                  </a:cubicBezTo>
                  <a:cubicBezTo>
                    <a:pt x="0" y="104"/>
                    <a:pt x="0" y="104"/>
                    <a:pt x="1" y="103"/>
                  </a:cubicBezTo>
                  <a:cubicBezTo>
                    <a:pt x="179" y="0"/>
                    <a:pt x="179" y="0"/>
                    <a:pt x="179" y="0"/>
                  </a:cubicBezTo>
                  <a:cubicBezTo>
                    <a:pt x="180" y="0"/>
                    <a:pt x="180" y="0"/>
                    <a:pt x="181" y="0"/>
                  </a:cubicBezTo>
                  <a:cubicBezTo>
                    <a:pt x="182" y="1"/>
                    <a:pt x="182" y="1"/>
                    <a:pt x="182" y="2"/>
                  </a:cubicBezTo>
                  <a:cubicBezTo>
                    <a:pt x="182" y="413"/>
                    <a:pt x="182" y="413"/>
                    <a:pt x="182" y="413"/>
                  </a:cubicBezTo>
                  <a:cubicBezTo>
                    <a:pt x="182" y="414"/>
                    <a:pt x="182" y="415"/>
                    <a:pt x="181" y="415"/>
                  </a:cubicBezTo>
                  <a:cubicBezTo>
                    <a:pt x="181" y="415"/>
                    <a:pt x="180" y="415"/>
                    <a:pt x="180" y="415"/>
                  </a:cubicBezTo>
                  <a:close/>
                  <a:moveTo>
                    <a:pt x="4" y="309"/>
                  </a:moveTo>
                  <a:cubicBezTo>
                    <a:pt x="178" y="410"/>
                    <a:pt x="178" y="410"/>
                    <a:pt x="178" y="410"/>
                  </a:cubicBezTo>
                  <a:cubicBezTo>
                    <a:pt x="178" y="6"/>
                    <a:pt x="178" y="6"/>
                    <a:pt x="178" y="6"/>
                  </a:cubicBezTo>
                  <a:cubicBezTo>
                    <a:pt x="4" y="106"/>
                    <a:pt x="4" y="106"/>
                    <a:pt x="4" y="106"/>
                  </a:cubicBezTo>
                  <a:lnTo>
                    <a:pt x="4" y="309"/>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6"/>
            <p:cNvSpPr/>
            <p:nvPr/>
          </p:nvSpPr>
          <p:spPr>
            <a:xfrm>
              <a:off x="31767463" y="-5864225"/>
              <a:ext cx="4360863" cy="3779838"/>
            </a:xfrm>
            <a:custGeom>
              <a:rect b="b" l="l" r="r" t="t"/>
              <a:pathLst>
                <a:path extrusionOk="0" h="312" w="360">
                  <a:moveTo>
                    <a:pt x="358" y="312"/>
                  </a:moveTo>
                  <a:cubicBezTo>
                    <a:pt x="358" y="312"/>
                    <a:pt x="358" y="312"/>
                    <a:pt x="358" y="312"/>
                  </a:cubicBezTo>
                  <a:cubicBezTo>
                    <a:pt x="2" y="312"/>
                    <a:pt x="2" y="312"/>
                    <a:pt x="2" y="312"/>
                  </a:cubicBezTo>
                  <a:cubicBezTo>
                    <a:pt x="1" y="312"/>
                    <a:pt x="1" y="312"/>
                    <a:pt x="0" y="311"/>
                  </a:cubicBezTo>
                  <a:cubicBezTo>
                    <a:pt x="0" y="311"/>
                    <a:pt x="0" y="310"/>
                    <a:pt x="0" y="309"/>
                  </a:cubicBezTo>
                  <a:cubicBezTo>
                    <a:pt x="178" y="1"/>
                    <a:pt x="178" y="1"/>
                    <a:pt x="178" y="1"/>
                  </a:cubicBezTo>
                  <a:cubicBezTo>
                    <a:pt x="179" y="0"/>
                    <a:pt x="181" y="0"/>
                    <a:pt x="182" y="1"/>
                  </a:cubicBezTo>
                  <a:cubicBezTo>
                    <a:pt x="359" y="309"/>
                    <a:pt x="359" y="309"/>
                    <a:pt x="359" y="309"/>
                  </a:cubicBezTo>
                  <a:cubicBezTo>
                    <a:pt x="360" y="309"/>
                    <a:pt x="360" y="310"/>
                    <a:pt x="360" y="310"/>
                  </a:cubicBezTo>
                  <a:cubicBezTo>
                    <a:pt x="360" y="312"/>
                    <a:pt x="359" y="312"/>
                    <a:pt x="358" y="312"/>
                  </a:cubicBezTo>
                  <a:close/>
                  <a:moveTo>
                    <a:pt x="5" y="308"/>
                  </a:moveTo>
                  <a:cubicBezTo>
                    <a:pt x="355" y="308"/>
                    <a:pt x="355" y="308"/>
                    <a:pt x="355" y="308"/>
                  </a:cubicBezTo>
                  <a:cubicBezTo>
                    <a:pt x="180" y="6"/>
                    <a:pt x="180" y="6"/>
                    <a:pt x="180" y="6"/>
                  </a:cubicBezTo>
                  <a:lnTo>
                    <a:pt x="5" y="308"/>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6"/>
            <p:cNvSpPr/>
            <p:nvPr/>
          </p:nvSpPr>
          <p:spPr>
            <a:xfrm>
              <a:off x="31767463" y="-4616450"/>
              <a:ext cx="4360863" cy="3778250"/>
            </a:xfrm>
            <a:custGeom>
              <a:rect b="b" l="l" r="r" t="t"/>
              <a:pathLst>
                <a:path extrusionOk="0" h="312" w="360">
                  <a:moveTo>
                    <a:pt x="180" y="312"/>
                  </a:moveTo>
                  <a:cubicBezTo>
                    <a:pt x="179" y="312"/>
                    <a:pt x="179" y="312"/>
                    <a:pt x="178" y="311"/>
                  </a:cubicBezTo>
                  <a:cubicBezTo>
                    <a:pt x="0" y="3"/>
                    <a:pt x="0" y="3"/>
                    <a:pt x="0" y="3"/>
                  </a:cubicBezTo>
                  <a:cubicBezTo>
                    <a:pt x="0" y="2"/>
                    <a:pt x="0" y="2"/>
                    <a:pt x="0" y="1"/>
                  </a:cubicBezTo>
                  <a:cubicBezTo>
                    <a:pt x="1" y="0"/>
                    <a:pt x="1" y="0"/>
                    <a:pt x="2" y="0"/>
                  </a:cubicBezTo>
                  <a:cubicBezTo>
                    <a:pt x="358" y="0"/>
                    <a:pt x="358" y="0"/>
                    <a:pt x="358" y="0"/>
                  </a:cubicBezTo>
                  <a:cubicBezTo>
                    <a:pt x="359" y="0"/>
                    <a:pt x="359" y="0"/>
                    <a:pt x="360" y="1"/>
                  </a:cubicBezTo>
                  <a:cubicBezTo>
                    <a:pt x="360" y="2"/>
                    <a:pt x="360" y="2"/>
                    <a:pt x="360" y="3"/>
                  </a:cubicBezTo>
                  <a:cubicBezTo>
                    <a:pt x="182" y="311"/>
                    <a:pt x="182" y="311"/>
                    <a:pt x="182" y="311"/>
                  </a:cubicBezTo>
                  <a:cubicBezTo>
                    <a:pt x="181" y="312"/>
                    <a:pt x="181" y="312"/>
                    <a:pt x="180" y="312"/>
                  </a:cubicBezTo>
                  <a:close/>
                  <a:moveTo>
                    <a:pt x="5" y="4"/>
                  </a:moveTo>
                  <a:cubicBezTo>
                    <a:pt x="180" y="306"/>
                    <a:pt x="180" y="306"/>
                    <a:pt x="180" y="306"/>
                  </a:cubicBezTo>
                  <a:cubicBezTo>
                    <a:pt x="355" y="4"/>
                    <a:pt x="355" y="4"/>
                    <a:pt x="355" y="4"/>
                  </a:cubicBezTo>
                  <a:lnTo>
                    <a:pt x="5" y="4"/>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6"/>
            <p:cNvSpPr/>
            <p:nvPr/>
          </p:nvSpPr>
          <p:spPr>
            <a:xfrm>
              <a:off x="31767463" y="-4616450"/>
              <a:ext cx="4360863" cy="2532063"/>
            </a:xfrm>
            <a:custGeom>
              <a:rect b="b" l="l" r="r" t="t"/>
              <a:pathLst>
                <a:path extrusionOk="0" h="209" w="360">
                  <a:moveTo>
                    <a:pt x="358" y="209"/>
                  </a:moveTo>
                  <a:cubicBezTo>
                    <a:pt x="358" y="209"/>
                    <a:pt x="358" y="209"/>
                    <a:pt x="358" y="209"/>
                  </a:cubicBezTo>
                  <a:cubicBezTo>
                    <a:pt x="2" y="209"/>
                    <a:pt x="2" y="209"/>
                    <a:pt x="2" y="209"/>
                  </a:cubicBezTo>
                  <a:cubicBezTo>
                    <a:pt x="1" y="209"/>
                    <a:pt x="0" y="209"/>
                    <a:pt x="0" y="207"/>
                  </a:cubicBezTo>
                  <a:cubicBezTo>
                    <a:pt x="0" y="2"/>
                    <a:pt x="0" y="2"/>
                    <a:pt x="0" y="2"/>
                  </a:cubicBezTo>
                  <a:cubicBezTo>
                    <a:pt x="0" y="1"/>
                    <a:pt x="0" y="1"/>
                    <a:pt x="1" y="0"/>
                  </a:cubicBezTo>
                  <a:cubicBezTo>
                    <a:pt x="2" y="0"/>
                    <a:pt x="2" y="0"/>
                    <a:pt x="3" y="0"/>
                  </a:cubicBezTo>
                  <a:cubicBezTo>
                    <a:pt x="359" y="206"/>
                    <a:pt x="359" y="206"/>
                    <a:pt x="359" y="206"/>
                  </a:cubicBezTo>
                  <a:cubicBezTo>
                    <a:pt x="359" y="206"/>
                    <a:pt x="360" y="207"/>
                    <a:pt x="360" y="207"/>
                  </a:cubicBezTo>
                  <a:cubicBezTo>
                    <a:pt x="360" y="209"/>
                    <a:pt x="359" y="209"/>
                    <a:pt x="358" y="209"/>
                  </a:cubicBezTo>
                  <a:close/>
                  <a:moveTo>
                    <a:pt x="4" y="205"/>
                  </a:moveTo>
                  <a:cubicBezTo>
                    <a:pt x="351" y="205"/>
                    <a:pt x="351" y="205"/>
                    <a:pt x="351" y="205"/>
                  </a:cubicBezTo>
                  <a:cubicBezTo>
                    <a:pt x="4" y="5"/>
                    <a:pt x="4" y="5"/>
                    <a:pt x="4" y="5"/>
                  </a:cubicBezTo>
                  <a:lnTo>
                    <a:pt x="4" y="205"/>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6"/>
            <p:cNvSpPr/>
            <p:nvPr/>
          </p:nvSpPr>
          <p:spPr>
            <a:xfrm>
              <a:off x="31767463" y="-4616450"/>
              <a:ext cx="4360863" cy="2532063"/>
            </a:xfrm>
            <a:custGeom>
              <a:rect b="b" l="l" r="r" t="t"/>
              <a:pathLst>
                <a:path extrusionOk="0" h="209" w="360">
                  <a:moveTo>
                    <a:pt x="358" y="209"/>
                  </a:moveTo>
                  <a:cubicBezTo>
                    <a:pt x="2" y="209"/>
                    <a:pt x="2" y="209"/>
                    <a:pt x="2" y="209"/>
                  </a:cubicBezTo>
                  <a:cubicBezTo>
                    <a:pt x="1" y="209"/>
                    <a:pt x="0" y="209"/>
                    <a:pt x="0" y="208"/>
                  </a:cubicBezTo>
                  <a:cubicBezTo>
                    <a:pt x="0" y="207"/>
                    <a:pt x="0" y="206"/>
                    <a:pt x="1" y="206"/>
                  </a:cubicBezTo>
                  <a:cubicBezTo>
                    <a:pt x="357" y="0"/>
                    <a:pt x="357" y="0"/>
                    <a:pt x="357" y="0"/>
                  </a:cubicBezTo>
                  <a:cubicBezTo>
                    <a:pt x="358" y="0"/>
                    <a:pt x="358" y="0"/>
                    <a:pt x="359" y="0"/>
                  </a:cubicBezTo>
                  <a:cubicBezTo>
                    <a:pt x="360" y="1"/>
                    <a:pt x="360" y="1"/>
                    <a:pt x="360" y="2"/>
                  </a:cubicBezTo>
                  <a:cubicBezTo>
                    <a:pt x="360" y="207"/>
                    <a:pt x="360" y="207"/>
                    <a:pt x="360" y="207"/>
                  </a:cubicBezTo>
                  <a:cubicBezTo>
                    <a:pt x="360" y="209"/>
                    <a:pt x="359" y="209"/>
                    <a:pt x="358" y="209"/>
                  </a:cubicBezTo>
                  <a:close/>
                  <a:moveTo>
                    <a:pt x="9" y="205"/>
                  </a:moveTo>
                  <a:cubicBezTo>
                    <a:pt x="356" y="205"/>
                    <a:pt x="356" y="205"/>
                    <a:pt x="356" y="205"/>
                  </a:cubicBezTo>
                  <a:cubicBezTo>
                    <a:pt x="356" y="5"/>
                    <a:pt x="356" y="5"/>
                    <a:pt x="356" y="5"/>
                  </a:cubicBezTo>
                  <a:lnTo>
                    <a:pt x="9" y="205"/>
                  </a:lnTo>
                  <a:close/>
                </a:path>
              </a:pathLst>
            </a:cu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6"/>
            <p:cNvSpPr/>
            <p:nvPr/>
          </p:nvSpPr>
          <p:spPr>
            <a:xfrm>
              <a:off x="33766125" y="-1139825"/>
              <a:ext cx="363538" cy="374650"/>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6"/>
            <p:cNvSpPr/>
            <p:nvPr/>
          </p:nvSpPr>
          <p:spPr>
            <a:xfrm>
              <a:off x="33766125" y="-5961063"/>
              <a:ext cx="363538" cy="376238"/>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6"/>
            <p:cNvSpPr/>
            <p:nvPr/>
          </p:nvSpPr>
          <p:spPr>
            <a:xfrm>
              <a:off x="35923538" y="-4786313"/>
              <a:ext cx="374650" cy="376238"/>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6"/>
            <p:cNvSpPr/>
            <p:nvPr/>
          </p:nvSpPr>
          <p:spPr>
            <a:xfrm>
              <a:off x="35923538" y="-2290763"/>
              <a:ext cx="374650" cy="376238"/>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6"/>
            <p:cNvSpPr/>
            <p:nvPr/>
          </p:nvSpPr>
          <p:spPr>
            <a:xfrm>
              <a:off x="31634113" y="-4786313"/>
              <a:ext cx="376238" cy="376238"/>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6"/>
            <p:cNvSpPr/>
            <p:nvPr/>
          </p:nvSpPr>
          <p:spPr>
            <a:xfrm>
              <a:off x="31634113" y="-2290763"/>
              <a:ext cx="376238" cy="376238"/>
            </a:xfrm>
            <a:prstGeom prst="ellipse">
              <a:avLst/>
            </a:prstGeom>
            <a:solidFill>
              <a:srgbClr val="BC93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58" name="Google Shape;558;p6"/>
          <p:cNvSpPr/>
          <p:nvPr/>
        </p:nvSpPr>
        <p:spPr>
          <a:xfrm>
            <a:off x="894621" y="3560996"/>
            <a:ext cx="1378904" cy="513030"/>
          </a:xfrm>
          <a:prstGeom prst="rect">
            <a:avLst/>
          </a:prstGeom>
          <a:solidFill>
            <a:srgbClr val="FFFFFF"/>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559" name="Google Shape;559;p6"/>
          <p:cNvSpPr/>
          <p:nvPr/>
        </p:nvSpPr>
        <p:spPr>
          <a:xfrm>
            <a:off x="10021725" y="3560996"/>
            <a:ext cx="1123107" cy="513030"/>
          </a:xfrm>
          <a:prstGeom prst="rect">
            <a:avLst/>
          </a:prstGeom>
          <a:solidFill>
            <a:srgbClr val="FFFFFF"/>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560" name="Google Shape;560;p6"/>
          <p:cNvSpPr txBox="1"/>
          <p:nvPr/>
        </p:nvSpPr>
        <p:spPr>
          <a:xfrm>
            <a:off x="1742819" y="2547612"/>
            <a:ext cx="164545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62626"/>
                </a:solidFill>
                <a:latin typeface="Microsoft Yahei"/>
                <a:ea typeface="Microsoft Yahei"/>
                <a:cs typeface="Microsoft Yahei"/>
                <a:sym typeface="Microsoft Yahei"/>
              </a:rPr>
              <a:t>TTM：</a:t>
            </a:r>
            <a:r>
              <a:rPr lang="en-US" sz="1400">
                <a:solidFill>
                  <a:srgbClr val="C00000"/>
                </a:solidFill>
                <a:latin typeface="Microsoft Yahei"/>
                <a:ea typeface="Microsoft Yahei"/>
                <a:cs typeface="Microsoft Yahei"/>
                <a:sym typeface="Microsoft Yahei"/>
              </a:rPr>
              <a:t>数月到数天</a:t>
            </a:r>
            <a:endParaRPr/>
          </a:p>
        </p:txBody>
      </p:sp>
      <p:sp>
        <p:nvSpPr>
          <p:cNvPr id="561" name="Google Shape;561;p6"/>
          <p:cNvSpPr txBox="1"/>
          <p:nvPr/>
        </p:nvSpPr>
        <p:spPr>
          <a:xfrm>
            <a:off x="2604805" y="2950307"/>
            <a:ext cx="18833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62626"/>
                </a:solidFill>
                <a:latin typeface="Microsoft Yahei"/>
                <a:ea typeface="Microsoft Yahei"/>
                <a:cs typeface="Microsoft Yahei"/>
                <a:sym typeface="Microsoft Yahei"/>
              </a:rPr>
              <a:t>互联体验</a:t>
            </a:r>
            <a:r>
              <a:rPr lang="en-US" sz="1400">
                <a:solidFill>
                  <a:srgbClr val="C00000"/>
                </a:solidFill>
                <a:latin typeface="Microsoft Yahei"/>
                <a:ea typeface="Microsoft Yahei"/>
                <a:cs typeface="Microsoft Yahei"/>
                <a:sym typeface="Microsoft Yahei"/>
              </a:rPr>
              <a:t>超低时延</a:t>
            </a:r>
            <a:endParaRPr/>
          </a:p>
        </p:txBody>
      </p:sp>
      <p:sp>
        <p:nvSpPr>
          <p:cNvPr id="562" name="Google Shape;562;p6"/>
          <p:cNvSpPr txBox="1"/>
          <p:nvPr/>
        </p:nvSpPr>
        <p:spPr>
          <a:xfrm>
            <a:off x="9457516" y="2132171"/>
            <a:ext cx="24396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C00000"/>
                </a:solidFill>
                <a:latin typeface="Arial"/>
                <a:ea typeface="Arial"/>
                <a:cs typeface="Arial"/>
                <a:sym typeface="Arial"/>
              </a:rPr>
              <a:t>5G/Fiber</a:t>
            </a:r>
            <a:r>
              <a:rPr lang="en-US" sz="1400">
                <a:solidFill>
                  <a:srgbClr val="262626"/>
                </a:solidFill>
                <a:latin typeface="Arial"/>
                <a:ea typeface="Arial"/>
                <a:cs typeface="Arial"/>
                <a:sym typeface="Arial"/>
              </a:rPr>
              <a:t>灵活联接</a:t>
            </a:r>
            <a:endParaRPr sz="1400">
              <a:solidFill>
                <a:srgbClr val="C00000"/>
              </a:solidFill>
              <a:latin typeface="Arial"/>
              <a:ea typeface="Arial"/>
              <a:cs typeface="Arial"/>
              <a:sym typeface="Arial"/>
            </a:endParaRPr>
          </a:p>
        </p:txBody>
      </p:sp>
      <p:sp>
        <p:nvSpPr>
          <p:cNvPr id="563" name="Google Shape;563;p6"/>
          <p:cNvSpPr txBox="1"/>
          <p:nvPr/>
        </p:nvSpPr>
        <p:spPr>
          <a:xfrm>
            <a:off x="8634791" y="2547612"/>
            <a:ext cx="12618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62626"/>
                </a:solidFill>
                <a:latin typeface="Microsoft Yahei"/>
                <a:ea typeface="Microsoft Yahei"/>
                <a:cs typeface="Microsoft Yahei"/>
                <a:sym typeface="Microsoft Yahei"/>
              </a:rPr>
              <a:t>应用优化策略</a:t>
            </a:r>
            <a:endParaRPr sz="1400">
              <a:solidFill>
                <a:srgbClr val="C00000"/>
              </a:solidFill>
              <a:latin typeface="Microsoft Yahei"/>
              <a:ea typeface="Microsoft Yahei"/>
              <a:cs typeface="Microsoft Yahei"/>
              <a:sym typeface="Microsoft Yahei"/>
            </a:endParaRPr>
          </a:p>
        </p:txBody>
      </p:sp>
      <p:sp>
        <p:nvSpPr>
          <p:cNvPr id="564" name="Google Shape;564;p6"/>
          <p:cNvSpPr txBox="1"/>
          <p:nvPr/>
        </p:nvSpPr>
        <p:spPr>
          <a:xfrm>
            <a:off x="7574167" y="2950307"/>
            <a:ext cx="18833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C00000"/>
                </a:solidFill>
                <a:latin typeface="Microsoft Yahei"/>
                <a:ea typeface="Microsoft Yahei"/>
                <a:cs typeface="Microsoft Yahei"/>
                <a:sym typeface="Microsoft Yahei"/>
              </a:rPr>
              <a:t>自动化</a:t>
            </a:r>
            <a:r>
              <a:rPr lang="en-US" sz="1400">
                <a:solidFill>
                  <a:srgbClr val="262626"/>
                </a:solidFill>
                <a:latin typeface="Microsoft Yahei"/>
                <a:ea typeface="Microsoft Yahei"/>
                <a:cs typeface="Microsoft Yahei"/>
                <a:sym typeface="Microsoft Yahei"/>
              </a:rPr>
              <a:t>管理和部署</a:t>
            </a:r>
            <a:endParaRPr sz="1400">
              <a:solidFill>
                <a:srgbClr val="C00000"/>
              </a:solidFill>
              <a:latin typeface="Microsoft Yahei"/>
              <a:ea typeface="Microsoft Yahei"/>
              <a:cs typeface="Microsoft Yahei"/>
              <a:sym typeface="Microsoft Yahe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
          <p:cNvSpPr txBox="1"/>
          <p:nvPr>
            <p:ph idx="1" type="body"/>
          </p:nvPr>
        </p:nvSpPr>
        <p:spPr>
          <a:xfrm>
            <a:off x="1033620" y="1843089"/>
            <a:ext cx="10045712" cy="2524726"/>
          </a:xfrm>
          <a:prstGeom prst="rect">
            <a:avLst/>
          </a:prstGeom>
          <a:noFill/>
          <a:ln>
            <a:noFill/>
          </a:ln>
        </p:spPr>
        <p:txBody>
          <a:bodyPr anchorCtr="0" anchor="t" bIns="90000" lIns="91425" spcFirstLastPara="1" rIns="91425" wrap="square" tIns="90000">
            <a:noAutofit/>
          </a:bodyPr>
          <a:lstStyle/>
          <a:p>
            <a:pPr indent="-457200" lvl="0" marL="471487" rtl="0" algn="l">
              <a:lnSpc>
                <a:spcPct val="150000"/>
              </a:lnSpc>
              <a:spcBef>
                <a:spcPts val="0"/>
              </a:spcBef>
              <a:spcAft>
                <a:spcPts val="0"/>
              </a:spcAft>
              <a:buClr>
                <a:schemeClr val="dk1"/>
              </a:buClr>
              <a:buSzPts val="2800"/>
              <a:buFont typeface="Noto Sans Symbols"/>
              <a:buChar char="⮚"/>
            </a:pPr>
            <a:r>
              <a:rPr lang="en-US" sz="2800">
                <a:latin typeface="Arial"/>
                <a:ea typeface="Arial"/>
                <a:cs typeface="Arial"/>
                <a:sym typeface="Arial"/>
              </a:rPr>
              <a:t>企业互联迈入5G+SD-WAN时代</a:t>
            </a:r>
            <a:endParaRPr sz="2800">
              <a:latin typeface="Arial"/>
              <a:ea typeface="Arial"/>
              <a:cs typeface="Arial"/>
              <a:sym typeface="Arial"/>
            </a:endParaRPr>
          </a:p>
          <a:p>
            <a:pPr indent="-457200" lvl="0" marL="471487" rtl="0" algn="l">
              <a:lnSpc>
                <a:spcPct val="150000"/>
              </a:lnSpc>
              <a:spcBef>
                <a:spcPts val="1299"/>
              </a:spcBef>
              <a:spcAft>
                <a:spcPts val="0"/>
              </a:spcAft>
              <a:buClr>
                <a:schemeClr val="accent1"/>
              </a:buClr>
              <a:buSzPts val="2800"/>
              <a:buFont typeface="Noto Sans Symbols"/>
              <a:buChar char="⮚"/>
            </a:pPr>
            <a:r>
              <a:rPr b="1" lang="en-US" sz="2800">
                <a:solidFill>
                  <a:schemeClr val="accent1"/>
                </a:solidFill>
                <a:latin typeface="Arial"/>
                <a:ea typeface="Arial"/>
                <a:cs typeface="Arial"/>
                <a:sym typeface="Arial"/>
              </a:rPr>
              <a:t>华为SD-WAN解决方案，打造企业上云宽管道</a:t>
            </a:r>
            <a:endParaRPr b="1" sz="2800">
              <a:solidFill>
                <a:schemeClr val="accent1"/>
              </a:solidFill>
              <a:latin typeface="Arial"/>
              <a:ea typeface="Arial"/>
              <a:cs typeface="Arial"/>
              <a:sym typeface="Arial"/>
            </a:endParaRPr>
          </a:p>
          <a:p>
            <a:pPr indent="-457200" lvl="0" marL="471487" rtl="0" algn="l">
              <a:lnSpc>
                <a:spcPct val="150000"/>
              </a:lnSpc>
              <a:spcBef>
                <a:spcPts val="1299"/>
              </a:spcBef>
              <a:spcAft>
                <a:spcPts val="0"/>
              </a:spcAft>
              <a:buClr>
                <a:schemeClr val="dk1"/>
              </a:buClr>
              <a:buSzPts val="2800"/>
              <a:buFont typeface="Noto Sans Symbols"/>
              <a:buChar char="⮚"/>
            </a:pPr>
            <a:r>
              <a:rPr lang="en-US" sz="2800">
                <a:latin typeface="Arial"/>
                <a:ea typeface="Arial"/>
                <a:cs typeface="Arial"/>
                <a:sym typeface="Arial"/>
              </a:rPr>
              <a:t>成功案例</a:t>
            </a:r>
            <a:endParaRPr sz="2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
          <p:cNvSpPr/>
          <p:nvPr/>
        </p:nvSpPr>
        <p:spPr>
          <a:xfrm>
            <a:off x="678396" y="1302882"/>
            <a:ext cx="11107301" cy="3836188"/>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576" name="Google Shape;576;p8"/>
          <p:cNvSpPr/>
          <p:nvPr/>
        </p:nvSpPr>
        <p:spPr>
          <a:xfrm>
            <a:off x="873818" y="2064418"/>
            <a:ext cx="10103814" cy="296017"/>
          </a:xfrm>
          <a:prstGeom prst="rect">
            <a:avLst/>
          </a:prstGeom>
          <a:solidFill>
            <a:srgbClr val="C00000"/>
          </a:solidFill>
          <a:ln>
            <a:noFill/>
          </a:ln>
        </p:spPr>
        <p:txBody>
          <a:bodyPr anchorCtr="0" anchor="ctr" bIns="34250" lIns="68525" spcFirstLastPara="1" rIns="68525" wrap="square" tIns="34250">
            <a:noAutofit/>
          </a:bodyPr>
          <a:lstStyle/>
          <a:p>
            <a:pPr indent="0" lvl="0" marL="0" marR="0" rtl="0" algn="ctr">
              <a:spcBef>
                <a:spcPts val="0"/>
              </a:spcBef>
              <a:spcAft>
                <a:spcPts val="0"/>
              </a:spcAft>
              <a:buNone/>
            </a:pPr>
            <a:r>
              <a:t/>
            </a:r>
            <a:endParaRPr sz="2400">
              <a:solidFill>
                <a:srgbClr val="000000"/>
              </a:solidFill>
              <a:latin typeface="Arial"/>
              <a:ea typeface="Arial"/>
              <a:cs typeface="Arial"/>
              <a:sym typeface="Arial"/>
            </a:endParaRPr>
          </a:p>
        </p:txBody>
      </p:sp>
      <p:cxnSp>
        <p:nvCxnSpPr>
          <p:cNvPr id="577" name="Google Shape;577;p8"/>
          <p:cNvCxnSpPr/>
          <p:nvPr/>
        </p:nvCxnSpPr>
        <p:spPr>
          <a:xfrm>
            <a:off x="873818" y="2212426"/>
            <a:ext cx="10103814" cy="0"/>
          </a:xfrm>
          <a:prstGeom prst="straightConnector1">
            <a:avLst/>
          </a:prstGeom>
          <a:noFill/>
          <a:ln cap="flat" cmpd="sng" w="12700">
            <a:solidFill>
              <a:schemeClr val="lt1"/>
            </a:solidFill>
            <a:prstDash val="dash"/>
            <a:round/>
            <a:headEnd len="sm" w="sm" type="none"/>
            <a:tailEnd len="lg" w="lg" type="stealth"/>
          </a:ln>
        </p:spPr>
      </p:cxnSp>
      <p:sp>
        <p:nvSpPr>
          <p:cNvPr id="578" name="Google Shape;578;p8"/>
          <p:cNvSpPr txBox="1"/>
          <p:nvPr>
            <p:ph idx="1" type="subTitle"/>
          </p:nvPr>
        </p:nvSpPr>
        <p:spPr>
          <a:xfrm>
            <a:off x="530021" y="456133"/>
            <a:ext cx="10736757" cy="42169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00000"/>
              </a:buClr>
              <a:buSzPts val="2400"/>
              <a:buNone/>
            </a:pPr>
            <a:r>
              <a:rPr b="1" lang="en-US" sz="2400">
                <a:solidFill>
                  <a:srgbClr val="000000"/>
                </a:solidFill>
                <a:latin typeface="Arial"/>
                <a:ea typeface="Arial"/>
                <a:cs typeface="Arial"/>
                <a:sym typeface="Arial"/>
              </a:rPr>
              <a:t>华为在分支互联领域的持续探索，“厚积薄发”</a:t>
            </a:r>
            <a:endParaRPr b="1" sz="2400">
              <a:solidFill>
                <a:srgbClr val="000000"/>
              </a:solidFill>
              <a:latin typeface="Arial"/>
              <a:ea typeface="Arial"/>
              <a:cs typeface="Arial"/>
              <a:sym typeface="Arial"/>
            </a:endParaRPr>
          </a:p>
        </p:txBody>
      </p:sp>
      <p:grpSp>
        <p:nvGrpSpPr>
          <p:cNvPr id="579" name="Google Shape;579;p8"/>
          <p:cNvGrpSpPr/>
          <p:nvPr/>
        </p:nvGrpSpPr>
        <p:grpSpPr>
          <a:xfrm>
            <a:off x="8255359" y="2017210"/>
            <a:ext cx="392021" cy="390435"/>
            <a:chOff x="20079416" y="311136"/>
            <a:chExt cx="1260000" cy="1260000"/>
          </a:xfrm>
        </p:grpSpPr>
        <p:sp>
          <p:nvSpPr>
            <p:cNvPr id="580" name="Google Shape;580;p8"/>
            <p:cNvSpPr/>
            <p:nvPr/>
          </p:nvSpPr>
          <p:spPr>
            <a:xfrm>
              <a:off x="20079416" y="311136"/>
              <a:ext cx="1260000" cy="1260000"/>
            </a:xfrm>
            <a:prstGeom prst="ellipse">
              <a:avLst/>
            </a:prstGeom>
            <a:solidFill>
              <a:srgbClr val="00FFFF">
                <a:alpha val="10196"/>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581" name="Google Shape;581;p8"/>
            <p:cNvSpPr/>
            <p:nvPr/>
          </p:nvSpPr>
          <p:spPr>
            <a:xfrm>
              <a:off x="20278362" y="510894"/>
              <a:ext cx="862108" cy="860488"/>
            </a:xfrm>
            <a:prstGeom prst="ellipse">
              <a:avLst/>
            </a:prstGeom>
            <a:solidFill>
              <a:schemeClr val="dk1">
                <a:alpha val="34901"/>
              </a:scheme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582" name="Google Shape;582;p8"/>
            <p:cNvSpPr/>
            <p:nvPr/>
          </p:nvSpPr>
          <p:spPr>
            <a:xfrm>
              <a:off x="20456906" y="690160"/>
              <a:ext cx="505019" cy="501951"/>
            </a:xfrm>
            <a:prstGeom prst="ellipse">
              <a:avLst/>
            </a:prstGeom>
            <a:solidFill>
              <a:srgbClr val="E6A8AD">
                <a:alpha val="80000"/>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583" name="Google Shape;583;p8"/>
            <p:cNvSpPr/>
            <p:nvPr/>
          </p:nvSpPr>
          <p:spPr>
            <a:xfrm>
              <a:off x="20574233" y="807967"/>
              <a:ext cx="270366" cy="266341"/>
            </a:xfrm>
            <a:prstGeom prst="ellipse">
              <a:avLst/>
            </a:prstGeom>
            <a:solidFill>
              <a:schemeClr val="lt1"/>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grpSp>
      <p:sp>
        <p:nvSpPr>
          <p:cNvPr id="584" name="Google Shape;584;p8"/>
          <p:cNvSpPr txBox="1"/>
          <p:nvPr/>
        </p:nvSpPr>
        <p:spPr>
          <a:xfrm>
            <a:off x="942622" y="1354842"/>
            <a:ext cx="2447978" cy="6975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AR G3发布</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lang="en-US" sz="1200">
                <a:solidFill>
                  <a:srgbClr val="000000"/>
                </a:solidFill>
                <a:latin typeface="Arial"/>
                <a:ea typeface="Arial"/>
                <a:cs typeface="Arial"/>
                <a:sym typeface="Arial"/>
              </a:rPr>
              <a:t>多核架构，多接口</a:t>
            </a:r>
            <a:endParaRPr sz="1200">
              <a:solidFill>
                <a:srgbClr val="000000"/>
              </a:solidFill>
              <a:latin typeface="Arial"/>
              <a:ea typeface="Arial"/>
              <a:cs typeface="Arial"/>
              <a:sym typeface="Arial"/>
            </a:endParaRPr>
          </a:p>
        </p:txBody>
      </p:sp>
      <p:sp>
        <p:nvSpPr>
          <p:cNvPr id="585" name="Google Shape;585;p8"/>
          <p:cNvSpPr txBox="1"/>
          <p:nvPr/>
        </p:nvSpPr>
        <p:spPr>
          <a:xfrm>
            <a:off x="2153295" y="2371344"/>
            <a:ext cx="699246" cy="369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2010</a:t>
            </a:r>
            <a:endParaRPr/>
          </a:p>
        </p:txBody>
      </p:sp>
      <p:sp>
        <p:nvSpPr>
          <p:cNvPr id="586" name="Google Shape;586;p8"/>
          <p:cNvSpPr txBox="1"/>
          <p:nvPr/>
        </p:nvSpPr>
        <p:spPr>
          <a:xfrm>
            <a:off x="4311104" y="2371344"/>
            <a:ext cx="699246" cy="369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2014</a:t>
            </a:r>
            <a:endParaRPr/>
          </a:p>
        </p:txBody>
      </p:sp>
      <p:sp>
        <p:nvSpPr>
          <p:cNvPr id="587" name="Google Shape;587;p8"/>
          <p:cNvSpPr txBox="1"/>
          <p:nvPr/>
        </p:nvSpPr>
        <p:spPr>
          <a:xfrm>
            <a:off x="6215345" y="2371344"/>
            <a:ext cx="699246" cy="369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2016</a:t>
            </a:r>
            <a:endParaRPr/>
          </a:p>
        </p:txBody>
      </p:sp>
      <p:sp>
        <p:nvSpPr>
          <p:cNvPr id="588" name="Google Shape;588;p8"/>
          <p:cNvSpPr txBox="1"/>
          <p:nvPr/>
        </p:nvSpPr>
        <p:spPr>
          <a:xfrm>
            <a:off x="8112769" y="2371344"/>
            <a:ext cx="699246" cy="369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2017</a:t>
            </a:r>
            <a:endParaRPr/>
          </a:p>
        </p:txBody>
      </p:sp>
      <p:sp>
        <p:nvSpPr>
          <p:cNvPr id="589" name="Google Shape;589;p8"/>
          <p:cNvSpPr txBox="1"/>
          <p:nvPr/>
        </p:nvSpPr>
        <p:spPr>
          <a:xfrm>
            <a:off x="10010195" y="2371344"/>
            <a:ext cx="699246" cy="369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2020</a:t>
            </a:r>
            <a:endParaRPr/>
          </a:p>
        </p:txBody>
      </p:sp>
      <p:sp>
        <p:nvSpPr>
          <p:cNvPr id="590" name="Google Shape;590;p8"/>
          <p:cNvSpPr txBox="1"/>
          <p:nvPr/>
        </p:nvSpPr>
        <p:spPr>
          <a:xfrm>
            <a:off x="3005917" y="1354841"/>
            <a:ext cx="2447978" cy="6975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首款ICT融合网关发布</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lang="en-US" sz="1200">
                <a:solidFill>
                  <a:srgbClr val="000000"/>
                </a:solidFill>
                <a:latin typeface="Arial"/>
                <a:ea typeface="Arial"/>
                <a:cs typeface="Arial"/>
                <a:sym typeface="Arial"/>
              </a:rPr>
              <a:t>基于SDN的敏捷分支</a:t>
            </a:r>
            <a:endParaRPr sz="1200">
              <a:solidFill>
                <a:srgbClr val="000000"/>
              </a:solidFill>
              <a:latin typeface="Arial"/>
              <a:ea typeface="Arial"/>
              <a:cs typeface="Arial"/>
              <a:sym typeface="Arial"/>
            </a:endParaRPr>
          </a:p>
        </p:txBody>
      </p:sp>
      <p:sp>
        <p:nvSpPr>
          <p:cNvPr id="591" name="Google Shape;591;p8"/>
          <p:cNvSpPr txBox="1"/>
          <p:nvPr/>
        </p:nvSpPr>
        <p:spPr>
          <a:xfrm>
            <a:off x="5072882" y="1364559"/>
            <a:ext cx="2447978" cy="6975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CloudVPN发布</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lang="en-US" sz="1200">
                <a:solidFill>
                  <a:srgbClr val="000000"/>
                </a:solidFill>
                <a:latin typeface="Arial"/>
                <a:ea typeface="Arial"/>
                <a:cs typeface="Arial"/>
                <a:sym typeface="Arial"/>
              </a:rPr>
              <a:t>面向中小企业的分支创新</a:t>
            </a:r>
            <a:endParaRPr sz="1200">
              <a:solidFill>
                <a:srgbClr val="000000"/>
              </a:solidFill>
              <a:latin typeface="Arial"/>
              <a:ea typeface="Arial"/>
              <a:cs typeface="Arial"/>
              <a:sym typeface="Arial"/>
            </a:endParaRPr>
          </a:p>
        </p:txBody>
      </p:sp>
      <p:sp>
        <p:nvSpPr>
          <p:cNvPr id="592" name="Google Shape;592;p8"/>
          <p:cNvSpPr txBox="1"/>
          <p:nvPr/>
        </p:nvSpPr>
        <p:spPr>
          <a:xfrm>
            <a:off x="7052093" y="1364559"/>
            <a:ext cx="2447978" cy="6975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SD-WAN发布</a:t>
            </a:r>
            <a:endParaRPr b="1" sz="1400">
              <a:solidFill>
                <a:srgbClr val="000000"/>
              </a:solidFill>
              <a:latin typeface="Arial"/>
              <a:ea typeface="Arial"/>
              <a:cs typeface="Arial"/>
              <a:sym typeface="Arial"/>
            </a:endParaRPr>
          </a:p>
          <a:p>
            <a:pPr indent="0" lvl="0" marL="0" marR="0" rtl="0" algn="ctr">
              <a:spcBef>
                <a:spcPts val="0"/>
              </a:spcBef>
              <a:spcAft>
                <a:spcPts val="0"/>
              </a:spcAft>
              <a:buNone/>
            </a:pPr>
            <a:r>
              <a:rPr lang="en-US" sz="1200">
                <a:solidFill>
                  <a:srgbClr val="000000"/>
                </a:solidFill>
                <a:latin typeface="Arial"/>
                <a:ea typeface="Arial"/>
                <a:cs typeface="Arial"/>
                <a:sym typeface="Arial"/>
              </a:rPr>
              <a:t>全系列CPE/uCPE/vCPE</a:t>
            </a:r>
            <a:endParaRPr/>
          </a:p>
        </p:txBody>
      </p:sp>
      <p:sp>
        <p:nvSpPr>
          <p:cNvPr id="593" name="Google Shape;593;p8"/>
          <p:cNvSpPr txBox="1"/>
          <p:nvPr/>
        </p:nvSpPr>
        <p:spPr>
          <a:xfrm>
            <a:off x="9144573" y="1354511"/>
            <a:ext cx="2447978" cy="6975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5G SD-WAN</a:t>
            </a:r>
            <a:endParaRPr b="1" sz="1400">
              <a:solidFill>
                <a:srgbClr val="000000"/>
              </a:solidFill>
              <a:latin typeface="Arial"/>
              <a:ea typeface="Arial"/>
              <a:cs typeface="Arial"/>
              <a:sym typeface="Arial"/>
            </a:endParaRPr>
          </a:p>
        </p:txBody>
      </p:sp>
      <p:grpSp>
        <p:nvGrpSpPr>
          <p:cNvPr id="594" name="Google Shape;594;p8"/>
          <p:cNvGrpSpPr/>
          <p:nvPr/>
        </p:nvGrpSpPr>
        <p:grpSpPr>
          <a:xfrm>
            <a:off x="1040676" y="2854520"/>
            <a:ext cx="10226102" cy="2084146"/>
            <a:chOff x="1318559" y="4579670"/>
            <a:chExt cx="9351666" cy="1651197"/>
          </a:xfrm>
        </p:grpSpPr>
        <p:pic>
          <p:nvPicPr>
            <p:cNvPr descr="2" id="595" name="Google Shape;595;p8"/>
            <p:cNvPicPr preferRelativeResize="0"/>
            <p:nvPr/>
          </p:nvPicPr>
          <p:blipFill rotWithShape="1">
            <a:blip r:embed="rId3">
              <a:alphaModFix/>
            </a:blip>
            <a:srcRect b="0" l="0" r="0" t="0"/>
            <a:stretch/>
          </p:blipFill>
          <p:spPr>
            <a:xfrm rot="10800000">
              <a:off x="2902137" y="4633849"/>
              <a:ext cx="535170" cy="1288905"/>
            </a:xfrm>
            <a:prstGeom prst="rect">
              <a:avLst/>
            </a:prstGeom>
            <a:noFill/>
            <a:ln>
              <a:noFill/>
            </a:ln>
          </p:spPr>
        </p:pic>
        <p:pic>
          <p:nvPicPr>
            <p:cNvPr descr="2" id="596" name="Google Shape;596;p8"/>
            <p:cNvPicPr preferRelativeResize="0"/>
            <p:nvPr/>
          </p:nvPicPr>
          <p:blipFill rotWithShape="1">
            <a:blip r:embed="rId3">
              <a:alphaModFix/>
            </a:blip>
            <a:srcRect b="0" l="0" r="0" t="0"/>
            <a:stretch/>
          </p:blipFill>
          <p:spPr>
            <a:xfrm rot="10800000">
              <a:off x="2178845" y="4941962"/>
              <a:ext cx="535170" cy="1288905"/>
            </a:xfrm>
            <a:prstGeom prst="rect">
              <a:avLst/>
            </a:prstGeom>
            <a:noFill/>
            <a:ln>
              <a:noFill/>
            </a:ln>
          </p:spPr>
        </p:pic>
        <p:pic>
          <p:nvPicPr>
            <p:cNvPr descr="2" id="597" name="Google Shape;597;p8"/>
            <p:cNvPicPr preferRelativeResize="0"/>
            <p:nvPr/>
          </p:nvPicPr>
          <p:blipFill rotWithShape="1">
            <a:blip r:embed="rId3">
              <a:alphaModFix/>
            </a:blip>
            <a:srcRect b="0" l="0" r="0" t="0"/>
            <a:stretch/>
          </p:blipFill>
          <p:spPr>
            <a:xfrm rot="10800000">
              <a:off x="3625429" y="4941962"/>
              <a:ext cx="535170" cy="1288905"/>
            </a:xfrm>
            <a:prstGeom prst="rect">
              <a:avLst/>
            </a:prstGeom>
            <a:noFill/>
            <a:ln>
              <a:noFill/>
            </a:ln>
          </p:spPr>
        </p:pic>
        <p:pic>
          <p:nvPicPr>
            <p:cNvPr descr="2" id="598" name="Google Shape;598;p8"/>
            <p:cNvPicPr preferRelativeResize="0"/>
            <p:nvPr/>
          </p:nvPicPr>
          <p:blipFill rotWithShape="1">
            <a:blip r:embed="rId3">
              <a:alphaModFix/>
            </a:blip>
            <a:srcRect b="0" l="0" r="0" t="0"/>
            <a:stretch/>
          </p:blipFill>
          <p:spPr>
            <a:xfrm rot="10800000">
              <a:off x="4348721" y="4633849"/>
              <a:ext cx="535170" cy="1288905"/>
            </a:xfrm>
            <a:prstGeom prst="rect">
              <a:avLst/>
            </a:prstGeom>
            <a:noFill/>
            <a:ln>
              <a:noFill/>
            </a:ln>
          </p:spPr>
        </p:pic>
        <p:pic>
          <p:nvPicPr>
            <p:cNvPr descr="2" id="599" name="Google Shape;599;p8"/>
            <p:cNvPicPr preferRelativeResize="0"/>
            <p:nvPr/>
          </p:nvPicPr>
          <p:blipFill rotWithShape="1">
            <a:blip r:embed="rId3">
              <a:alphaModFix/>
            </a:blip>
            <a:srcRect b="0" l="0" r="0" t="0"/>
            <a:stretch/>
          </p:blipFill>
          <p:spPr>
            <a:xfrm rot="10800000">
              <a:off x="5072013" y="4941962"/>
              <a:ext cx="535170" cy="1288905"/>
            </a:xfrm>
            <a:prstGeom prst="rect">
              <a:avLst/>
            </a:prstGeom>
            <a:noFill/>
            <a:ln>
              <a:noFill/>
            </a:ln>
          </p:spPr>
        </p:pic>
        <p:pic>
          <p:nvPicPr>
            <p:cNvPr descr="2" id="600" name="Google Shape;600;p8"/>
            <p:cNvPicPr preferRelativeResize="0"/>
            <p:nvPr/>
          </p:nvPicPr>
          <p:blipFill rotWithShape="1">
            <a:blip r:embed="rId3">
              <a:alphaModFix/>
            </a:blip>
            <a:srcRect b="0" l="0" r="0" t="0"/>
            <a:stretch/>
          </p:blipFill>
          <p:spPr>
            <a:xfrm rot="10800000">
              <a:off x="5795305" y="4633849"/>
              <a:ext cx="535170" cy="1288905"/>
            </a:xfrm>
            <a:prstGeom prst="rect">
              <a:avLst/>
            </a:prstGeom>
            <a:noFill/>
            <a:ln>
              <a:noFill/>
            </a:ln>
          </p:spPr>
        </p:pic>
        <p:pic>
          <p:nvPicPr>
            <p:cNvPr descr="2" id="601" name="Google Shape;601;p8"/>
            <p:cNvPicPr preferRelativeResize="0"/>
            <p:nvPr/>
          </p:nvPicPr>
          <p:blipFill rotWithShape="1">
            <a:blip r:embed="rId3">
              <a:alphaModFix/>
            </a:blip>
            <a:srcRect b="0" l="0" r="0" t="0"/>
            <a:stretch/>
          </p:blipFill>
          <p:spPr>
            <a:xfrm rot="10800000">
              <a:off x="6518597" y="4941962"/>
              <a:ext cx="535170" cy="1288905"/>
            </a:xfrm>
            <a:prstGeom prst="rect">
              <a:avLst/>
            </a:prstGeom>
            <a:noFill/>
            <a:ln>
              <a:noFill/>
            </a:ln>
          </p:spPr>
        </p:pic>
        <p:pic>
          <p:nvPicPr>
            <p:cNvPr descr="2" id="602" name="Google Shape;602;p8"/>
            <p:cNvPicPr preferRelativeResize="0"/>
            <p:nvPr/>
          </p:nvPicPr>
          <p:blipFill rotWithShape="1">
            <a:blip r:embed="rId3">
              <a:alphaModFix/>
            </a:blip>
            <a:srcRect b="0" l="0" r="0" t="0"/>
            <a:stretch/>
          </p:blipFill>
          <p:spPr>
            <a:xfrm rot="10800000">
              <a:off x="7241889" y="4633849"/>
              <a:ext cx="535170" cy="1288905"/>
            </a:xfrm>
            <a:prstGeom prst="rect">
              <a:avLst/>
            </a:prstGeom>
            <a:noFill/>
            <a:ln>
              <a:noFill/>
            </a:ln>
          </p:spPr>
        </p:pic>
        <p:pic>
          <p:nvPicPr>
            <p:cNvPr descr="2" id="603" name="Google Shape;603;p8"/>
            <p:cNvPicPr preferRelativeResize="0"/>
            <p:nvPr/>
          </p:nvPicPr>
          <p:blipFill rotWithShape="1">
            <a:blip r:embed="rId3">
              <a:alphaModFix/>
            </a:blip>
            <a:srcRect b="0" l="0" r="0" t="0"/>
            <a:stretch/>
          </p:blipFill>
          <p:spPr>
            <a:xfrm rot="10800000">
              <a:off x="7965181" y="4941962"/>
              <a:ext cx="535170" cy="1288905"/>
            </a:xfrm>
            <a:prstGeom prst="rect">
              <a:avLst/>
            </a:prstGeom>
            <a:noFill/>
            <a:ln>
              <a:noFill/>
            </a:ln>
          </p:spPr>
        </p:pic>
        <p:pic>
          <p:nvPicPr>
            <p:cNvPr descr="2" id="604" name="Google Shape;604;p8"/>
            <p:cNvPicPr preferRelativeResize="0"/>
            <p:nvPr/>
          </p:nvPicPr>
          <p:blipFill rotWithShape="1">
            <a:blip r:embed="rId3">
              <a:alphaModFix/>
            </a:blip>
            <a:srcRect b="0" l="0" r="0" t="0"/>
            <a:stretch/>
          </p:blipFill>
          <p:spPr>
            <a:xfrm rot="10800000">
              <a:off x="8688473" y="4633849"/>
              <a:ext cx="535170" cy="1288905"/>
            </a:xfrm>
            <a:prstGeom prst="rect">
              <a:avLst/>
            </a:prstGeom>
            <a:noFill/>
            <a:ln>
              <a:noFill/>
            </a:ln>
          </p:spPr>
        </p:pic>
        <p:pic>
          <p:nvPicPr>
            <p:cNvPr descr="2" id="605" name="Google Shape;605;p8"/>
            <p:cNvPicPr preferRelativeResize="0"/>
            <p:nvPr/>
          </p:nvPicPr>
          <p:blipFill rotWithShape="1">
            <a:blip r:embed="rId3">
              <a:alphaModFix/>
            </a:blip>
            <a:srcRect b="0" l="0" r="0" t="0"/>
            <a:stretch/>
          </p:blipFill>
          <p:spPr>
            <a:xfrm rot="10800000">
              <a:off x="9411765" y="4941962"/>
              <a:ext cx="535170" cy="1288905"/>
            </a:xfrm>
            <a:prstGeom prst="rect">
              <a:avLst/>
            </a:prstGeom>
            <a:noFill/>
            <a:ln>
              <a:noFill/>
            </a:ln>
          </p:spPr>
        </p:pic>
        <p:pic>
          <p:nvPicPr>
            <p:cNvPr descr="2" id="606" name="Google Shape;606;p8"/>
            <p:cNvPicPr preferRelativeResize="0"/>
            <p:nvPr/>
          </p:nvPicPr>
          <p:blipFill rotWithShape="1">
            <a:blip r:embed="rId3">
              <a:alphaModFix/>
            </a:blip>
            <a:srcRect b="0" l="0" r="0" t="0"/>
            <a:stretch/>
          </p:blipFill>
          <p:spPr>
            <a:xfrm rot="10800000">
              <a:off x="10135055" y="4633849"/>
              <a:ext cx="535170" cy="1288905"/>
            </a:xfrm>
            <a:prstGeom prst="rect">
              <a:avLst/>
            </a:prstGeom>
            <a:noFill/>
            <a:ln>
              <a:noFill/>
            </a:ln>
          </p:spPr>
        </p:pic>
        <p:pic>
          <p:nvPicPr>
            <p:cNvPr descr="2" id="607" name="Google Shape;607;p8"/>
            <p:cNvPicPr preferRelativeResize="0"/>
            <p:nvPr/>
          </p:nvPicPr>
          <p:blipFill rotWithShape="1">
            <a:blip r:embed="rId3">
              <a:alphaModFix/>
            </a:blip>
            <a:srcRect b="0" l="0" r="0" t="0"/>
            <a:stretch/>
          </p:blipFill>
          <p:spPr>
            <a:xfrm rot="10800000">
              <a:off x="1500599" y="4579670"/>
              <a:ext cx="535170" cy="1288905"/>
            </a:xfrm>
            <a:prstGeom prst="rect">
              <a:avLst/>
            </a:prstGeom>
            <a:noFill/>
            <a:ln>
              <a:noFill/>
            </a:ln>
          </p:spPr>
        </p:pic>
        <p:sp>
          <p:nvSpPr>
            <p:cNvPr id="608" name="Google Shape;608;p8"/>
            <p:cNvSpPr/>
            <p:nvPr/>
          </p:nvSpPr>
          <p:spPr>
            <a:xfrm>
              <a:off x="1318559" y="4899584"/>
              <a:ext cx="385743"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VRP</a:t>
              </a:r>
              <a:endParaRPr sz="900">
                <a:solidFill>
                  <a:srgbClr val="000000"/>
                </a:solidFill>
                <a:latin typeface="Arial"/>
                <a:ea typeface="Arial"/>
                <a:cs typeface="Arial"/>
                <a:sym typeface="Arial"/>
              </a:endParaRPr>
            </a:p>
          </p:txBody>
        </p:sp>
        <p:sp>
          <p:nvSpPr>
            <p:cNvPr id="609" name="Google Shape;609;p8"/>
            <p:cNvSpPr/>
            <p:nvPr/>
          </p:nvSpPr>
          <p:spPr>
            <a:xfrm>
              <a:off x="1890587" y="5058893"/>
              <a:ext cx="590926"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传统接口</a:t>
              </a:r>
              <a:endParaRPr/>
            </a:p>
          </p:txBody>
        </p:sp>
        <p:sp>
          <p:nvSpPr>
            <p:cNvPr id="610" name="Google Shape;610;p8"/>
            <p:cNvSpPr/>
            <p:nvPr/>
          </p:nvSpPr>
          <p:spPr>
            <a:xfrm>
              <a:off x="2802338" y="4904845"/>
              <a:ext cx="385743"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VPN</a:t>
              </a:r>
              <a:endParaRPr sz="900">
                <a:solidFill>
                  <a:srgbClr val="000000"/>
                </a:solidFill>
                <a:latin typeface="Arial"/>
                <a:ea typeface="Arial"/>
                <a:cs typeface="Arial"/>
                <a:sym typeface="Arial"/>
              </a:endParaRPr>
            </a:p>
          </p:txBody>
        </p:sp>
        <p:sp>
          <p:nvSpPr>
            <p:cNvPr id="611" name="Google Shape;611;p8"/>
            <p:cNvSpPr/>
            <p:nvPr/>
          </p:nvSpPr>
          <p:spPr>
            <a:xfrm>
              <a:off x="2609287" y="5470998"/>
              <a:ext cx="590926"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多核架构</a:t>
              </a:r>
              <a:endParaRPr/>
            </a:p>
          </p:txBody>
        </p:sp>
        <p:sp>
          <p:nvSpPr>
            <p:cNvPr id="612" name="Google Shape;612;p8"/>
            <p:cNvSpPr/>
            <p:nvPr/>
          </p:nvSpPr>
          <p:spPr>
            <a:xfrm>
              <a:off x="3383068" y="5211486"/>
              <a:ext cx="532303"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LTE/3G</a:t>
              </a:r>
              <a:endParaRPr sz="900">
                <a:solidFill>
                  <a:srgbClr val="000000"/>
                </a:solidFill>
                <a:latin typeface="Arial"/>
                <a:ea typeface="Arial"/>
                <a:cs typeface="Arial"/>
                <a:sym typeface="Arial"/>
              </a:endParaRPr>
            </a:p>
          </p:txBody>
        </p:sp>
        <p:sp>
          <p:nvSpPr>
            <p:cNvPr id="613" name="Google Shape;613;p8"/>
            <p:cNvSpPr/>
            <p:nvPr/>
          </p:nvSpPr>
          <p:spPr>
            <a:xfrm>
              <a:off x="3451040" y="5686442"/>
              <a:ext cx="415055"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Wi-Fi</a:t>
              </a:r>
              <a:endParaRPr sz="900">
                <a:solidFill>
                  <a:srgbClr val="000000"/>
                </a:solidFill>
                <a:latin typeface="Arial"/>
                <a:ea typeface="Arial"/>
                <a:cs typeface="Arial"/>
                <a:sym typeface="Arial"/>
              </a:endParaRPr>
            </a:p>
          </p:txBody>
        </p:sp>
        <p:sp>
          <p:nvSpPr>
            <p:cNvPr id="614" name="Google Shape;614;p8"/>
            <p:cNvSpPr/>
            <p:nvPr/>
          </p:nvSpPr>
          <p:spPr>
            <a:xfrm>
              <a:off x="2061641" y="5686442"/>
              <a:ext cx="379881"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安全</a:t>
              </a:r>
              <a:endParaRPr/>
            </a:p>
          </p:txBody>
        </p:sp>
        <p:sp>
          <p:nvSpPr>
            <p:cNvPr id="615" name="Google Shape;615;p8"/>
            <p:cNvSpPr/>
            <p:nvPr/>
          </p:nvSpPr>
          <p:spPr>
            <a:xfrm>
              <a:off x="4209721" y="5016068"/>
              <a:ext cx="379881"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NFV</a:t>
              </a:r>
              <a:endParaRPr sz="900">
                <a:solidFill>
                  <a:srgbClr val="000000"/>
                </a:solidFill>
                <a:latin typeface="Arial"/>
                <a:ea typeface="Arial"/>
                <a:cs typeface="Arial"/>
                <a:sym typeface="Arial"/>
              </a:endParaRPr>
            </a:p>
          </p:txBody>
        </p:sp>
        <p:sp>
          <p:nvSpPr>
            <p:cNvPr id="616" name="Google Shape;616;p8"/>
            <p:cNvSpPr/>
            <p:nvPr/>
          </p:nvSpPr>
          <p:spPr>
            <a:xfrm>
              <a:off x="4203858" y="5555982"/>
              <a:ext cx="391605"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SDN</a:t>
              </a:r>
              <a:endParaRPr sz="900">
                <a:solidFill>
                  <a:srgbClr val="000000"/>
                </a:solidFill>
                <a:latin typeface="Arial"/>
                <a:ea typeface="Arial"/>
                <a:cs typeface="Arial"/>
                <a:sym typeface="Arial"/>
              </a:endParaRPr>
            </a:p>
          </p:txBody>
        </p:sp>
        <p:sp>
          <p:nvSpPr>
            <p:cNvPr id="617" name="Google Shape;617;p8"/>
            <p:cNvSpPr/>
            <p:nvPr/>
          </p:nvSpPr>
          <p:spPr>
            <a:xfrm>
              <a:off x="4780338" y="5210900"/>
              <a:ext cx="549890"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ICT融合</a:t>
              </a:r>
              <a:endParaRPr/>
            </a:p>
          </p:txBody>
        </p:sp>
        <p:sp>
          <p:nvSpPr>
            <p:cNvPr id="618" name="Google Shape;618;p8"/>
            <p:cNvSpPr/>
            <p:nvPr/>
          </p:nvSpPr>
          <p:spPr>
            <a:xfrm>
              <a:off x="5422463" y="5601713"/>
              <a:ext cx="696449"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敏捷控制器</a:t>
              </a:r>
              <a:endParaRPr/>
            </a:p>
          </p:txBody>
        </p:sp>
        <p:sp>
          <p:nvSpPr>
            <p:cNvPr id="619" name="Google Shape;619;p8"/>
            <p:cNvSpPr/>
            <p:nvPr/>
          </p:nvSpPr>
          <p:spPr>
            <a:xfrm>
              <a:off x="5446427" y="4970632"/>
              <a:ext cx="649550"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0接触开局</a:t>
              </a:r>
              <a:endParaRPr/>
            </a:p>
          </p:txBody>
        </p:sp>
        <p:sp>
          <p:nvSpPr>
            <p:cNvPr id="620" name="Google Shape;620;p8"/>
            <p:cNvSpPr/>
            <p:nvPr/>
          </p:nvSpPr>
          <p:spPr>
            <a:xfrm>
              <a:off x="6227383" y="5854729"/>
              <a:ext cx="555752"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Bonding</a:t>
              </a:r>
              <a:endParaRPr sz="900">
                <a:solidFill>
                  <a:srgbClr val="000000"/>
                </a:solidFill>
                <a:latin typeface="Arial"/>
                <a:ea typeface="Arial"/>
                <a:cs typeface="Arial"/>
                <a:sym typeface="Arial"/>
              </a:endParaRPr>
            </a:p>
          </p:txBody>
        </p:sp>
        <p:sp>
          <p:nvSpPr>
            <p:cNvPr id="621" name="Google Shape;621;p8"/>
            <p:cNvSpPr/>
            <p:nvPr/>
          </p:nvSpPr>
          <p:spPr>
            <a:xfrm>
              <a:off x="4882341" y="5734452"/>
              <a:ext cx="450230"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xPON</a:t>
              </a:r>
              <a:endParaRPr sz="900">
                <a:solidFill>
                  <a:srgbClr val="000000"/>
                </a:solidFill>
                <a:latin typeface="Arial"/>
                <a:ea typeface="Arial"/>
                <a:cs typeface="Arial"/>
                <a:sym typeface="Arial"/>
              </a:endParaRPr>
            </a:p>
          </p:txBody>
        </p:sp>
        <p:sp>
          <p:nvSpPr>
            <p:cNvPr id="622" name="Google Shape;622;p8"/>
            <p:cNvSpPr/>
            <p:nvPr/>
          </p:nvSpPr>
          <p:spPr>
            <a:xfrm>
              <a:off x="6293713" y="5240792"/>
              <a:ext cx="532303"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Overlay</a:t>
              </a:r>
              <a:endParaRPr sz="900">
                <a:solidFill>
                  <a:srgbClr val="000000"/>
                </a:solidFill>
                <a:latin typeface="Arial"/>
                <a:ea typeface="Arial"/>
                <a:cs typeface="Arial"/>
                <a:sym typeface="Arial"/>
              </a:endParaRPr>
            </a:p>
          </p:txBody>
        </p:sp>
        <p:sp>
          <p:nvSpPr>
            <p:cNvPr id="623" name="Google Shape;623;p8"/>
            <p:cNvSpPr/>
            <p:nvPr/>
          </p:nvSpPr>
          <p:spPr>
            <a:xfrm>
              <a:off x="7077731" y="4966734"/>
              <a:ext cx="444367"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uCPE</a:t>
              </a:r>
              <a:endParaRPr sz="900">
                <a:solidFill>
                  <a:srgbClr val="000000"/>
                </a:solidFill>
                <a:latin typeface="Arial"/>
                <a:ea typeface="Arial"/>
                <a:cs typeface="Arial"/>
                <a:sym typeface="Arial"/>
              </a:endParaRPr>
            </a:p>
          </p:txBody>
        </p:sp>
        <p:sp>
          <p:nvSpPr>
            <p:cNvPr id="624" name="Google Shape;624;p8"/>
            <p:cNvSpPr/>
            <p:nvPr/>
          </p:nvSpPr>
          <p:spPr>
            <a:xfrm>
              <a:off x="7086287" y="5493991"/>
              <a:ext cx="438504"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vCPE</a:t>
              </a:r>
              <a:endParaRPr sz="900">
                <a:solidFill>
                  <a:srgbClr val="000000"/>
                </a:solidFill>
                <a:latin typeface="Arial"/>
                <a:ea typeface="Arial"/>
                <a:cs typeface="Arial"/>
                <a:sym typeface="Arial"/>
              </a:endParaRPr>
            </a:p>
          </p:txBody>
        </p:sp>
        <p:sp>
          <p:nvSpPr>
            <p:cNvPr id="625" name="Google Shape;625;p8"/>
            <p:cNvSpPr/>
            <p:nvPr/>
          </p:nvSpPr>
          <p:spPr>
            <a:xfrm>
              <a:off x="7669719" y="5220912"/>
              <a:ext cx="590926"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应用选路</a:t>
              </a:r>
              <a:endParaRPr/>
            </a:p>
          </p:txBody>
        </p:sp>
        <p:sp>
          <p:nvSpPr>
            <p:cNvPr id="626" name="Google Shape;626;p8"/>
            <p:cNvSpPr/>
            <p:nvPr/>
          </p:nvSpPr>
          <p:spPr>
            <a:xfrm>
              <a:off x="7669719" y="5794164"/>
              <a:ext cx="590926"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应用识别</a:t>
              </a:r>
              <a:endParaRPr/>
            </a:p>
          </p:txBody>
        </p:sp>
        <p:sp>
          <p:nvSpPr>
            <p:cNvPr id="627" name="Google Shape;627;p8"/>
            <p:cNvSpPr/>
            <p:nvPr/>
          </p:nvSpPr>
          <p:spPr>
            <a:xfrm>
              <a:off x="8404270" y="4989182"/>
              <a:ext cx="590926"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网络编排</a:t>
              </a:r>
              <a:endParaRPr/>
            </a:p>
          </p:txBody>
        </p:sp>
        <p:sp>
          <p:nvSpPr>
            <p:cNvPr id="628" name="Google Shape;628;p8"/>
            <p:cNvSpPr/>
            <p:nvPr/>
          </p:nvSpPr>
          <p:spPr>
            <a:xfrm>
              <a:off x="8457032" y="5586414"/>
              <a:ext cx="485404"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可视化</a:t>
              </a:r>
              <a:endParaRPr/>
            </a:p>
          </p:txBody>
        </p:sp>
        <p:sp>
          <p:nvSpPr>
            <p:cNvPr id="629" name="Google Shape;629;p8"/>
            <p:cNvSpPr/>
            <p:nvPr/>
          </p:nvSpPr>
          <p:spPr>
            <a:xfrm>
              <a:off x="9235901" y="5251984"/>
              <a:ext cx="309605"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5G</a:t>
              </a:r>
              <a:endParaRPr sz="900">
                <a:solidFill>
                  <a:srgbClr val="000000"/>
                </a:solidFill>
                <a:latin typeface="Arial"/>
                <a:ea typeface="Arial"/>
                <a:cs typeface="Arial"/>
                <a:sym typeface="Arial"/>
              </a:endParaRPr>
            </a:p>
          </p:txBody>
        </p:sp>
        <p:sp>
          <p:nvSpPr>
            <p:cNvPr id="630" name="Google Shape;630;p8"/>
            <p:cNvSpPr/>
            <p:nvPr/>
          </p:nvSpPr>
          <p:spPr>
            <a:xfrm>
              <a:off x="9914462" y="4927270"/>
              <a:ext cx="485404"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高性能</a:t>
              </a:r>
              <a:endParaRPr/>
            </a:p>
          </p:txBody>
        </p:sp>
        <p:sp>
          <p:nvSpPr>
            <p:cNvPr id="631" name="Google Shape;631;p8"/>
            <p:cNvSpPr/>
            <p:nvPr/>
          </p:nvSpPr>
          <p:spPr>
            <a:xfrm>
              <a:off x="9972627" y="5576410"/>
              <a:ext cx="426780" cy="1828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WOC</a:t>
              </a:r>
              <a:endParaRPr sz="900">
                <a:solidFill>
                  <a:srgbClr val="000000"/>
                </a:solidFill>
                <a:latin typeface="Arial"/>
                <a:ea typeface="Arial"/>
                <a:cs typeface="Arial"/>
                <a:sym typeface="Arial"/>
              </a:endParaRPr>
            </a:p>
          </p:txBody>
        </p:sp>
        <p:sp>
          <p:nvSpPr>
            <p:cNvPr id="632" name="Google Shape;632;p8"/>
            <p:cNvSpPr/>
            <p:nvPr/>
          </p:nvSpPr>
          <p:spPr>
            <a:xfrm>
              <a:off x="9268726" y="5839932"/>
              <a:ext cx="268558" cy="1828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900">
                  <a:solidFill>
                    <a:srgbClr val="000000"/>
                  </a:solidFill>
                  <a:latin typeface="Arial"/>
                  <a:ea typeface="Arial"/>
                  <a:cs typeface="Arial"/>
                  <a:sym typeface="Arial"/>
                </a:rPr>
                <a:t>AI</a:t>
              </a:r>
              <a:endParaRPr sz="900">
                <a:solidFill>
                  <a:srgbClr val="000000"/>
                </a:solidFill>
                <a:latin typeface="Arial"/>
                <a:ea typeface="Arial"/>
                <a:cs typeface="Arial"/>
                <a:sym typeface="Arial"/>
              </a:endParaRPr>
            </a:p>
          </p:txBody>
        </p:sp>
      </p:grpSp>
      <p:sp>
        <p:nvSpPr>
          <p:cNvPr id="633" name="Google Shape;633;p8"/>
          <p:cNvSpPr txBox="1"/>
          <p:nvPr/>
        </p:nvSpPr>
        <p:spPr>
          <a:xfrm>
            <a:off x="1157497" y="5463645"/>
            <a:ext cx="9579796" cy="49232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华为分支互联二十年，扎扎实实的积累，“厚积” 而“薄发”</a:t>
            </a:r>
            <a:endParaRPr/>
          </a:p>
        </p:txBody>
      </p:sp>
      <p:grpSp>
        <p:nvGrpSpPr>
          <p:cNvPr id="634" name="Google Shape;634;p8"/>
          <p:cNvGrpSpPr/>
          <p:nvPr/>
        </p:nvGrpSpPr>
        <p:grpSpPr>
          <a:xfrm>
            <a:off x="6347039" y="2017210"/>
            <a:ext cx="392021" cy="390435"/>
            <a:chOff x="20079416" y="311136"/>
            <a:chExt cx="1260000" cy="1260000"/>
          </a:xfrm>
        </p:grpSpPr>
        <p:sp>
          <p:nvSpPr>
            <p:cNvPr id="635" name="Google Shape;635;p8"/>
            <p:cNvSpPr/>
            <p:nvPr/>
          </p:nvSpPr>
          <p:spPr>
            <a:xfrm>
              <a:off x="20079416" y="311136"/>
              <a:ext cx="1260000" cy="1260000"/>
            </a:xfrm>
            <a:prstGeom prst="ellipse">
              <a:avLst/>
            </a:prstGeom>
            <a:solidFill>
              <a:srgbClr val="00FFFF">
                <a:alpha val="10196"/>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36" name="Google Shape;636;p8"/>
            <p:cNvSpPr/>
            <p:nvPr/>
          </p:nvSpPr>
          <p:spPr>
            <a:xfrm>
              <a:off x="20278362" y="510894"/>
              <a:ext cx="862108" cy="860488"/>
            </a:xfrm>
            <a:prstGeom prst="ellipse">
              <a:avLst/>
            </a:prstGeom>
            <a:solidFill>
              <a:schemeClr val="dk1">
                <a:alpha val="34901"/>
              </a:scheme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37" name="Google Shape;637;p8"/>
            <p:cNvSpPr/>
            <p:nvPr/>
          </p:nvSpPr>
          <p:spPr>
            <a:xfrm>
              <a:off x="20456906" y="690160"/>
              <a:ext cx="505019" cy="501951"/>
            </a:xfrm>
            <a:prstGeom prst="ellipse">
              <a:avLst/>
            </a:prstGeom>
            <a:solidFill>
              <a:srgbClr val="E6A8AD">
                <a:alpha val="80000"/>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38" name="Google Shape;638;p8"/>
            <p:cNvSpPr/>
            <p:nvPr/>
          </p:nvSpPr>
          <p:spPr>
            <a:xfrm>
              <a:off x="20574233" y="807967"/>
              <a:ext cx="270366" cy="266341"/>
            </a:xfrm>
            <a:prstGeom prst="ellipse">
              <a:avLst/>
            </a:prstGeom>
            <a:solidFill>
              <a:schemeClr val="lt1"/>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grpSp>
      <p:grpSp>
        <p:nvGrpSpPr>
          <p:cNvPr id="639" name="Google Shape;639;p8"/>
          <p:cNvGrpSpPr/>
          <p:nvPr/>
        </p:nvGrpSpPr>
        <p:grpSpPr>
          <a:xfrm>
            <a:off x="4457076" y="2026377"/>
            <a:ext cx="392021" cy="390435"/>
            <a:chOff x="20079416" y="311136"/>
            <a:chExt cx="1260000" cy="1260000"/>
          </a:xfrm>
        </p:grpSpPr>
        <p:sp>
          <p:nvSpPr>
            <p:cNvPr id="640" name="Google Shape;640;p8"/>
            <p:cNvSpPr/>
            <p:nvPr/>
          </p:nvSpPr>
          <p:spPr>
            <a:xfrm>
              <a:off x="20079416" y="311136"/>
              <a:ext cx="1260000" cy="1260000"/>
            </a:xfrm>
            <a:prstGeom prst="ellipse">
              <a:avLst/>
            </a:prstGeom>
            <a:solidFill>
              <a:srgbClr val="00FFFF">
                <a:alpha val="10196"/>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1" name="Google Shape;641;p8"/>
            <p:cNvSpPr/>
            <p:nvPr/>
          </p:nvSpPr>
          <p:spPr>
            <a:xfrm>
              <a:off x="20278362" y="510894"/>
              <a:ext cx="862108" cy="860488"/>
            </a:xfrm>
            <a:prstGeom prst="ellipse">
              <a:avLst/>
            </a:prstGeom>
            <a:solidFill>
              <a:schemeClr val="dk1">
                <a:alpha val="34901"/>
              </a:scheme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2" name="Google Shape;642;p8"/>
            <p:cNvSpPr/>
            <p:nvPr/>
          </p:nvSpPr>
          <p:spPr>
            <a:xfrm>
              <a:off x="20456906" y="690160"/>
              <a:ext cx="505019" cy="501951"/>
            </a:xfrm>
            <a:prstGeom prst="ellipse">
              <a:avLst/>
            </a:prstGeom>
            <a:solidFill>
              <a:srgbClr val="E6A8AD">
                <a:alpha val="80000"/>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3" name="Google Shape;643;p8"/>
            <p:cNvSpPr/>
            <p:nvPr/>
          </p:nvSpPr>
          <p:spPr>
            <a:xfrm>
              <a:off x="20574233" y="807967"/>
              <a:ext cx="270366" cy="266341"/>
            </a:xfrm>
            <a:prstGeom prst="ellipse">
              <a:avLst/>
            </a:prstGeom>
            <a:solidFill>
              <a:schemeClr val="lt1"/>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grpSp>
      <p:grpSp>
        <p:nvGrpSpPr>
          <p:cNvPr id="644" name="Google Shape;644;p8"/>
          <p:cNvGrpSpPr/>
          <p:nvPr/>
        </p:nvGrpSpPr>
        <p:grpSpPr>
          <a:xfrm>
            <a:off x="2363884" y="2005101"/>
            <a:ext cx="392021" cy="390435"/>
            <a:chOff x="20079416" y="311136"/>
            <a:chExt cx="1260000" cy="1260000"/>
          </a:xfrm>
        </p:grpSpPr>
        <p:sp>
          <p:nvSpPr>
            <p:cNvPr id="645" name="Google Shape;645;p8"/>
            <p:cNvSpPr/>
            <p:nvPr/>
          </p:nvSpPr>
          <p:spPr>
            <a:xfrm>
              <a:off x="20079416" y="311136"/>
              <a:ext cx="1260000" cy="1260000"/>
            </a:xfrm>
            <a:prstGeom prst="ellipse">
              <a:avLst/>
            </a:prstGeom>
            <a:solidFill>
              <a:srgbClr val="00FFFF">
                <a:alpha val="10196"/>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6" name="Google Shape;646;p8"/>
            <p:cNvSpPr/>
            <p:nvPr/>
          </p:nvSpPr>
          <p:spPr>
            <a:xfrm>
              <a:off x="20278362" y="510894"/>
              <a:ext cx="862108" cy="860488"/>
            </a:xfrm>
            <a:prstGeom prst="ellipse">
              <a:avLst/>
            </a:prstGeom>
            <a:solidFill>
              <a:schemeClr val="dk1">
                <a:alpha val="34901"/>
              </a:scheme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7" name="Google Shape;647;p8"/>
            <p:cNvSpPr/>
            <p:nvPr/>
          </p:nvSpPr>
          <p:spPr>
            <a:xfrm>
              <a:off x="20456906" y="690160"/>
              <a:ext cx="505019" cy="501951"/>
            </a:xfrm>
            <a:prstGeom prst="ellipse">
              <a:avLst/>
            </a:prstGeom>
            <a:solidFill>
              <a:srgbClr val="E6A8AD">
                <a:alpha val="80000"/>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48" name="Google Shape;648;p8"/>
            <p:cNvSpPr/>
            <p:nvPr/>
          </p:nvSpPr>
          <p:spPr>
            <a:xfrm>
              <a:off x="20574233" y="807967"/>
              <a:ext cx="270366" cy="266341"/>
            </a:xfrm>
            <a:prstGeom prst="ellipse">
              <a:avLst/>
            </a:prstGeom>
            <a:solidFill>
              <a:schemeClr val="lt1"/>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grpSp>
      <p:grpSp>
        <p:nvGrpSpPr>
          <p:cNvPr id="649" name="Google Shape;649;p8"/>
          <p:cNvGrpSpPr/>
          <p:nvPr/>
        </p:nvGrpSpPr>
        <p:grpSpPr>
          <a:xfrm>
            <a:off x="10154289" y="2021428"/>
            <a:ext cx="392021" cy="390435"/>
            <a:chOff x="20079416" y="311136"/>
            <a:chExt cx="1260000" cy="1260000"/>
          </a:xfrm>
        </p:grpSpPr>
        <p:sp>
          <p:nvSpPr>
            <p:cNvPr id="650" name="Google Shape;650;p8"/>
            <p:cNvSpPr/>
            <p:nvPr/>
          </p:nvSpPr>
          <p:spPr>
            <a:xfrm>
              <a:off x="20079416" y="311136"/>
              <a:ext cx="1260000" cy="1260000"/>
            </a:xfrm>
            <a:prstGeom prst="ellipse">
              <a:avLst/>
            </a:prstGeom>
            <a:solidFill>
              <a:srgbClr val="00FFFF">
                <a:alpha val="10196"/>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51" name="Google Shape;651;p8"/>
            <p:cNvSpPr/>
            <p:nvPr/>
          </p:nvSpPr>
          <p:spPr>
            <a:xfrm>
              <a:off x="20278362" y="510894"/>
              <a:ext cx="862108" cy="860488"/>
            </a:xfrm>
            <a:prstGeom prst="ellipse">
              <a:avLst/>
            </a:prstGeom>
            <a:solidFill>
              <a:schemeClr val="dk1">
                <a:alpha val="34901"/>
              </a:scheme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52" name="Google Shape;652;p8"/>
            <p:cNvSpPr/>
            <p:nvPr/>
          </p:nvSpPr>
          <p:spPr>
            <a:xfrm>
              <a:off x="20456906" y="690160"/>
              <a:ext cx="505019" cy="501951"/>
            </a:xfrm>
            <a:prstGeom prst="ellipse">
              <a:avLst/>
            </a:prstGeom>
            <a:solidFill>
              <a:srgbClr val="E6A8AD">
                <a:alpha val="80000"/>
              </a:srgbClr>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sp>
          <p:nvSpPr>
            <p:cNvPr id="653" name="Google Shape;653;p8"/>
            <p:cNvSpPr/>
            <p:nvPr/>
          </p:nvSpPr>
          <p:spPr>
            <a:xfrm>
              <a:off x="20574233" y="807967"/>
              <a:ext cx="270366" cy="266341"/>
            </a:xfrm>
            <a:prstGeom prst="ellipse">
              <a:avLst/>
            </a:prstGeom>
            <a:solidFill>
              <a:schemeClr val="lt1"/>
            </a:solidFill>
            <a:ln>
              <a:noFill/>
            </a:ln>
          </p:spPr>
          <p:txBody>
            <a:bodyPr anchorCtr="0" anchor="ctr" bIns="45700" lIns="91425" spcFirstLastPara="1" rIns="91425" wrap="square" tIns="45700">
              <a:noAutofit/>
            </a:bodyPr>
            <a:lstStyle/>
            <a:p>
              <a:pPr indent="-134937" lvl="0" marL="134937" marR="0" rtl="0" algn="ctr">
                <a:spcBef>
                  <a:spcPts val="0"/>
                </a:spcBef>
                <a:spcAft>
                  <a:spcPts val="0"/>
                </a:spcAft>
                <a:buNone/>
              </a:pPr>
              <a:r>
                <a:t/>
              </a:r>
              <a:endParaRPr sz="700">
                <a:solidFill>
                  <a:srgbClr val="000000"/>
                </a:solidFill>
                <a:latin typeface="Arial"/>
                <a:ea typeface="Arial"/>
                <a:cs typeface="Arial"/>
                <a:sym typeface="Arial"/>
              </a:endParaRPr>
            </a:p>
          </p:txBody>
        </p:sp>
      </p:grpSp>
      <p:cxnSp>
        <p:nvCxnSpPr>
          <p:cNvPr id="654" name="Google Shape;654;p8"/>
          <p:cNvCxnSpPr/>
          <p:nvPr/>
        </p:nvCxnSpPr>
        <p:spPr>
          <a:xfrm>
            <a:off x="873818" y="2221594"/>
            <a:ext cx="0" cy="701310"/>
          </a:xfrm>
          <a:prstGeom prst="straightConnector1">
            <a:avLst/>
          </a:prstGeom>
          <a:noFill/>
          <a:ln cap="flat" cmpd="sng" w="9525">
            <a:solidFill>
              <a:srgbClr val="C00000"/>
            </a:solidFill>
            <a:prstDash val="solid"/>
            <a:round/>
            <a:headEnd len="sm" w="sm" type="none"/>
            <a:tailEnd len="sm" w="sm" type="none"/>
          </a:ln>
        </p:spPr>
      </p:cxnSp>
      <p:cxnSp>
        <p:nvCxnSpPr>
          <p:cNvPr id="655" name="Google Shape;655;p8"/>
          <p:cNvCxnSpPr/>
          <p:nvPr/>
        </p:nvCxnSpPr>
        <p:spPr>
          <a:xfrm>
            <a:off x="7560685" y="2212426"/>
            <a:ext cx="0" cy="825414"/>
          </a:xfrm>
          <a:prstGeom prst="straightConnector1">
            <a:avLst/>
          </a:prstGeom>
          <a:noFill/>
          <a:ln cap="flat" cmpd="sng" w="9525">
            <a:solidFill>
              <a:srgbClr val="C00000"/>
            </a:solidFill>
            <a:prstDash val="solid"/>
            <a:round/>
            <a:headEnd len="sm" w="sm" type="none"/>
            <a:tailEnd len="sm" w="sm" type="none"/>
          </a:ln>
        </p:spPr>
      </p:cxnSp>
      <p:cxnSp>
        <p:nvCxnSpPr>
          <p:cNvPr id="656" name="Google Shape;656;p8"/>
          <p:cNvCxnSpPr/>
          <p:nvPr/>
        </p:nvCxnSpPr>
        <p:spPr>
          <a:xfrm>
            <a:off x="873818" y="2854520"/>
            <a:ext cx="10096818" cy="0"/>
          </a:xfrm>
          <a:prstGeom prst="straightConnector1">
            <a:avLst/>
          </a:prstGeom>
          <a:noFill/>
          <a:ln cap="flat" cmpd="sng" w="12700">
            <a:solidFill>
              <a:srgbClr val="7F7F7F"/>
            </a:solidFill>
            <a:prstDash val="dash"/>
            <a:round/>
            <a:headEnd len="sm" w="sm" type="none"/>
            <a:tailEnd len="lg" w="lg" type="stealth"/>
          </a:ln>
        </p:spPr>
      </p:cxnSp>
      <p:sp>
        <p:nvSpPr>
          <p:cNvPr id="657" name="Google Shape;657;p8"/>
          <p:cNvSpPr txBox="1"/>
          <p:nvPr/>
        </p:nvSpPr>
        <p:spPr>
          <a:xfrm>
            <a:off x="3835256" y="2748010"/>
            <a:ext cx="1548684" cy="17489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000000"/>
                </a:solidFill>
                <a:latin typeface="Arial"/>
                <a:ea typeface="Arial"/>
                <a:cs typeface="Arial"/>
                <a:sym typeface="Arial"/>
              </a:rPr>
              <a:t>Router3.0~4.0</a:t>
            </a:r>
            <a:endParaRPr/>
          </a:p>
        </p:txBody>
      </p:sp>
      <p:sp>
        <p:nvSpPr>
          <p:cNvPr id="658" name="Google Shape;658;p8"/>
          <p:cNvSpPr txBox="1"/>
          <p:nvPr/>
        </p:nvSpPr>
        <p:spPr>
          <a:xfrm>
            <a:off x="8103084" y="2777978"/>
            <a:ext cx="1102437" cy="19277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C00000"/>
                </a:solidFill>
                <a:latin typeface="Arial"/>
                <a:ea typeface="Arial"/>
                <a:cs typeface="Arial"/>
                <a:sym typeface="Arial"/>
              </a:rPr>
              <a:t>Router5.0</a:t>
            </a:r>
            <a:endParaRPr/>
          </a:p>
        </p:txBody>
      </p:sp>
      <p:cxnSp>
        <p:nvCxnSpPr>
          <p:cNvPr id="659" name="Google Shape;659;p8"/>
          <p:cNvCxnSpPr/>
          <p:nvPr/>
        </p:nvCxnSpPr>
        <p:spPr>
          <a:xfrm>
            <a:off x="10972784" y="2212426"/>
            <a:ext cx="0" cy="825414"/>
          </a:xfrm>
          <a:prstGeom prst="straightConnector1">
            <a:avLst/>
          </a:prstGeom>
          <a:noFill/>
          <a:ln cap="flat" cmpd="sng" w="9525">
            <a:solidFill>
              <a:srgbClr val="C00000"/>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9"/>
          <p:cNvSpPr/>
          <p:nvPr/>
        </p:nvSpPr>
        <p:spPr>
          <a:xfrm>
            <a:off x="6723216" y="1047577"/>
            <a:ext cx="4831004" cy="5150022"/>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Arial"/>
              <a:ea typeface="Arial"/>
              <a:cs typeface="Arial"/>
              <a:sym typeface="Arial"/>
            </a:endParaRPr>
          </a:p>
        </p:txBody>
      </p:sp>
      <p:sp>
        <p:nvSpPr>
          <p:cNvPr id="665" name="Google Shape;665;p9"/>
          <p:cNvSpPr/>
          <p:nvPr/>
        </p:nvSpPr>
        <p:spPr>
          <a:xfrm>
            <a:off x="840811" y="1117598"/>
            <a:ext cx="5089961" cy="50800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Arial"/>
              <a:ea typeface="Arial"/>
              <a:cs typeface="Arial"/>
              <a:sym typeface="Arial"/>
            </a:endParaRPr>
          </a:p>
        </p:txBody>
      </p:sp>
      <p:sp>
        <p:nvSpPr>
          <p:cNvPr id="666" name="Google Shape;666;p9"/>
          <p:cNvSpPr txBox="1"/>
          <p:nvPr>
            <p:ph type="title"/>
          </p:nvPr>
        </p:nvSpPr>
        <p:spPr>
          <a:xfrm>
            <a:off x="741227" y="449285"/>
            <a:ext cx="10180909" cy="411850"/>
          </a:xfrm>
          <a:prstGeom prst="rect">
            <a:avLst/>
          </a:prstGeom>
          <a:noFill/>
          <a:ln>
            <a:noFill/>
          </a:ln>
        </p:spPr>
        <p:txBody>
          <a:bodyPr anchorCtr="0" anchor="ctr" bIns="60950" lIns="121925" spcFirstLastPara="1" rIns="121925" wrap="square" tIns="60950">
            <a:noAutofit/>
          </a:bodyPr>
          <a:lstStyle/>
          <a:p>
            <a:pPr indent="0" lvl="0" marL="0" rtl="0" algn="l">
              <a:lnSpc>
                <a:spcPct val="11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技术积累带来好的市场表现，良好市场表现反哺技术创新</a:t>
            </a:r>
            <a:endParaRPr/>
          </a:p>
        </p:txBody>
      </p:sp>
      <p:sp>
        <p:nvSpPr>
          <p:cNvPr id="667" name="Google Shape;667;p9"/>
          <p:cNvSpPr txBox="1"/>
          <p:nvPr/>
        </p:nvSpPr>
        <p:spPr>
          <a:xfrm>
            <a:off x="628012" y="1669258"/>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单位：M$</a:t>
            </a:r>
            <a:endParaRPr i="1" sz="1000">
              <a:solidFill>
                <a:srgbClr val="000000"/>
              </a:solidFill>
              <a:latin typeface="Arial"/>
              <a:ea typeface="Arial"/>
              <a:cs typeface="Arial"/>
              <a:sym typeface="Arial"/>
            </a:endParaRPr>
          </a:p>
        </p:txBody>
      </p:sp>
      <p:grpSp>
        <p:nvGrpSpPr>
          <p:cNvPr id="668" name="Google Shape;668;p9"/>
          <p:cNvGrpSpPr/>
          <p:nvPr/>
        </p:nvGrpSpPr>
        <p:grpSpPr>
          <a:xfrm>
            <a:off x="1072953" y="4726964"/>
            <a:ext cx="4918005" cy="1283447"/>
            <a:chOff x="-852741" y="3382974"/>
            <a:chExt cx="11888410" cy="1468870"/>
          </a:xfrm>
        </p:grpSpPr>
        <p:sp>
          <p:nvSpPr>
            <p:cNvPr id="669" name="Google Shape;669;p9"/>
            <p:cNvSpPr txBox="1"/>
            <p:nvPr/>
          </p:nvSpPr>
          <p:spPr>
            <a:xfrm>
              <a:off x="-852741" y="3689445"/>
              <a:ext cx="11888410" cy="116239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800">
                  <a:solidFill>
                    <a:srgbClr val="1D1D1A"/>
                  </a:solidFill>
                  <a:latin typeface="Arial"/>
                  <a:ea typeface="Arial"/>
                  <a:cs typeface="Arial"/>
                  <a:sym typeface="Arial"/>
                </a:rPr>
                <a:t>No.1</a:t>
              </a:r>
              <a:r>
                <a:rPr b="1" lang="en-US" sz="2000">
                  <a:solidFill>
                    <a:srgbClr val="1D1D1A"/>
                  </a:solidFill>
                  <a:latin typeface="Arial"/>
                  <a:ea typeface="Arial"/>
                  <a:cs typeface="Arial"/>
                  <a:sym typeface="Arial"/>
                </a:rPr>
                <a:t> </a:t>
              </a:r>
              <a:r>
                <a:rPr lang="en-US" sz="1200">
                  <a:solidFill>
                    <a:srgbClr val="1D1D1A"/>
                  </a:solidFill>
                  <a:latin typeface="Arial"/>
                  <a:ea typeface="Arial"/>
                  <a:cs typeface="Arial"/>
                  <a:sym typeface="Arial"/>
                </a:rPr>
                <a:t>中国企业路由器市场             </a:t>
              </a:r>
              <a:r>
                <a:rPr b="1" lang="en-US" sz="1800">
                  <a:solidFill>
                    <a:srgbClr val="1D1D1A"/>
                  </a:solidFill>
                  <a:latin typeface="Arial"/>
                  <a:ea typeface="Arial"/>
                  <a:cs typeface="Arial"/>
                  <a:sym typeface="Arial"/>
                </a:rPr>
                <a:t>NO.2</a:t>
              </a:r>
              <a:r>
                <a:rPr lang="en-US" sz="1200">
                  <a:solidFill>
                    <a:srgbClr val="1D1D1A"/>
                  </a:solidFill>
                  <a:latin typeface="Arial"/>
                  <a:ea typeface="Arial"/>
                  <a:cs typeface="Arial"/>
                  <a:sym typeface="Arial"/>
                </a:rPr>
                <a:t>全球企业路由器市场</a:t>
              </a:r>
              <a:endParaRPr sz="1200">
                <a:solidFill>
                  <a:srgbClr val="1D1D1A"/>
                </a:solidFill>
                <a:latin typeface="Arial"/>
                <a:ea typeface="Arial"/>
                <a:cs typeface="Arial"/>
                <a:sym typeface="Arial"/>
              </a:endParaRPr>
            </a:p>
            <a:p>
              <a:pPr indent="0" lvl="0" marL="0" marR="0" rtl="0" algn="l">
                <a:lnSpc>
                  <a:spcPct val="150000"/>
                </a:lnSpc>
                <a:spcBef>
                  <a:spcPts val="0"/>
                </a:spcBef>
                <a:spcAft>
                  <a:spcPts val="0"/>
                </a:spcAft>
                <a:buNone/>
              </a:pPr>
              <a:r>
                <a:rPr b="1" lang="en-US" sz="1800">
                  <a:solidFill>
                    <a:srgbClr val="1D1D1A"/>
                  </a:solidFill>
                  <a:latin typeface="Arial"/>
                  <a:ea typeface="Arial"/>
                  <a:cs typeface="Arial"/>
                  <a:sym typeface="Arial"/>
                </a:rPr>
                <a:t>TOP5</a:t>
              </a:r>
              <a:r>
                <a:rPr b="1" lang="en-US" sz="2000">
                  <a:solidFill>
                    <a:srgbClr val="1D1D1A"/>
                  </a:solidFill>
                  <a:latin typeface="Arial"/>
                  <a:ea typeface="Arial"/>
                  <a:cs typeface="Arial"/>
                  <a:sym typeface="Arial"/>
                </a:rPr>
                <a:t> </a:t>
              </a:r>
              <a:r>
                <a:rPr lang="en-US" sz="1200">
                  <a:solidFill>
                    <a:srgbClr val="1D1D1A"/>
                  </a:solidFill>
                  <a:latin typeface="Arial"/>
                  <a:ea typeface="Arial"/>
                  <a:cs typeface="Arial"/>
                  <a:sym typeface="Arial"/>
                </a:rPr>
                <a:t>SD-WAN供应商                  </a:t>
              </a:r>
              <a:r>
                <a:rPr b="1" lang="en-US" sz="1800">
                  <a:solidFill>
                    <a:srgbClr val="1D1D1A"/>
                  </a:solidFill>
                  <a:latin typeface="Arial"/>
                  <a:ea typeface="Arial"/>
                  <a:cs typeface="Arial"/>
                  <a:sym typeface="Arial"/>
                </a:rPr>
                <a:t>50000+ </a:t>
              </a:r>
              <a:r>
                <a:rPr lang="en-US" sz="1200">
                  <a:solidFill>
                    <a:srgbClr val="1D1D1A"/>
                  </a:solidFill>
                  <a:latin typeface="Arial"/>
                  <a:ea typeface="Arial"/>
                  <a:cs typeface="Arial"/>
                  <a:sym typeface="Arial"/>
                </a:rPr>
                <a:t>全球客户</a:t>
              </a:r>
              <a:endParaRPr sz="1200">
                <a:solidFill>
                  <a:srgbClr val="1D1D1A"/>
                </a:solidFill>
                <a:latin typeface="Arial"/>
                <a:ea typeface="Arial"/>
                <a:cs typeface="Arial"/>
                <a:sym typeface="Arial"/>
              </a:endParaRPr>
            </a:p>
          </p:txBody>
        </p:sp>
        <p:sp>
          <p:nvSpPr>
            <p:cNvPr id="670" name="Google Shape;670;p9"/>
            <p:cNvSpPr txBox="1"/>
            <p:nvPr/>
          </p:nvSpPr>
          <p:spPr>
            <a:xfrm>
              <a:off x="6209327" y="3382974"/>
              <a:ext cx="4585238" cy="7397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3600">
                <a:solidFill>
                  <a:srgbClr val="1D1D1A"/>
                </a:solidFill>
                <a:latin typeface="Arial"/>
                <a:ea typeface="Arial"/>
                <a:cs typeface="Arial"/>
                <a:sym typeface="Arial"/>
              </a:endParaRPr>
            </a:p>
          </p:txBody>
        </p:sp>
      </p:grpSp>
      <p:grpSp>
        <p:nvGrpSpPr>
          <p:cNvPr id="671" name="Google Shape;671;p9"/>
          <p:cNvGrpSpPr/>
          <p:nvPr/>
        </p:nvGrpSpPr>
        <p:grpSpPr>
          <a:xfrm>
            <a:off x="446647" y="1737095"/>
            <a:ext cx="5878286" cy="3177094"/>
            <a:chOff x="851509" y="2415982"/>
            <a:chExt cx="4858260" cy="2465145"/>
          </a:xfrm>
        </p:grpSpPr>
        <p:grpSp>
          <p:nvGrpSpPr>
            <p:cNvPr id="672" name="Google Shape;672;p9"/>
            <p:cNvGrpSpPr/>
            <p:nvPr/>
          </p:nvGrpSpPr>
          <p:grpSpPr>
            <a:xfrm>
              <a:off x="1505702" y="2759479"/>
              <a:ext cx="3567562" cy="1866640"/>
              <a:chOff x="1505702" y="2759479"/>
              <a:chExt cx="3567562" cy="1866640"/>
            </a:xfrm>
          </p:grpSpPr>
          <p:sp>
            <p:nvSpPr>
              <p:cNvPr id="673" name="Google Shape;673;p9"/>
              <p:cNvSpPr/>
              <p:nvPr/>
            </p:nvSpPr>
            <p:spPr>
              <a:xfrm>
                <a:off x="1505702" y="3529144"/>
                <a:ext cx="479394" cy="1096975"/>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C00000"/>
                  </a:solidFill>
                  <a:latin typeface="Arial"/>
                  <a:ea typeface="Arial"/>
                  <a:cs typeface="Arial"/>
                  <a:sym typeface="Arial"/>
                </a:endParaRPr>
              </a:p>
            </p:txBody>
          </p:sp>
          <p:sp>
            <p:nvSpPr>
              <p:cNvPr id="674" name="Google Shape;674;p9"/>
              <p:cNvSpPr/>
              <p:nvPr/>
            </p:nvSpPr>
            <p:spPr>
              <a:xfrm>
                <a:off x="2277744" y="3308977"/>
                <a:ext cx="479394" cy="1317142"/>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C00000"/>
                  </a:solidFill>
                  <a:latin typeface="Arial"/>
                  <a:ea typeface="Arial"/>
                  <a:cs typeface="Arial"/>
                  <a:sym typeface="Arial"/>
                </a:endParaRPr>
              </a:p>
            </p:txBody>
          </p:sp>
          <p:sp>
            <p:nvSpPr>
              <p:cNvPr id="675" name="Google Shape;675;p9"/>
              <p:cNvSpPr/>
              <p:nvPr/>
            </p:nvSpPr>
            <p:spPr>
              <a:xfrm>
                <a:off x="3049786" y="3089991"/>
                <a:ext cx="479394" cy="1536128"/>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C00000"/>
                  </a:solidFill>
                  <a:latin typeface="Arial"/>
                  <a:ea typeface="Arial"/>
                  <a:cs typeface="Arial"/>
                  <a:sym typeface="Arial"/>
                </a:endParaRPr>
              </a:p>
            </p:txBody>
          </p:sp>
          <p:sp>
            <p:nvSpPr>
              <p:cNvPr id="676" name="Google Shape;676;p9"/>
              <p:cNvSpPr/>
              <p:nvPr/>
            </p:nvSpPr>
            <p:spPr>
              <a:xfrm>
                <a:off x="3821828" y="2881182"/>
                <a:ext cx="479394" cy="1744937"/>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C00000"/>
                  </a:solidFill>
                  <a:latin typeface="Arial"/>
                  <a:ea typeface="Arial"/>
                  <a:cs typeface="Arial"/>
                  <a:sym typeface="Arial"/>
                </a:endParaRPr>
              </a:p>
            </p:txBody>
          </p:sp>
          <p:sp>
            <p:nvSpPr>
              <p:cNvPr id="677" name="Google Shape;677;p9"/>
              <p:cNvSpPr/>
              <p:nvPr/>
            </p:nvSpPr>
            <p:spPr>
              <a:xfrm>
                <a:off x="4593870" y="2759479"/>
                <a:ext cx="479394" cy="186664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C00000"/>
                    </a:solidFill>
                    <a:latin typeface="Arial"/>
                    <a:ea typeface="Arial"/>
                    <a:cs typeface="Arial"/>
                    <a:sym typeface="Arial"/>
                  </a:rPr>
                  <a:t>海外217</a:t>
                </a:r>
                <a:endParaRPr/>
              </a:p>
              <a:p>
                <a:pPr indent="0" lvl="0" marL="0" marR="0" rtl="0" algn="ctr">
                  <a:spcBef>
                    <a:spcPts val="0"/>
                  </a:spcBef>
                  <a:spcAft>
                    <a:spcPts val="0"/>
                  </a:spcAft>
                  <a:buNone/>
                </a:pPr>
                <a:r>
                  <a:t/>
                </a:r>
                <a:endParaRPr sz="1400">
                  <a:solidFill>
                    <a:srgbClr val="C00000"/>
                  </a:solidFill>
                  <a:latin typeface="Arial"/>
                  <a:ea typeface="Arial"/>
                  <a:cs typeface="Arial"/>
                  <a:sym typeface="Arial"/>
                </a:endParaRPr>
              </a:p>
              <a:p>
                <a:pPr indent="0" lvl="0" marL="0" marR="0" rtl="0" algn="ctr">
                  <a:spcBef>
                    <a:spcPts val="0"/>
                  </a:spcBef>
                  <a:spcAft>
                    <a:spcPts val="0"/>
                  </a:spcAft>
                  <a:buNone/>
                </a:pPr>
                <a:r>
                  <a:t/>
                </a:r>
                <a:endParaRPr sz="1400">
                  <a:solidFill>
                    <a:srgbClr val="C00000"/>
                  </a:solidFill>
                  <a:latin typeface="Arial"/>
                  <a:ea typeface="Arial"/>
                  <a:cs typeface="Arial"/>
                  <a:sym typeface="Arial"/>
                </a:endParaRPr>
              </a:p>
              <a:p>
                <a:pPr indent="0" lvl="0" marL="0" marR="0" rtl="0" algn="ctr">
                  <a:spcBef>
                    <a:spcPts val="0"/>
                  </a:spcBef>
                  <a:spcAft>
                    <a:spcPts val="0"/>
                  </a:spcAft>
                  <a:buNone/>
                </a:pPr>
                <a:r>
                  <a:t/>
                </a:r>
                <a:endParaRPr sz="1400">
                  <a:solidFill>
                    <a:srgbClr val="C00000"/>
                  </a:solidFill>
                  <a:latin typeface="Arial"/>
                  <a:ea typeface="Arial"/>
                  <a:cs typeface="Arial"/>
                  <a:sym typeface="Arial"/>
                </a:endParaRPr>
              </a:p>
            </p:txBody>
          </p:sp>
        </p:grpSp>
        <p:cxnSp>
          <p:nvCxnSpPr>
            <p:cNvPr id="678" name="Google Shape;678;p9"/>
            <p:cNvCxnSpPr/>
            <p:nvPr/>
          </p:nvCxnSpPr>
          <p:spPr>
            <a:xfrm>
              <a:off x="1209964" y="4626119"/>
              <a:ext cx="4008581" cy="0"/>
            </a:xfrm>
            <a:prstGeom prst="straightConnector1">
              <a:avLst/>
            </a:prstGeom>
            <a:noFill/>
            <a:ln cap="flat" cmpd="sng" w="9525">
              <a:solidFill>
                <a:srgbClr val="4A7DBA"/>
              </a:solidFill>
              <a:prstDash val="solid"/>
              <a:round/>
              <a:headEnd len="sm" w="sm" type="none"/>
              <a:tailEnd len="sm" w="sm" type="none"/>
            </a:ln>
          </p:spPr>
        </p:cxnSp>
        <p:sp>
          <p:nvSpPr>
            <p:cNvPr id="679" name="Google Shape;679;p9"/>
            <p:cNvSpPr txBox="1"/>
            <p:nvPr/>
          </p:nvSpPr>
          <p:spPr>
            <a:xfrm>
              <a:off x="851509" y="4627211"/>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2015</a:t>
              </a:r>
              <a:endParaRPr i="1" sz="1000">
                <a:solidFill>
                  <a:srgbClr val="000000"/>
                </a:solidFill>
                <a:latin typeface="Arial"/>
                <a:ea typeface="Arial"/>
                <a:cs typeface="Arial"/>
                <a:sym typeface="Arial"/>
              </a:endParaRPr>
            </a:p>
          </p:txBody>
        </p:sp>
        <p:sp>
          <p:nvSpPr>
            <p:cNvPr id="680" name="Google Shape;680;p9"/>
            <p:cNvSpPr txBox="1"/>
            <p:nvPr/>
          </p:nvSpPr>
          <p:spPr>
            <a:xfrm>
              <a:off x="1653619" y="4627211"/>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2016</a:t>
              </a:r>
              <a:endParaRPr i="1" sz="1000">
                <a:solidFill>
                  <a:srgbClr val="000000"/>
                </a:solidFill>
                <a:latin typeface="Arial"/>
                <a:ea typeface="Arial"/>
                <a:cs typeface="Arial"/>
                <a:sym typeface="Arial"/>
              </a:endParaRPr>
            </a:p>
          </p:txBody>
        </p:sp>
        <p:sp>
          <p:nvSpPr>
            <p:cNvPr id="681" name="Google Shape;681;p9"/>
            <p:cNvSpPr txBox="1"/>
            <p:nvPr/>
          </p:nvSpPr>
          <p:spPr>
            <a:xfrm>
              <a:off x="2422385" y="4627211"/>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2017</a:t>
              </a:r>
              <a:endParaRPr i="1" sz="1000">
                <a:solidFill>
                  <a:srgbClr val="000000"/>
                </a:solidFill>
                <a:latin typeface="Arial"/>
                <a:ea typeface="Arial"/>
                <a:cs typeface="Arial"/>
                <a:sym typeface="Arial"/>
              </a:endParaRPr>
            </a:p>
          </p:txBody>
        </p:sp>
        <p:sp>
          <p:nvSpPr>
            <p:cNvPr id="682" name="Google Shape;682;p9"/>
            <p:cNvSpPr txBox="1"/>
            <p:nvPr/>
          </p:nvSpPr>
          <p:spPr>
            <a:xfrm>
              <a:off x="3153986" y="4627211"/>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2018</a:t>
              </a:r>
              <a:endParaRPr i="1" sz="1000">
                <a:solidFill>
                  <a:srgbClr val="000000"/>
                </a:solidFill>
                <a:latin typeface="Arial"/>
                <a:ea typeface="Arial"/>
                <a:cs typeface="Arial"/>
                <a:sym typeface="Arial"/>
              </a:endParaRPr>
            </a:p>
          </p:txBody>
        </p:sp>
        <p:sp>
          <p:nvSpPr>
            <p:cNvPr id="683" name="Google Shape;683;p9"/>
            <p:cNvSpPr txBox="1"/>
            <p:nvPr/>
          </p:nvSpPr>
          <p:spPr>
            <a:xfrm>
              <a:off x="3982125" y="4627211"/>
              <a:ext cx="1727644" cy="2539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000">
                  <a:solidFill>
                    <a:srgbClr val="000000"/>
                  </a:solidFill>
                  <a:latin typeface="Arial"/>
                  <a:ea typeface="Arial"/>
                  <a:cs typeface="Arial"/>
                  <a:sym typeface="Arial"/>
                </a:rPr>
                <a:t>2019</a:t>
              </a:r>
              <a:endParaRPr i="1" sz="1000">
                <a:solidFill>
                  <a:srgbClr val="000000"/>
                </a:solidFill>
                <a:latin typeface="Arial"/>
                <a:ea typeface="Arial"/>
                <a:cs typeface="Arial"/>
                <a:sym typeface="Arial"/>
              </a:endParaRPr>
            </a:p>
          </p:txBody>
        </p:sp>
        <p:sp>
          <p:nvSpPr>
            <p:cNvPr id="684" name="Google Shape;684;p9"/>
            <p:cNvSpPr/>
            <p:nvPr/>
          </p:nvSpPr>
          <p:spPr>
            <a:xfrm>
              <a:off x="4587318" y="3664269"/>
              <a:ext cx="479394" cy="962941"/>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C00000"/>
                  </a:solidFill>
                  <a:latin typeface="Arial"/>
                  <a:ea typeface="Arial"/>
                  <a:cs typeface="Arial"/>
                  <a:sym typeface="Arial"/>
                </a:rPr>
                <a:t>中国114</a:t>
              </a:r>
              <a:endParaRPr sz="1100">
                <a:solidFill>
                  <a:srgbClr val="C00000"/>
                </a:solidFill>
                <a:latin typeface="Arial"/>
                <a:ea typeface="Arial"/>
                <a:cs typeface="Arial"/>
                <a:sym typeface="Arial"/>
              </a:endParaRPr>
            </a:p>
          </p:txBody>
        </p:sp>
        <p:sp>
          <p:nvSpPr>
            <p:cNvPr id="685" name="Google Shape;685;p9"/>
            <p:cNvSpPr txBox="1"/>
            <p:nvPr/>
          </p:nvSpPr>
          <p:spPr>
            <a:xfrm>
              <a:off x="3969744" y="2495719"/>
              <a:ext cx="172764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ial"/>
                  <a:ea typeface="Arial"/>
                  <a:cs typeface="Arial"/>
                  <a:sym typeface="Arial"/>
                </a:rPr>
                <a:t>331</a:t>
              </a:r>
              <a:endParaRPr b="1" sz="1400">
                <a:solidFill>
                  <a:srgbClr val="C00000"/>
                </a:solidFill>
                <a:latin typeface="Arial"/>
                <a:ea typeface="Arial"/>
                <a:cs typeface="Arial"/>
                <a:sym typeface="Arial"/>
              </a:endParaRPr>
            </a:p>
          </p:txBody>
        </p:sp>
        <p:cxnSp>
          <p:nvCxnSpPr>
            <p:cNvPr id="686" name="Google Shape;686;p9"/>
            <p:cNvCxnSpPr/>
            <p:nvPr/>
          </p:nvCxnSpPr>
          <p:spPr>
            <a:xfrm flipH="1" rot="10800000">
              <a:off x="1566887" y="2622869"/>
              <a:ext cx="2881701" cy="679704"/>
            </a:xfrm>
            <a:prstGeom prst="straightConnector1">
              <a:avLst/>
            </a:prstGeom>
            <a:noFill/>
            <a:ln cap="flat" cmpd="sng" w="9525">
              <a:solidFill>
                <a:srgbClr val="C00000"/>
              </a:solidFill>
              <a:prstDash val="solid"/>
              <a:round/>
              <a:headEnd len="sm" w="sm" type="none"/>
              <a:tailEnd len="med" w="med" type="triangle"/>
            </a:ln>
          </p:spPr>
        </p:cxnSp>
        <p:sp>
          <p:nvSpPr>
            <p:cNvPr id="687" name="Google Shape;687;p9"/>
            <p:cNvSpPr txBox="1"/>
            <p:nvPr/>
          </p:nvSpPr>
          <p:spPr>
            <a:xfrm rot="-786908">
              <a:off x="2149242" y="2608253"/>
              <a:ext cx="1727644" cy="28656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C00000"/>
                  </a:solidFill>
                  <a:latin typeface="Arial"/>
                  <a:ea typeface="Arial"/>
                  <a:cs typeface="Arial"/>
                  <a:sym typeface="Arial"/>
                </a:rPr>
                <a:t>CARG：25%+</a:t>
              </a:r>
              <a:endParaRPr b="1" sz="1800">
                <a:solidFill>
                  <a:srgbClr val="C00000"/>
                </a:solidFill>
                <a:latin typeface="Arial"/>
                <a:ea typeface="Arial"/>
                <a:cs typeface="Arial"/>
                <a:sym typeface="Arial"/>
              </a:endParaRPr>
            </a:p>
          </p:txBody>
        </p:sp>
      </p:grpSp>
      <p:sp>
        <p:nvSpPr>
          <p:cNvPr id="688" name="Google Shape;688;p9"/>
          <p:cNvSpPr txBox="1"/>
          <p:nvPr/>
        </p:nvSpPr>
        <p:spPr>
          <a:xfrm>
            <a:off x="840810" y="1047577"/>
            <a:ext cx="5089961" cy="397060"/>
          </a:xfrm>
          <a:prstGeom prst="rect">
            <a:avLst/>
          </a:prstGeom>
          <a:solidFill>
            <a:srgbClr val="C00000"/>
          </a:solidFill>
          <a:ln>
            <a:noFill/>
          </a:ln>
        </p:spPr>
        <p:txBody>
          <a:bodyPr anchorCtr="0" anchor="ctr" bIns="31725" lIns="31725" spcFirstLastPara="1" rIns="31725" wrap="square" tIns="31725">
            <a:noAutofit/>
          </a:bodyPr>
          <a:lstStyle/>
          <a:p>
            <a:pPr indent="0" lvl="0" marL="0" marR="0" rtl="0" algn="ctr">
              <a:lnSpc>
                <a:spcPct val="150000"/>
              </a:lnSpc>
              <a:spcBef>
                <a:spcPts val="0"/>
              </a:spcBef>
              <a:spcAft>
                <a:spcPts val="0"/>
              </a:spcAft>
              <a:buNone/>
            </a:pPr>
            <a:r>
              <a:rPr b="1" lang="en-US" sz="2000">
                <a:solidFill>
                  <a:srgbClr val="FFFFFF"/>
                </a:solidFill>
                <a:latin typeface="Arial"/>
                <a:ea typeface="Arial"/>
                <a:cs typeface="Arial"/>
                <a:sym typeface="Arial"/>
              </a:rPr>
              <a:t>主流厂商增长最快</a:t>
            </a:r>
            <a:endParaRPr b="1" sz="2000">
              <a:solidFill>
                <a:srgbClr val="FFFFFF"/>
              </a:solidFill>
              <a:latin typeface="Arial"/>
              <a:ea typeface="Arial"/>
              <a:cs typeface="Arial"/>
              <a:sym typeface="Arial"/>
            </a:endParaRPr>
          </a:p>
        </p:txBody>
      </p:sp>
      <p:grpSp>
        <p:nvGrpSpPr>
          <p:cNvPr id="689" name="Google Shape;689;p9"/>
          <p:cNvGrpSpPr/>
          <p:nvPr/>
        </p:nvGrpSpPr>
        <p:grpSpPr>
          <a:xfrm>
            <a:off x="6122915" y="3155093"/>
            <a:ext cx="540114" cy="364779"/>
            <a:chOff x="20949188" y="4261905"/>
            <a:chExt cx="1216988" cy="722908"/>
          </a:xfrm>
        </p:grpSpPr>
        <p:sp>
          <p:nvSpPr>
            <p:cNvPr id="690" name="Google Shape;690;p9"/>
            <p:cNvSpPr/>
            <p:nvPr/>
          </p:nvSpPr>
          <p:spPr>
            <a:xfrm>
              <a:off x="20949188" y="4442177"/>
              <a:ext cx="279208" cy="349011"/>
            </a:xfrm>
            <a:custGeom>
              <a:rect b="b" l="l" r="r" t="t"/>
              <a:pathLst>
                <a:path extrusionOk="0" h="575" w="460">
                  <a:moveTo>
                    <a:pt x="217" y="0"/>
                  </a:moveTo>
                  <a:lnTo>
                    <a:pt x="0" y="0"/>
                  </a:lnTo>
                  <a:lnTo>
                    <a:pt x="243" y="289"/>
                  </a:lnTo>
                  <a:lnTo>
                    <a:pt x="0" y="575"/>
                  </a:lnTo>
                  <a:lnTo>
                    <a:pt x="224" y="575"/>
                  </a:lnTo>
                  <a:lnTo>
                    <a:pt x="460" y="291"/>
                  </a:lnTo>
                  <a:lnTo>
                    <a:pt x="217"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FFFFFF"/>
                </a:solidFill>
                <a:latin typeface="Arial"/>
                <a:ea typeface="Arial"/>
                <a:cs typeface="Arial"/>
                <a:sym typeface="Arial"/>
              </a:endParaRPr>
            </a:p>
          </p:txBody>
        </p:sp>
        <p:sp>
          <p:nvSpPr>
            <p:cNvPr id="691" name="Google Shape;691;p9"/>
            <p:cNvSpPr/>
            <p:nvPr/>
          </p:nvSpPr>
          <p:spPr>
            <a:xfrm>
              <a:off x="21423870" y="4442177"/>
              <a:ext cx="277995" cy="349011"/>
            </a:xfrm>
            <a:custGeom>
              <a:rect b="b" l="l" r="r" t="t"/>
              <a:pathLst>
                <a:path extrusionOk="0" h="575" w="458">
                  <a:moveTo>
                    <a:pt x="217" y="0"/>
                  </a:moveTo>
                  <a:lnTo>
                    <a:pt x="0" y="0"/>
                  </a:lnTo>
                  <a:lnTo>
                    <a:pt x="243" y="289"/>
                  </a:lnTo>
                  <a:lnTo>
                    <a:pt x="0" y="575"/>
                  </a:lnTo>
                  <a:lnTo>
                    <a:pt x="224" y="575"/>
                  </a:lnTo>
                  <a:lnTo>
                    <a:pt x="458" y="291"/>
                  </a:lnTo>
                  <a:lnTo>
                    <a:pt x="217"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FFFFFF"/>
                </a:solidFill>
                <a:latin typeface="Arial"/>
                <a:ea typeface="Arial"/>
                <a:cs typeface="Arial"/>
                <a:sym typeface="Arial"/>
              </a:endParaRPr>
            </a:p>
          </p:txBody>
        </p:sp>
        <p:sp>
          <p:nvSpPr>
            <p:cNvPr id="692" name="Google Shape;692;p9"/>
            <p:cNvSpPr/>
            <p:nvPr/>
          </p:nvSpPr>
          <p:spPr>
            <a:xfrm>
              <a:off x="21185913" y="4442177"/>
              <a:ext cx="279209" cy="349011"/>
            </a:xfrm>
            <a:custGeom>
              <a:rect b="b" l="l" r="r" t="t"/>
              <a:pathLst>
                <a:path extrusionOk="0" h="575" w="460">
                  <a:moveTo>
                    <a:pt x="219" y="0"/>
                  </a:moveTo>
                  <a:lnTo>
                    <a:pt x="0" y="0"/>
                  </a:lnTo>
                  <a:lnTo>
                    <a:pt x="245" y="289"/>
                  </a:lnTo>
                  <a:lnTo>
                    <a:pt x="0" y="575"/>
                  </a:lnTo>
                  <a:lnTo>
                    <a:pt x="224" y="575"/>
                  </a:lnTo>
                  <a:lnTo>
                    <a:pt x="460" y="291"/>
                  </a:lnTo>
                  <a:lnTo>
                    <a:pt x="219"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FFFFFF"/>
                </a:solidFill>
                <a:latin typeface="Arial"/>
                <a:ea typeface="Arial"/>
                <a:cs typeface="Arial"/>
                <a:sym typeface="Arial"/>
              </a:endParaRPr>
            </a:p>
          </p:txBody>
        </p:sp>
        <p:sp>
          <p:nvSpPr>
            <p:cNvPr id="693" name="Google Shape;693;p9"/>
            <p:cNvSpPr/>
            <p:nvPr/>
          </p:nvSpPr>
          <p:spPr>
            <a:xfrm>
              <a:off x="21538566" y="4261905"/>
              <a:ext cx="461301" cy="722908"/>
            </a:xfrm>
            <a:custGeom>
              <a:rect b="b" l="l" r="r" t="t"/>
              <a:pathLst>
                <a:path extrusionOk="0" h="1191" w="760">
                  <a:moveTo>
                    <a:pt x="0" y="0"/>
                  </a:moveTo>
                  <a:lnTo>
                    <a:pt x="269" y="0"/>
                  </a:lnTo>
                  <a:lnTo>
                    <a:pt x="760" y="590"/>
                  </a:lnTo>
                  <a:lnTo>
                    <a:pt x="269" y="1191"/>
                  </a:lnTo>
                  <a:lnTo>
                    <a:pt x="0" y="1191"/>
                  </a:lnTo>
                  <a:lnTo>
                    <a:pt x="446" y="583"/>
                  </a:lnTo>
                  <a:lnTo>
                    <a:pt x="0"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FFFFFF"/>
                </a:solidFill>
                <a:latin typeface="Arial"/>
                <a:ea typeface="Arial"/>
                <a:cs typeface="Arial"/>
                <a:sym typeface="Arial"/>
              </a:endParaRPr>
            </a:p>
          </p:txBody>
        </p:sp>
        <p:sp>
          <p:nvSpPr>
            <p:cNvPr id="694" name="Google Shape;694;p9"/>
            <p:cNvSpPr/>
            <p:nvPr/>
          </p:nvSpPr>
          <p:spPr>
            <a:xfrm>
              <a:off x="21872401" y="4317748"/>
              <a:ext cx="293775" cy="599692"/>
            </a:xfrm>
            <a:custGeom>
              <a:rect b="b" l="l" r="r" t="t"/>
              <a:pathLst>
                <a:path extrusionOk="0" h="988" w="484">
                  <a:moveTo>
                    <a:pt x="78" y="0"/>
                  </a:moveTo>
                  <a:lnTo>
                    <a:pt x="0" y="0"/>
                  </a:lnTo>
                  <a:lnTo>
                    <a:pt x="392" y="491"/>
                  </a:lnTo>
                  <a:lnTo>
                    <a:pt x="7" y="988"/>
                  </a:lnTo>
                  <a:lnTo>
                    <a:pt x="83" y="988"/>
                  </a:lnTo>
                  <a:lnTo>
                    <a:pt x="484" y="496"/>
                  </a:lnTo>
                  <a:lnTo>
                    <a:pt x="78" y="0"/>
                  </a:lnTo>
                  <a:close/>
                </a:path>
              </a:pathLst>
            </a:cu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100">
                <a:solidFill>
                  <a:srgbClr val="FFFFFF"/>
                </a:solidFill>
                <a:latin typeface="Arial"/>
                <a:ea typeface="Arial"/>
                <a:cs typeface="Arial"/>
                <a:sym typeface="Arial"/>
              </a:endParaRPr>
            </a:p>
          </p:txBody>
        </p:sp>
      </p:grpSp>
      <p:sp>
        <p:nvSpPr>
          <p:cNvPr id="695" name="Google Shape;695;p9"/>
          <p:cNvSpPr txBox="1"/>
          <p:nvPr/>
        </p:nvSpPr>
        <p:spPr>
          <a:xfrm>
            <a:off x="6723217" y="1047577"/>
            <a:ext cx="4831004" cy="397060"/>
          </a:xfrm>
          <a:prstGeom prst="rect">
            <a:avLst/>
          </a:prstGeom>
          <a:solidFill>
            <a:srgbClr val="C00000"/>
          </a:solidFill>
          <a:ln>
            <a:noFill/>
          </a:ln>
        </p:spPr>
        <p:txBody>
          <a:bodyPr anchorCtr="0" anchor="ctr" bIns="31725" lIns="31725" spcFirstLastPara="1" rIns="31725" wrap="square" tIns="31725">
            <a:noAutofit/>
          </a:bodyPr>
          <a:lstStyle/>
          <a:p>
            <a:pPr indent="0" lvl="0" marL="0" marR="0" rtl="0" algn="ctr">
              <a:lnSpc>
                <a:spcPct val="150000"/>
              </a:lnSpc>
              <a:spcBef>
                <a:spcPts val="0"/>
              </a:spcBef>
              <a:spcAft>
                <a:spcPts val="0"/>
              </a:spcAft>
              <a:buNone/>
            </a:pPr>
            <a:r>
              <a:rPr b="1" lang="en-US" sz="2000">
                <a:solidFill>
                  <a:srgbClr val="FFFFFF"/>
                </a:solidFill>
                <a:latin typeface="Arial"/>
                <a:ea typeface="Arial"/>
                <a:cs typeface="Arial"/>
                <a:sym typeface="Arial"/>
              </a:rPr>
              <a:t>持续的技术创新反哺</a:t>
            </a:r>
            <a:endParaRPr b="1" sz="2000">
              <a:solidFill>
                <a:srgbClr val="FFFFFF"/>
              </a:solidFill>
              <a:latin typeface="Arial"/>
              <a:ea typeface="Arial"/>
              <a:cs typeface="Arial"/>
              <a:sym typeface="Arial"/>
            </a:endParaRPr>
          </a:p>
        </p:txBody>
      </p:sp>
      <p:grpSp>
        <p:nvGrpSpPr>
          <p:cNvPr id="696" name="Google Shape;696;p9"/>
          <p:cNvGrpSpPr/>
          <p:nvPr/>
        </p:nvGrpSpPr>
        <p:grpSpPr>
          <a:xfrm rot="-2127859">
            <a:off x="6827263" y="2191970"/>
            <a:ext cx="4562633" cy="2257846"/>
            <a:chOff x="545428" y="4291243"/>
            <a:chExt cx="6316177" cy="1819425"/>
          </a:xfrm>
        </p:grpSpPr>
        <p:grpSp>
          <p:nvGrpSpPr>
            <p:cNvPr id="697" name="Google Shape;697;p9"/>
            <p:cNvGrpSpPr/>
            <p:nvPr/>
          </p:nvGrpSpPr>
          <p:grpSpPr>
            <a:xfrm>
              <a:off x="545428" y="4317402"/>
              <a:ext cx="6316177" cy="1793266"/>
              <a:chOff x="545428" y="4444374"/>
              <a:chExt cx="6316177" cy="1483413"/>
            </a:xfrm>
          </p:grpSpPr>
          <p:sp>
            <p:nvSpPr>
              <p:cNvPr id="698" name="Google Shape;698;p9"/>
              <p:cNvSpPr/>
              <p:nvPr/>
            </p:nvSpPr>
            <p:spPr>
              <a:xfrm>
                <a:off x="545428" y="4719014"/>
                <a:ext cx="2634536" cy="934133"/>
              </a:xfrm>
              <a:prstGeom prst="ellipse">
                <a:avLst/>
              </a:prstGeom>
              <a:noFill/>
              <a:ln cap="flat" cmpd="sng" w="9525">
                <a:solidFill>
                  <a:srgbClr val="000000"/>
                </a:solidFill>
                <a:prstDash val="dash"/>
                <a:miter lim="8000"/>
                <a:headEnd len="sm" w="sm" type="none"/>
                <a:tailEnd len="sm" w="sm" type="none"/>
              </a:ln>
            </p:spPr>
            <p:txBody>
              <a:bodyPr anchorCtr="0" anchor="t" bIns="8700" lIns="8700" spcFirstLastPara="1" rIns="8700" wrap="square" tIns="8700">
                <a:noAutofit/>
              </a:bodyPr>
              <a:lstStyle/>
              <a:p>
                <a:pPr indent="0" lvl="0" marL="0" marR="0" rtl="0" algn="ctr">
                  <a:lnSpc>
                    <a:spcPct val="100000"/>
                  </a:lnSpc>
                  <a:spcBef>
                    <a:spcPts val="0"/>
                  </a:spcBef>
                  <a:spcAft>
                    <a:spcPts val="0"/>
                  </a:spcAft>
                  <a:buClr>
                    <a:srgbClr val="FFC000"/>
                  </a:buClr>
                  <a:buSzPts val="700"/>
                  <a:buFont typeface="Microsoft Yahei"/>
                  <a:buNone/>
                </a:pPr>
                <a:r>
                  <a:t/>
                </a:r>
                <a:endParaRPr i="0" sz="700" u="none" cap="none" strike="noStrike">
                  <a:solidFill>
                    <a:srgbClr val="FFC000"/>
                  </a:solidFill>
                  <a:latin typeface="Microsoft Yahei"/>
                  <a:ea typeface="Microsoft Yahei"/>
                  <a:cs typeface="Microsoft Yahei"/>
                  <a:sym typeface="Microsoft Yahei"/>
                </a:endParaRPr>
              </a:p>
            </p:txBody>
          </p:sp>
          <p:sp>
            <p:nvSpPr>
              <p:cNvPr id="699" name="Google Shape;699;p9"/>
              <p:cNvSpPr/>
              <p:nvPr/>
            </p:nvSpPr>
            <p:spPr>
              <a:xfrm>
                <a:off x="545428" y="4444374"/>
                <a:ext cx="6316177" cy="1483413"/>
              </a:xfrm>
              <a:prstGeom prst="flowChartConnector">
                <a:avLst/>
              </a:prstGeom>
              <a:noFill/>
              <a:ln cap="flat" cmpd="sng" w="9525">
                <a:solidFill>
                  <a:srgbClr val="C00000"/>
                </a:solidFill>
                <a:prstDash val="dash"/>
                <a:bevel/>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chemeClr val="dk1"/>
                  </a:buClr>
                  <a:buSzPts val="900"/>
                  <a:buFont typeface="Arial"/>
                  <a:buNone/>
                </a:pPr>
                <a:r>
                  <a:t/>
                </a:r>
                <a:endParaRPr i="0" sz="900" u="none" cap="none" strike="noStrike">
                  <a:solidFill>
                    <a:srgbClr val="FFFFFF"/>
                  </a:solidFill>
                  <a:latin typeface="Arial"/>
                  <a:ea typeface="Arial"/>
                  <a:cs typeface="Arial"/>
                  <a:sym typeface="Arial"/>
                </a:endParaRPr>
              </a:p>
            </p:txBody>
          </p:sp>
          <p:sp>
            <p:nvSpPr>
              <p:cNvPr id="700" name="Google Shape;700;p9"/>
              <p:cNvSpPr/>
              <p:nvPr/>
            </p:nvSpPr>
            <p:spPr>
              <a:xfrm>
                <a:off x="545428" y="4588768"/>
                <a:ext cx="4766389" cy="1194626"/>
              </a:xfrm>
              <a:prstGeom prst="flowChartConnector">
                <a:avLst/>
              </a:prstGeom>
              <a:noFill/>
              <a:ln cap="flat" cmpd="sng" w="9525">
                <a:solidFill>
                  <a:srgbClr val="FF9900"/>
                </a:solidFill>
                <a:prstDash val="dash"/>
                <a:bevel/>
                <a:headEnd len="sm" w="sm" type="none"/>
                <a:tailEnd len="sm" w="sm" type="none"/>
              </a:ln>
            </p:spPr>
            <p:txBody>
              <a:bodyPr anchorCtr="0" anchor="ctr" bIns="32475" lIns="32475" spcFirstLastPara="1" rIns="32475" wrap="square" tIns="32475">
                <a:noAutofit/>
              </a:bodyPr>
              <a:lstStyle/>
              <a:p>
                <a:pPr indent="0" lvl="0" marL="0" marR="0" rtl="0" algn="ctr">
                  <a:lnSpc>
                    <a:spcPct val="100000"/>
                  </a:lnSpc>
                  <a:spcBef>
                    <a:spcPts val="0"/>
                  </a:spcBef>
                  <a:spcAft>
                    <a:spcPts val="0"/>
                  </a:spcAft>
                  <a:buClr>
                    <a:schemeClr val="dk1"/>
                  </a:buClr>
                  <a:buSzPts val="900"/>
                  <a:buFont typeface="Arial"/>
                  <a:buNone/>
                </a:pPr>
                <a:r>
                  <a:t/>
                </a:r>
                <a:endParaRPr i="0" sz="900" u="none" cap="none" strike="noStrike">
                  <a:solidFill>
                    <a:srgbClr val="FFFFFF"/>
                  </a:solidFill>
                  <a:latin typeface="Arial"/>
                  <a:ea typeface="Arial"/>
                  <a:cs typeface="Arial"/>
                  <a:sym typeface="Arial"/>
                </a:endParaRPr>
              </a:p>
            </p:txBody>
          </p:sp>
        </p:grpSp>
        <p:sp>
          <p:nvSpPr>
            <p:cNvPr id="701" name="Google Shape;701;p9"/>
            <p:cNvSpPr txBox="1"/>
            <p:nvPr/>
          </p:nvSpPr>
          <p:spPr>
            <a:xfrm rot="2127859">
              <a:off x="1726776" y="4882573"/>
              <a:ext cx="1249786"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Microsoft YaHei"/>
                <a:buNone/>
              </a:pPr>
              <a:r>
                <a:rPr b="1" lang="en-US" sz="1400">
                  <a:solidFill>
                    <a:srgbClr val="000000"/>
                  </a:solidFill>
                  <a:latin typeface="Microsoft YaHei"/>
                  <a:ea typeface="Microsoft YaHei"/>
                  <a:cs typeface="Microsoft YaHei"/>
                  <a:sym typeface="Microsoft YaHei"/>
                </a:rPr>
                <a:t>产品</a:t>
              </a:r>
              <a:r>
                <a:rPr b="1" i="0" lang="en-US" sz="1400" u="none" cap="none" strike="noStrike">
                  <a:solidFill>
                    <a:srgbClr val="000000"/>
                  </a:solidFill>
                  <a:latin typeface="Microsoft YaHei"/>
                  <a:ea typeface="Microsoft YaHei"/>
                  <a:cs typeface="Microsoft YaHei"/>
                  <a:sym typeface="Microsoft YaHei"/>
                </a:rPr>
                <a:t>创新</a:t>
              </a:r>
              <a:endParaRPr/>
            </a:p>
          </p:txBody>
        </p:sp>
        <p:sp>
          <p:nvSpPr>
            <p:cNvPr id="702" name="Google Shape;702;p9"/>
            <p:cNvSpPr txBox="1"/>
            <p:nvPr/>
          </p:nvSpPr>
          <p:spPr>
            <a:xfrm rot="2127859">
              <a:off x="3672360" y="4709345"/>
              <a:ext cx="1249786"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Microsoft YaHei"/>
                <a:buNone/>
              </a:pPr>
              <a:r>
                <a:rPr b="1" lang="en-US" sz="1400">
                  <a:solidFill>
                    <a:srgbClr val="000000"/>
                  </a:solidFill>
                  <a:latin typeface="Microsoft YaHei"/>
                  <a:ea typeface="Microsoft YaHei"/>
                  <a:cs typeface="Microsoft YaHei"/>
                  <a:sym typeface="Microsoft YaHei"/>
                </a:rPr>
                <a:t>联接</a:t>
              </a:r>
              <a:r>
                <a:rPr b="1" i="0" lang="en-US" sz="1400" u="none" cap="none" strike="noStrike">
                  <a:solidFill>
                    <a:srgbClr val="000000"/>
                  </a:solidFill>
                  <a:latin typeface="Microsoft YaHei"/>
                  <a:ea typeface="Microsoft YaHei"/>
                  <a:cs typeface="Microsoft YaHei"/>
                  <a:sym typeface="Microsoft YaHei"/>
                </a:rPr>
                <a:t>创新</a:t>
              </a:r>
              <a:endParaRPr/>
            </a:p>
          </p:txBody>
        </p:sp>
        <p:sp>
          <p:nvSpPr>
            <p:cNvPr id="703" name="Google Shape;703;p9"/>
            <p:cNvSpPr txBox="1"/>
            <p:nvPr/>
          </p:nvSpPr>
          <p:spPr>
            <a:xfrm rot="2127859">
              <a:off x="5509603" y="4690335"/>
              <a:ext cx="1249786"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Microsoft YaHei"/>
                <a:buNone/>
              </a:pPr>
              <a:r>
                <a:rPr b="1" i="0" lang="en-US" sz="1400" u="none" cap="none" strike="noStrike">
                  <a:solidFill>
                    <a:srgbClr val="000000"/>
                  </a:solidFill>
                  <a:latin typeface="Microsoft YaHei"/>
                  <a:ea typeface="Microsoft YaHei"/>
                  <a:cs typeface="Microsoft YaHei"/>
                  <a:sym typeface="Microsoft YaHei"/>
                </a:rPr>
                <a:t>方案创新</a:t>
              </a:r>
              <a:endParaRPr/>
            </a:p>
          </p:txBody>
        </p:sp>
        <p:sp>
          <p:nvSpPr>
            <p:cNvPr id="704" name="Google Shape;704;p9"/>
            <p:cNvSpPr txBox="1"/>
            <p:nvPr/>
          </p:nvSpPr>
          <p:spPr>
            <a:xfrm rot="2127859">
              <a:off x="3774431" y="5212500"/>
              <a:ext cx="1112203"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lang="en-US" sz="1400">
                  <a:solidFill>
                    <a:srgbClr val="C00000"/>
                  </a:solidFill>
                  <a:latin typeface="Arial"/>
                  <a:ea typeface="Arial"/>
                  <a:cs typeface="Arial"/>
                  <a:sym typeface="Arial"/>
                </a:rPr>
                <a:t>xGPON</a:t>
              </a:r>
              <a:endParaRPr i="0" sz="1400" u="none" cap="none" strike="noStrike">
                <a:solidFill>
                  <a:srgbClr val="C00000"/>
                </a:solidFill>
                <a:latin typeface="Arial"/>
                <a:ea typeface="Arial"/>
                <a:cs typeface="Arial"/>
                <a:sym typeface="Arial"/>
              </a:endParaRPr>
            </a:p>
          </p:txBody>
        </p:sp>
        <p:sp>
          <p:nvSpPr>
            <p:cNvPr id="705" name="Google Shape;705;p9"/>
            <p:cNvSpPr txBox="1"/>
            <p:nvPr/>
          </p:nvSpPr>
          <p:spPr>
            <a:xfrm rot="2127859">
              <a:off x="3081006" y="5412783"/>
              <a:ext cx="890295"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lang="en-US" sz="1400">
                  <a:solidFill>
                    <a:srgbClr val="C00000"/>
                  </a:solidFill>
                  <a:latin typeface="Arial"/>
                  <a:ea typeface="Arial"/>
                  <a:cs typeface="Arial"/>
                  <a:sym typeface="Arial"/>
                </a:rPr>
                <a:t>10GE</a:t>
              </a:r>
              <a:endParaRPr i="0" sz="1400" u="none" cap="none" strike="noStrike">
                <a:solidFill>
                  <a:srgbClr val="C00000"/>
                </a:solidFill>
                <a:latin typeface="Arial"/>
                <a:ea typeface="Arial"/>
                <a:cs typeface="Arial"/>
                <a:sym typeface="Arial"/>
              </a:endParaRPr>
            </a:p>
          </p:txBody>
        </p:sp>
        <p:sp>
          <p:nvSpPr>
            <p:cNvPr id="706" name="Google Shape;706;p9"/>
            <p:cNvSpPr txBox="1"/>
            <p:nvPr/>
          </p:nvSpPr>
          <p:spPr>
            <a:xfrm rot="2127859">
              <a:off x="828631" y="4906267"/>
              <a:ext cx="1107765" cy="22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200"/>
                <a:buFont typeface="Arial"/>
                <a:buNone/>
              </a:pPr>
              <a:r>
                <a:rPr lang="en-US" sz="1200">
                  <a:solidFill>
                    <a:srgbClr val="C00000"/>
                  </a:solidFill>
                  <a:latin typeface="Arial"/>
                  <a:ea typeface="Arial"/>
                  <a:cs typeface="Arial"/>
                  <a:sym typeface="Arial"/>
                </a:rPr>
                <a:t>转发架构</a:t>
              </a:r>
              <a:endParaRPr i="0" sz="1200" u="none" cap="none" strike="noStrike">
                <a:solidFill>
                  <a:srgbClr val="C00000"/>
                </a:solidFill>
                <a:latin typeface="Arial"/>
                <a:ea typeface="Arial"/>
                <a:cs typeface="Arial"/>
                <a:sym typeface="Arial"/>
              </a:endParaRPr>
            </a:p>
          </p:txBody>
        </p:sp>
        <p:sp>
          <p:nvSpPr>
            <p:cNvPr id="707" name="Google Shape;707;p9"/>
            <p:cNvSpPr txBox="1"/>
            <p:nvPr/>
          </p:nvSpPr>
          <p:spPr>
            <a:xfrm rot="2127859">
              <a:off x="1473182" y="5408458"/>
              <a:ext cx="681702" cy="22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200"/>
                <a:buFont typeface="Arial"/>
                <a:buNone/>
              </a:pPr>
              <a:r>
                <a:rPr lang="en-US" sz="1200">
                  <a:solidFill>
                    <a:srgbClr val="C00000"/>
                  </a:solidFill>
                  <a:latin typeface="Arial"/>
                  <a:ea typeface="Arial"/>
                  <a:cs typeface="Arial"/>
                  <a:sym typeface="Arial"/>
                </a:rPr>
                <a:t>协议</a:t>
              </a:r>
              <a:endParaRPr i="0" sz="1200" u="none" cap="none" strike="noStrike">
                <a:solidFill>
                  <a:srgbClr val="C00000"/>
                </a:solidFill>
                <a:latin typeface="Arial"/>
                <a:ea typeface="Arial"/>
                <a:cs typeface="Arial"/>
                <a:sym typeface="Arial"/>
              </a:endParaRPr>
            </a:p>
          </p:txBody>
        </p:sp>
        <p:sp>
          <p:nvSpPr>
            <p:cNvPr id="708" name="Google Shape;708;p9"/>
            <p:cNvSpPr txBox="1"/>
            <p:nvPr/>
          </p:nvSpPr>
          <p:spPr>
            <a:xfrm rot="2127859">
              <a:off x="4787074" y="4554835"/>
              <a:ext cx="987935"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lang="en-US" sz="1400">
                  <a:solidFill>
                    <a:srgbClr val="C00000"/>
                  </a:solidFill>
                  <a:latin typeface="Arial"/>
                  <a:ea typeface="Arial"/>
                  <a:cs typeface="Arial"/>
                  <a:sym typeface="Arial"/>
                </a:rPr>
                <a:t>AI识别</a:t>
              </a:r>
              <a:endParaRPr i="0" sz="1400" u="none" cap="none" strike="noStrike">
                <a:solidFill>
                  <a:srgbClr val="C00000"/>
                </a:solidFill>
                <a:latin typeface="Arial"/>
                <a:ea typeface="Arial"/>
                <a:cs typeface="Arial"/>
                <a:sym typeface="Arial"/>
              </a:endParaRPr>
            </a:p>
          </p:txBody>
        </p:sp>
        <p:sp>
          <p:nvSpPr>
            <p:cNvPr id="709" name="Google Shape;709;p9"/>
            <p:cNvSpPr txBox="1"/>
            <p:nvPr/>
          </p:nvSpPr>
          <p:spPr>
            <a:xfrm rot="2127859">
              <a:off x="5494366" y="5082462"/>
              <a:ext cx="987935"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lang="en-US" sz="1400">
                  <a:solidFill>
                    <a:srgbClr val="C00000"/>
                  </a:solidFill>
                  <a:latin typeface="Arial"/>
                  <a:ea typeface="Arial"/>
                  <a:cs typeface="Arial"/>
                  <a:sym typeface="Arial"/>
                </a:rPr>
                <a:t>AI优化</a:t>
              </a:r>
              <a:endParaRPr i="0" sz="1400" u="none" cap="none" strike="noStrike">
                <a:solidFill>
                  <a:srgbClr val="C00000"/>
                </a:solidFill>
                <a:latin typeface="Arial"/>
                <a:ea typeface="Arial"/>
                <a:cs typeface="Arial"/>
                <a:sym typeface="Arial"/>
              </a:endParaRPr>
            </a:p>
          </p:txBody>
        </p:sp>
        <p:sp>
          <p:nvSpPr>
            <p:cNvPr id="710" name="Google Shape;710;p9"/>
            <p:cNvSpPr txBox="1"/>
            <p:nvPr/>
          </p:nvSpPr>
          <p:spPr>
            <a:xfrm rot="2127859">
              <a:off x="5195977" y="5457123"/>
              <a:ext cx="987935" cy="2480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400"/>
                <a:buFont typeface="Arial"/>
                <a:buNone/>
              </a:pPr>
              <a:r>
                <a:rPr lang="en-US" sz="1400">
                  <a:solidFill>
                    <a:srgbClr val="C00000"/>
                  </a:solidFill>
                  <a:latin typeface="Arial"/>
                  <a:ea typeface="Arial"/>
                  <a:cs typeface="Arial"/>
                  <a:sym typeface="Arial"/>
                </a:rPr>
                <a:t>AI运维</a:t>
              </a:r>
              <a:endParaRPr i="0" sz="1400" u="none" cap="none" strike="noStrike">
                <a:solidFill>
                  <a:srgbClr val="C00000"/>
                </a:solidFill>
                <a:latin typeface="Arial"/>
                <a:ea typeface="Arial"/>
                <a:cs typeface="Arial"/>
                <a:sym typeface="Arial"/>
              </a:endParaRPr>
            </a:p>
          </p:txBody>
        </p:sp>
      </p:grpSp>
      <p:grpSp>
        <p:nvGrpSpPr>
          <p:cNvPr id="711" name="Google Shape;711;p9"/>
          <p:cNvGrpSpPr/>
          <p:nvPr/>
        </p:nvGrpSpPr>
        <p:grpSpPr>
          <a:xfrm>
            <a:off x="8564330" y="2986745"/>
            <a:ext cx="512765" cy="295072"/>
            <a:chOff x="368166" y="102124"/>
            <a:chExt cx="8706278" cy="4990089"/>
          </a:xfrm>
        </p:grpSpPr>
        <p:sp>
          <p:nvSpPr>
            <p:cNvPr id="712" name="Google Shape;712;p9"/>
            <p:cNvSpPr/>
            <p:nvPr/>
          </p:nvSpPr>
          <p:spPr>
            <a:xfrm>
              <a:off x="4043580" y="102124"/>
              <a:ext cx="5030864" cy="1673536"/>
            </a:xfrm>
            <a:custGeom>
              <a:rect b="b" l="l" r="r" t="t"/>
              <a:pathLst>
                <a:path extrusionOk="0" h="344" w="1035">
                  <a:moveTo>
                    <a:pt x="318" y="78"/>
                  </a:moveTo>
                  <a:cubicBezTo>
                    <a:pt x="408" y="36"/>
                    <a:pt x="507" y="10"/>
                    <a:pt x="607" y="7"/>
                  </a:cubicBezTo>
                  <a:cubicBezTo>
                    <a:pt x="758" y="0"/>
                    <a:pt x="911" y="45"/>
                    <a:pt x="1035" y="132"/>
                  </a:cubicBezTo>
                  <a:cubicBezTo>
                    <a:pt x="1035" y="134"/>
                    <a:pt x="1035" y="134"/>
                    <a:pt x="1035" y="134"/>
                  </a:cubicBezTo>
                  <a:cubicBezTo>
                    <a:pt x="970" y="172"/>
                    <a:pt x="908" y="216"/>
                    <a:pt x="844" y="256"/>
                  </a:cubicBezTo>
                  <a:cubicBezTo>
                    <a:pt x="832" y="262"/>
                    <a:pt x="821" y="274"/>
                    <a:pt x="808" y="276"/>
                  </a:cubicBezTo>
                  <a:cubicBezTo>
                    <a:pt x="743" y="229"/>
                    <a:pt x="671" y="190"/>
                    <a:pt x="594" y="168"/>
                  </a:cubicBezTo>
                  <a:cubicBezTo>
                    <a:pt x="486" y="134"/>
                    <a:pt x="366" y="131"/>
                    <a:pt x="259" y="171"/>
                  </a:cubicBezTo>
                  <a:cubicBezTo>
                    <a:pt x="186" y="195"/>
                    <a:pt x="120" y="237"/>
                    <a:pt x="62" y="286"/>
                  </a:cubicBezTo>
                  <a:cubicBezTo>
                    <a:pt x="40" y="304"/>
                    <a:pt x="22" y="326"/>
                    <a:pt x="0" y="344"/>
                  </a:cubicBezTo>
                  <a:cubicBezTo>
                    <a:pt x="83" y="232"/>
                    <a:pt x="191" y="138"/>
                    <a:pt x="318" y="78"/>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sp>
          <p:nvSpPr>
            <p:cNvPr id="713" name="Google Shape;713;p9"/>
            <p:cNvSpPr/>
            <p:nvPr/>
          </p:nvSpPr>
          <p:spPr>
            <a:xfrm>
              <a:off x="4051519" y="896070"/>
              <a:ext cx="3585260" cy="1112950"/>
            </a:xfrm>
            <a:custGeom>
              <a:rect b="b" l="l" r="r" t="t"/>
              <a:pathLst>
                <a:path extrusionOk="0" h="229" w="738">
                  <a:moveTo>
                    <a:pt x="329" y="23"/>
                  </a:moveTo>
                  <a:cubicBezTo>
                    <a:pt x="447" y="0"/>
                    <a:pt x="572" y="25"/>
                    <a:pt x="675" y="87"/>
                  </a:cubicBezTo>
                  <a:cubicBezTo>
                    <a:pt x="697" y="98"/>
                    <a:pt x="718" y="113"/>
                    <a:pt x="738" y="127"/>
                  </a:cubicBezTo>
                  <a:cubicBezTo>
                    <a:pt x="731" y="135"/>
                    <a:pt x="722" y="140"/>
                    <a:pt x="713" y="146"/>
                  </a:cubicBezTo>
                  <a:cubicBezTo>
                    <a:pt x="672" y="173"/>
                    <a:pt x="632" y="200"/>
                    <a:pt x="593" y="229"/>
                  </a:cubicBezTo>
                  <a:cubicBezTo>
                    <a:pt x="580" y="223"/>
                    <a:pt x="571" y="212"/>
                    <a:pt x="559" y="204"/>
                  </a:cubicBezTo>
                  <a:cubicBezTo>
                    <a:pt x="474" y="143"/>
                    <a:pt x="371" y="104"/>
                    <a:pt x="265" y="105"/>
                  </a:cubicBezTo>
                  <a:cubicBezTo>
                    <a:pt x="182" y="107"/>
                    <a:pt x="101" y="138"/>
                    <a:pt x="35" y="187"/>
                  </a:cubicBezTo>
                  <a:cubicBezTo>
                    <a:pt x="23" y="196"/>
                    <a:pt x="13" y="206"/>
                    <a:pt x="0" y="213"/>
                  </a:cubicBezTo>
                  <a:cubicBezTo>
                    <a:pt x="10" y="198"/>
                    <a:pt x="26" y="188"/>
                    <a:pt x="39" y="176"/>
                  </a:cubicBezTo>
                  <a:cubicBezTo>
                    <a:pt x="120" y="102"/>
                    <a:pt x="220" y="43"/>
                    <a:pt x="329" y="23"/>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sp>
          <p:nvSpPr>
            <p:cNvPr id="714" name="Google Shape;714;p9"/>
            <p:cNvSpPr/>
            <p:nvPr/>
          </p:nvSpPr>
          <p:spPr>
            <a:xfrm>
              <a:off x="3935626" y="1547550"/>
              <a:ext cx="2749517" cy="823421"/>
            </a:xfrm>
            <a:custGeom>
              <a:rect b="b" l="l" r="r" t="t"/>
              <a:pathLst>
                <a:path extrusionOk="0" h="169" w="566">
                  <a:moveTo>
                    <a:pt x="185" y="24"/>
                  </a:moveTo>
                  <a:cubicBezTo>
                    <a:pt x="222" y="12"/>
                    <a:pt x="261" y="2"/>
                    <a:pt x="300" y="3"/>
                  </a:cubicBezTo>
                  <a:cubicBezTo>
                    <a:pt x="359" y="0"/>
                    <a:pt x="418" y="16"/>
                    <a:pt x="471" y="43"/>
                  </a:cubicBezTo>
                  <a:cubicBezTo>
                    <a:pt x="504" y="58"/>
                    <a:pt x="533" y="80"/>
                    <a:pt x="562" y="100"/>
                  </a:cubicBezTo>
                  <a:cubicBezTo>
                    <a:pt x="566" y="106"/>
                    <a:pt x="556" y="108"/>
                    <a:pt x="553" y="111"/>
                  </a:cubicBezTo>
                  <a:cubicBezTo>
                    <a:pt x="521" y="127"/>
                    <a:pt x="495" y="152"/>
                    <a:pt x="464" y="169"/>
                  </a:cubicBezTo>
                  <a:cubicBezTo>
                    <a:pt x="417" y="129"/>
                    <a:pt x="361" y="96"/>
                    <a:pt x="301" y="80"/>
                  </a:cubicBezTo>
                  <a:cubicBezTo>
                    <a:pt x="250" y="65"/>
                    <a:pt x="195" y="63"/>
                    <a:pt x="143" y="73"/>
                  </a:cubicBezTo>
                  <a:cubicBezTo>
                    <a:pt x="111" y="80"/>
                    <a:pt x="80" y="94"/>
                    <a:pt x="50" y="108"/>
                  </a:cubicBezTo>
                  <a:cubicBezTo>
                    <a:pt x="33" y="116"/>
                    <a:pt x="18" y="129"/>
                    <a:pt x="0" y="138"/>
                  </a:cubicBezTo>
                  <a:cubicBezTo>
                    <a:pt x="10" y="127"/>
                    <a:pt x="22" y="120"/>
                    <a:pt x="32" y="111"/>
                  </a:cubicBezTo>
                  <a:cubicBezTo>
                    <a:pt x="80" y="76"/>
                    <a:pt x="130" y="44"/>
                    <a:pt x="185" y="24"/>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sp>
          <p:nvSpPr>
            <p:cNvPr id="715" name="Google Shape;715;p9"/>
            <p:cNvSpPr/>
            <p:nvPr/>
          </p:nvSpPr>
          <p:spPr>
            <a:xfrm>
              <a:off x="3435350" y="4141788"/>
              <a:ext cx="30163" cy="203200"/>
            </a:xfrm>
            <a:custGeom>
              <a:rect b="b" l="l" r="r" t="t"/>
              <a:pathLst>
                <a:path extrusionOk="0" h="54" w="8">
                  <a:moveTo>
                    <a:pt x="1" y="0"/>
                  </a:moveTo>
                  <a:cubicBezTo>
                    <a:pt x="2" y="3"/>
                    <a:pt x="2" y="3"/>
                    <a:pt x="2" y="3"/>
                  </a:cubicBezTo>
                  <a:cubicBezTo>
                    <a:pt x="4" y="15"/>
                    <a:pt x="0" y="28"/>
                    <a:pt x="8" y="39"/>
                  </a:cubicBezTo>
                  <a:cubicBezTo>
                    <a:pt x="6" y="44"/>
                    <a:pt x="4" y="49"/>
                    <a:pt x="2" y="54"/>
                  </a:cubicBezTo>
                  <a:cubicBezTo>
                    <a:pt x="1" y="36"/>
                    <a:pt x="2" y="18"/>
                    <a:pt x="1" y="0"/>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sp>
          <p:nvSpPr>
            <p:cNvPr id="716" name="Google Shape;716;p9"/>
            <p:cNvSpPr/>
            <p:nvPr/>
          </p:nvSpPr>
          <p:spPr>
            <a:xfrm>
              <a:off x="3394075" y="4540251"/>
              <a:ext cx="30163" cy="60325"/>
            </a:xfrm>
            <a:custGeom>
              <a:rect b="b" l="l" r="r" t="t"/>
              <a:pathLst>
                <a:path extrusionOk="0" h="16" w="8">
                  <a:moveTo>
                    <a:pt x="1" y="16"/>
                  </a:moveTo>
                  <a:cubicBezTo>
                    <a:pt x="0" y="10"/>
                    <a:pt x="1" y="3"/>
                    <a:pt x="7" y="0"/>
                  </a:cubicBezTo>
                  <a:cubicBezTo>
                    <a:pt x="8" y="4"/>
                    <a:pt x="8" y="9"/>
                    <a:pt x="7" y="14"/>
                  </a:cubicBezTo>
                  <a:cubicBezTo>
                    <a:pt x="5" y="15"/>
                    <a:pt x="2" y="16"/>
                    <a:pt x="1" y="16"/>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sp>
          <p:nvSpPr>
            <p:cNvPr id="717" name="Google Shape;717;p9"/>
            <p:cNvSpPr/>
            <p:nvPr/>
          </p:nvSpPr>
          <p:spPr>
            <a:xfrm>
              <a:off x="368166" y="1589078"/>
              <a:ext cx="5427176" cy="3503135"/>
            </a:xfrm>
            <a:custGeom>
              <a:rect b="b" l="l" r="r" t="t"/>
              <a:pathLst>
                <a:path extrusionOk="0" h="720" w="1117">
                  <a:moveTo>
                    <a:pt x="180" y="2"/>
                  </a:moveTo>
                  <a:cubicBezTo>
                    <a:pt x="210" y="0"/>
                    <a:pt x="239" y="1"/>
                    <a:pt x="268" y="1"/>
                  </a:cubicBezTo>
                  <a:cubicBezTo>
                    <a:pt x="387" y="1"/>
                    <a:pt x="505" y="0"/>
                    <a:pt x="624" y="2"/>
                  </a:cubicBezTo>
                  <a:cubicBezTo>
                    <a:pt x="615" y="49"/>
                    <a:pt x="608" y="97"/>
                    <a:pt x="599" y="145"/>
                  </a:cubicBezTo>
                  <a:cubicBezTo>
                    <a:pt x="494" y="147"/>
                    <a:pt x="390" y="144"/>
                    <a:pt x="285" y="146"/>
                  </a:cubicBezTo>
                  <a:cubicBezTo>
                    <a:pt x="272" y="189"/>
                    <a:pt x="251" y="230"/>
                    <a:pt x="239" y="273"/>
                  </a:cubicBezTo>
                  <a:cubicBezTo>
                    <a:pt x="256" y="263"/>
                    <a:pt x="272" y="250"/>
                    <a:pt x="290" y="243"/>
                  </a:cubicBezTo>
                  <a:cubicBezTo>
                    <a:pt x="328" y="226"/>
                    <a:pt x="371" y="222"/>
                    <a:pt x="412" y="225"/>
                  </a:cubicBezTo>
                  <a:cubicBezTo>
                    <a:pt x="460" y="229"/>
                    <a:pt x="511" y="244"/>
                    <a:pt x="545" y="280"/>
                  </a:cubicBezTo>
                  <a:cubicBezTo>
                    <a:pt x="568" y="304"/>
                    <a:pt x="579" y="336"/>
                    <a:pt x="585" y="368"/>
                  </a:cubicBezTo>
                  <a:cubicBezTo>
                    <a:pt x="586" y="386"/>
                    <a:pt x="585" y="404"/>
                    <a:pt x="586" y="422"/>
                  </a:cubicBezTo>
                  <a:cubicBezTo>
                    <a:pt x="588" y="417"/>
                    <a:pt x="590" y="412"/>
                    <a:pt x="592" y="407"/>
                  </a:cubicBezTo>
                  <a:cubicBezTo>
                    <a:pt x="608" y="338"/>
                    <a:pt x="643" y="273"/>
                    <a:pt x="697" y="226"/>
                  </a:cubicBezTo>
                  <a:cubicBezTo>
                    <a:pt x="756" y="175"/>
                    <a:pt x="834" y="144"/>
                    <a:pt x="912" y="147"/>
                  </a:cubicBezTo>
                  <a:cubicBezTo>
                    <a:pt x="964" y="148"/>
                    <a:pt x="1020" y="161"/>
                    <a:pt x="1059" y="198"/>
                  </a:cubicBezTo>
                  <a:cubicBezTo>
                    <a:pt x="1100" y="236"/>
                    <a:pt x="1117" y="294"/>
                    <a:pt x="1116" y="348"/>
                  </a:cubicBezTo>
                  <a:cubicBezTo>
                    <a:pt x="1063" y="348"/>
                    <a:pt x="1010" y="348"/>
                    <a:pt x="958" y="348"/>
                  </a:cubicBezTo>
                  <a:cubicBezTo>
                    <a:pt x="957" y="320"/>
                    <a:pt x="941" y="293"/>
                    <a:pt x="913" y="284"/>
                  </a:cubicBezTo>
                  <a:cubicBezTo>
                    <a:pt x="879" y="276"/>
                    <a:pt x="841" y="284"/>
                    <a:pt x="813" y="306"/>
                  </a:cubicBezTo>
                  <a:cubicBezTo>
                    <a:pt x="791" y="323"/>
                    <a:pt x="777" y="347"/>
                    <a:pt x="767" y="372"/>
                  </a:cubicBezTo>
                  <a:cubicBezTo>
                    <a:pt x="755" y="409"/>
                    <a:pt x="746" y="447"/>
                    <a:pt x="748" y="485"/>
                  </a:cubicBezTo>
                  <a:cubicBezTo>
                    <a:pt x="749" y="515"/>
                    <a:pt x="762" y="545"/>
                    <a:pt x="787" y="562"/>
                  </a:cubicBezTo>
                  <a:cubicBezTo>
                    <a:pt x="814" y="581"/>
                    <a:pt x="849" y="582"/>
                    <a:pt x="881" y="575"/>
                  </a:cubicBezTo>
                  <a:cubicBezTo>
                    <a:pt x="909" y="567"/>
                    <a:pt x="936" y="547"/>
                    <a:pt x="945" y="518"/>
                  </a:cubicBezTo>
                  <a:cubicBezTo>
                    <a:pt x="921" y="518"/>
                    <a:pt x="897" y="519"/>
                    <a:pt x="873" y="518"/>
                  </a:cubicBezTo>
                  <a:cubicBezTo>
                    <a:pt x="879" y="482"/>
                    <a:pt x="884" y="447"/>
                    <a:pt x="891" y="412"/>
                  </a:cubicBezTo>
                  <a:cubicBezTo>
                    <a:pt x="892" y="401"/>
                    <a:pt x="904" y="404"/>
                    <a:pt x="912" y="403"/>
                  </a:cubicBezTo>
                  <a:cubicBezTo>
                    <a:pt x="979" y="404"/>
                    <a:pt x="1046" y="402"/>
                    <a:pt x="1113" y="404"/>
                  </a:cubicBezTo>
                  <a:cubicBezTo>
                    <a:pt x="1106" y="455"/>
                    <a:pt x="1095" y="504"/>
                    <a:pt x="1086" y="555"/>
                  </a:cubicBezTo>
                  <a:cubicBezTo>
                    <a:pt x="1079" y="603"/>
                    <a:pt x="1069" y="651"/>
                    <a:pt x="1062" y="700"/>
                  </a:cubicBezTo>
                  <a:cubicBezTo>
                    <a:pt x="1027" y="700"/>
                    <a:pt x="992" y="700"/>
                    <a:pt x="957" y="700"/>
                  </a:cubicBezTo>
                  <a:cubicBezTo>
                    <a:pt x="957" y="683"/>
                    <a:pt x="959" y="665"/>
                    <a:pt x="960" y="648"/>
                  </a:cubicBezTo>
                  <a:cubicBezTo>
                    <a:pt x="945" y="659"/>
                    <a:pt x="932" y="672"/>
                    <a:pt x="916" y="681"/>
                  </a:cubicBezTo>
                  <a:cubicBezTo>
                    <a:pt x="880" y="703"/>
                    <a:pt x="838" y="713"/>
                    <a:pt x="796" y="713"/>
                  </a:cubicBezTo>
                  <a:cubicBezTo>
                    <a:pt x="740" y="714"/>
                    <a:pt x="681" y="697"/>
                    <a:pt x="641" y="656"/>
                  </a:cubicBezTo>
                  <a:cubicBezTo>
                    <a:pt x="596" y="613"/>
                    <a:pt x="578" y="549"/>
                    <a:pt x="580" y="488"/>
                  </a:cubicBezTo>
                  <a:cubicBezTo>
                    <a:pt x="581" y="483"/>
                    <a:pt x="581" y="478"/>
                    <a:pt x="580" y="474"/>
                  </a:cubicBezTo>
                  <a:cubicBezTo>
                    <a:pt x="574" y="477"/>
                    <a:pt x="573" y="484"/>
                    <a:pt x="574" y="490"/>
                  </a:cubicBezTo>
                  <a:cubicBezTo>
                    <a:pt x="563" y="528"/>
                    <a:pt x="545" y="563"/>
                    <a:pt x="521" y="594"/>
                  </a:cubicBezTo>
                  <a:cubicBezTo>
                    <a:pt x="484" y="641"/>
                    <a:pt x="432" y="674"/>
                    <a:pt x="377" y="693"/>
                  </a:cubicBezTo>
                  <a:cubicBezTo>
                    <a:pt x="302" y="717"/>
                    <a:pt x="220" y="720"/>
                    <a:pt x="143" y="702"/>
                  </a:cubicBezTo>
                  <a:cubicBezTo>
                    <a:pt x="98" y="692"/>
                    <a:pt x="54" y="668"/>
                    <a:pt x="28" y="629"/>
                  </a:cubicBezTo>
                  <a:cubicBezTo>
                    <a:pt x="13" y="608"/>
                    <a:pt x="8" y="582"/>
                    <a:pt x="0" y="558"/>
                  </a:cubicBezTo>
                  <a:cubicBezTo>
                    <a:pt x="0" y="487"/>
                    <a:pt x="0" y="487"/>
                    <a:pt x="0" y="487"/>
                  </a:cubicBezTo>
                  <a:cubicBezTo>
                    <a:pt x="57" y="487"/>
                    <a:pt x="114" y="487"/>
                    <a:pt x="172" y="486"/>
                  </a:cubicBezTo>
                  <a:cubicBezTo>
                    <a:pt x="173" y="501"/>
                    <a:pt x="172" y="516"/>
                    <a:pt x="180" y="529"/>
                  </a:cubicBezTo>
                  <a:cubicBezTo>
                    <a:pt x="191" y="550"/>
                    <a:pt x="213" y="562"/>
                    <a:pt x="235" y="570"/>
                  </a:cubicBezTo>
                  <a:cubicBezTo>
                    <a:pt x="288" y="586"/>
                    <a:pt x="350" y="566"/>
                    <a:pt x="384" y="521"/>
                  </a:cubicBezTo>
                  <a:cubicBezTo>
                    <a:pt x="410" y="485"/>
                    <a:pt x="419" y="437"/>
                    <a:pt x="406" y="395"/>
                  </a:cubicBezTo>
                  <a:cubicBezTo>
                    <a:pt x="394" y="363"/>
                    <a:pt x="360" y="346"/>
                    <a:pt x="328" y="345"/>
                  </a:cubicBezTo>
                  <a:cubicBezTo>
                    <a:pt x="293" y="343"/>
                    <a:pt x="254" y="348"/>
                    <a:pt x="225" y="370"/>
                  </a:cubicBezTo>
                  <a:cubicBezTo>
                    <a:pt x="214" y="378"/>
                    <a:pt x="206" y="389"/>
                    <a:pt x="195" y="397"/>
                  </a:cubicBezTo>
                  <a:cubicBezTo>
                    <a:pt x="185" y="399"/>
                    <a:pt x="174" y="398"/>
                    <a:pt x="164" y="398"/>
                  </a:cubicBezTo>
                  <a:cubicBezTo>
                    <a:pt x="124" y="398"/>
                    <a:pt x="83" y="399"/>
                    <a:pt x="43" y="398"/>
                  </a:cubicBezTo>
                  <a:cubicBezTo>
                    <a:pt x="50" y="373"/>
                    <a:pt x="59" y="348"/>
                    <a:pt x="67" y="324"/>
                  </a:cubicBezTo>
                  <a:cubicBezTo>
                    <a:pt x="105" y="216"/>
                    <a:pt x="142" y="109"/>
                    <a:pt x="180" y="2"/>
                  </a:cubicBezTo>
                  <a:close/>
                </a:path>
              </a:pathLst>
            </a:custGeom>
            <a:solidFill>
              <a:schemeClr val="dk2"/>
            </a:solidFill>
            <a:ln>
              <a:noFill/>
            </a:ln>
          </p:spPr>
          <p:txBody>
            <a:bodyPr anchorCtr="0" anchor="t" bIns="11400" lIns="22800" spcFirstLastPara="1" rIns="22800" wrap="square" tIns="11400">
              <a:noAutofit/>
            </a:bodyPr>
            <a:lstStyle/>
            <a:p>
              <a:pPr indent="0" lvl="0" marL="0" marR="0" rtl="0" algn="l">
                <a:spcBef>
                  <a:spcPts val="0"/>
                </a:spcBef>
                <a:spcAft>
                  <a:spcPts val="0"/>
                </a:spcAft>
                <a:buNone/>
              </a:pPr>
              <a:r>
                <a:t/>
              </a:r>
              <a:endParaRPr sz="200">
                <a:solidFill>
                  <a:srgbClr val="1D1D1A"/>
                </a:solidFill>
                <a:latin typeface="Microsoft Yahei"/>
                <a:ea typeface="Microsoft Yahei"/>
                <a:cs typeface="Microsoft Yahei"/>
                <a:sym typeface="Microsoft Yahei"/>
              </a:endParaRPr>
            </a:p>
          </p:txBody>
        </p:sp>
      </p:grpSp>
      <p:sp>
        <p:nvSpPr>
          <p:cNvPr id="718" name="Google Shape;718;p9"/>
          <p:cNvSpPr txBox="1"/>
          <p:nvPr/>
        </p:nvSpPr>
        <p:spPr>
          <a:xfrm>
            <a:off x="7211074" y="5282126"/>
            <a:ext cx="10685492" cy="5078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800">
                <a:solidFill>
                  <a:srgbClr val="1D1D1A"/>
                </a:solidFill>
                <a:latin typeface="Arial"/>
                <a:ea typeface="Arial"/>
                <a:cs typeface="Arial"/>
                <a:sym typeface="Arial"/>
              </a:rPr>
              <a:t>20% </a:t>
            </a:r>
            <a:r>
              <a:rPr lang="en-US" sz="1200">
                <a:solidFill>
                  <a:srgbClr val="1D1D1A"/>
                </a:solidFill>
                <a:latin typeface="Arial"/>
                <a:ea typeface="Arial"/>
                <a:cs typeface="Arial"/>
                <a:sym typeface="Arial"/>
              </a:rPr>
              <a:t>研发投资-销售收入比      </a:t>
            </a:r>
            <a:r>
              <a:rPr b="1" lang="en-US" sz="1800">
                <a:solidFill>
                  <a:srgbClr val="1D1D1A"/>
                </a:solidFill>
                <a:latin typeface="Arial"/>
                <a:ea typeface="Arial"/>
                <a:cs typeface="Arial"/>
                <a:sym typeface="Arial"/>
              </a:rPr>
              <a:t>11% </a:t>
            </a:r>
            <a:r>
              <a:rPr lang="en-US" sz="1200">
                <a:solidFill>
                  <a:srgbClr val="1D1D1A"/>
                </a:solidFill>
                <a:latin typeface="Arial"/>
                <a:ea typeface="Arial"/>
                <a:cs typeface="Arial"/>
                <a:sym typeface="Arial"/>
              </a:rPr>
              <a:t>研发投资增长</a:t>
            </a:r>
            <a:endParaRPr sz="1200">
              <a:solidFill>
                <a:srgbClr val="1D1D1A"/>
              </a:solidFill>
              <a:latin typeface="Arial"/>
              <a:ea typeface="Arial"/>
              <a:cs typeface="Arial"/>
              <a:sym typeface="Arial"/>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pic>
        <p:nvPicPr>
          <p:cNvPr id="724" name="Google Shape;724;p10"/>
          <p:cNvPicPr preferRelativeResize="0"/>
          <p:nvPr/>
        </p:nvPicPr>
        <p:blipFill rotWithShape="1">
          <a:blip r:embed="rId3">
            <a:alphaModFix/>
          </a:blip>
          <a:srcRect b="31423" l="820" r="-820" t="34910"/>
          <a:stretch/>
        </p:blipFill>
        <p:spPr>
          <a:xfrm flipH="1">
            <a:off x="146215" y="1785466"/>
            <a:ext cx="10926768" cy="1044682"/>
          </a:xfrm>
          <a:prstGeom prst="rect">
            <a:avLst/>
          </a:prstGeom>
          <a:noFill/>
          <a:ln>
            <a:noFill/>
          </a:ln>
        </p:spPr>
      </p:pic>
      <p:sp>
        <p:nvSpPr>
          <p:cNvPr id="725" name="Google Shape;725;p10"/>
          <p:cNvSpPr/>
          <p:nvPr/>
        </p:nvSpPr>
        <p:spPr>
          <a:xfrm>
            <a:off x="328801" y="1175974"/>
            <a:ext cx="10561595"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800">
                <a:solidFill>
                  <a:srgbClr val="333333"/>
                </a:solidFill>
                <a:latin typeface="Arial"/>
                <a:ea typeface="Arial"/>
                <a:cs typeface="Arial"/>
                <a:sym typeface="Arial"/>
              </a:rPr>
              <a:t>5G SD-WAN三大亮点</a:t>
            </a:r>
            <a:endParaRPr b="1" sz="2400">
              <a:solidFill>
                <a:srgbClr val="C00000"/>
              </a:solidFill>
              <a:latin typeface="Arial"/>
              <a:ea typeface="Arial"/>
              <a:cs typeface="Arial"/>
              <a:sym typeface="Arial"/>
            </a:endParaRPr>
          </a:p>
        </p:txBody>
      </p:sp>
      <p:sp>
        <p:nvSpPr>
          <p:cNvPr id="726" name="Google Shape;726;p10"/>
          <p:cNvSpPr/>
          <p:nvPr/>
        </p:nvSpPr>
        <p:spPr>
          <a:xfrm>
            <a:off x="576567" y="2172745"/>
            <a:ext cx="3798429" cy="1061829"/>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rgbClr val="C00000"/>
                </a:solidFill>
                <a:latin typeface="Arial"/>
                <a:ea typeface="Arial"/>
                <a:cs typeface="Arial"/>
                <a:sym typeface="Arial"/>
              </a:rPr>
              <a:t>①</a:t>
            </a:r>
            <a:r>
              <a:rPr b="1" lang="en-US" sz="1800">
                <a:solidFill>
                  <a:srgbClr val="C00000"/>
                </a:solidFill>
                <a:latin typeface="Arial"/>
                <a:ea typeface="Arial"/>
                <a:cs typeface="Arial"/>
                <a:sym typeface="Arial"/>
              </a:rPr>
              <a:t>5G上行</a:t>
            </a:r>
            <a:endParaRPr b="1" sz="1800">
              <a:solidFill>
                <a:srgbClr val="C00000"/>
              </a:solidFill>
              <a:latin typeface="Arial"/>
              <a:ea typeface="Arial"/>
              <a:cs typeface="Arial"/>
              <a:sym typeface="Arial"/>
            </a:endParaRPr>
          </a:p>
          <a:p>
            <a:pPr indent="0" lvl="0" marL="0" marR="0" rtl="0" algn="ctr">
              <a:lnSpc>
                <a:spcPct val="150000"/>
              </a:lnSpc>
              <a:spcBef>
                <a:spcPts val="0"/>
              </a:spcBef>
              <a:spcAft>
                <a:spcPts val="0"/>
              </a:spcAft>
              <a:buNone/>
            </a:pPr>
            <a:r>
              <a:rPr b="1" lang="en-US" sz="1800">
                <a:solidFill>
                  <a:srgbClr val="333333"/>
                </a:solidFill>
                <a:latin typeface="Arial"/>
                <a:ea typeface="Arial"/>
                <a:cs typeface="Arial"/>
                <a:sym typeface="Arial"/>
              </a:rPr>
              <a:t>首个企业级5G上行接入路由器</a:t>
            </a:r>
            <a:endParaRPr b="1" sz="1800">
              <a:solidFill>
                <a:srgbClr val="333333"/>
              </a:solidFill>
              <a:latin typeface="Arial"/>
              <a:ea typeface="Arial"/>
              <a:cs typeface="Arial"/>
              <a:sym typeface="Arial"/>
            </a:endParaRPr>
          </a:p>
        </p:txBody>
      </p:sp>
      <p:sp>
        <p:nvSpPr>
          <p:cNvPr id="727" name="Google Shape;727;p10"/>
          <p:cNvSpPr/>
          <p:nvPr/>
        </p:nvSpPr>
        <p:spPr>
          <a:xfrm>
            <a:off x="1856635" y="3999966"/>
            <a:ext cx="2572668" cy="923330"/>
          </a:xfrm>
          <a:prstGeom prst="rect">
            <a:avLst/>
          </a:prstGeom>
          <a:noFill/>
          <a:ln>
            <a:noFill/>
          </a:ln>
        </p:spPr>
        <p:txBody>
          <a:bodyPr anchorCtr="0" anchor="t" bIns="45700" lIns="91425" spcFirstLastPara="1" rIns="91425" wrap="square" tIns="45700">
            <a:spAutoFit/>
          </a:bodyPr>
          <a:lstStyle/>
          <a:p>
            <a:pPr indent="-214227" lvl="0" marL="214227" marR="0" rtl="0" algn="l">
              <a:lnSpc>
                <a:spcPct val="15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900Mbps(下行)/230Mbps(上行)*</a:t>
            </a:r>
            <a:endParaRPr sz="1200">
              <a:solidFill>
                <a:schemeClr val="dk1"/>
              </a:solidFill>
              <a:latin typeface="Arial"/>
              <a:ea typeface="Arial"/>
              <a:cs typeface="Arial"/>
              <a:sym typeface="Arial"/>
            </a:endParaRPr>
          </a:p>
          <a:p>
            <a:pPr indent="-214227" lvl="0" marL="214227" marR="0" rtl="0" algn="l">
              <a:lnSpc>
                <a:spcPct val="15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双卡单待</a:t>
            </a:r>
            <a:endParaRPr sz="1200">
              <a:solidFill>
                <a:schemeClr val="dk1"/>
              </a:solidFill>
              <a:latin typeface="Arial"/>
              <a:ea typeface="Arial"/>
              <a:cs typeface="Arial"/>
              <a:sym typeface="Arial"/>
            </a:endParaRPr>
          </a:p>
          <a:p>
            <a:pPr indent="-214227" lvl="0" marL="214227" marR="0" rtl="0" algn="l">
              <a:lnSpc>
                <a:spcPct val="150000"/>
              </a:lnSpc>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NSA/SA，5G/4G/3G</a:t>
            </a:r>
            <a:endParaRPr sz="1200">
              <a:solidFill>
                <a:schemeClr val="dk1"/>
              </a:solidFill>
              <a:latin typeface="Calibri"/>
              <a:ea typeface="Calibri"/>
              <a:cs typeface="Calibri"/>
              <a:sym typeface="Calibri"/>
            </a:endParaRPr>
          </a:p>
        </p:txBody>
      </p:sp>
      <p:sp>
        <p:nvSpPr>
          <p:cNvPr id="728" name="Google Shape;728;p10"/>
          <p:cNvSpPr/>
          <p:nvPr/>
        </p:nvSpPr>
        <p:spPr>
          <a:xfrm>
            <a:off x="1194845" y="3468462"/>
            <a:ext cx="2928722" cy="33637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200">
                <a:solidFill>
                  <a:srgbClr val="1D1D1A"/>
                </a:solidFill>
                <a:latin typeface="Arial"/>
                <a:ea typeface="Arial"/>
                <a:cs typeface="Arial"/>
                <a:sym typeface="Arial"/>
              </a:rPr>
              <a:t>NetEngine AR6000全系列支持5G</a:t>
            </a:r>
            <a:endParaRPr/>
          </a:p>
        </p:txBody>
      </p:sp>
      <p:sp>
        <p:nvSpPr>
          <p:cNvPr id="729" name="Google Shape;729;p10"/>
          <p:cNvSpPr/>
          <p:nvPr/>
        </p:nvSpPr>
        <p:spPr>
          <a:xfrm>
            <a:off x="4453386" y="2207216"/>
            <a:ext cx="3780209" cy="1061829"/>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rgbClr val="C00000"/>
                </a:solidFill>
                <a:latin typeface="Arial"/>
                <a:ea typeface="Arial"/>
                <a:cs typeface="Arial"/>
                <a:sym typeface="Arial"/>
              </a:rPr>
              <a:t>②</a:t>
            </a:r>
            <a:r>
              <a:rPr b="1" lang="en-US" sz="1800">
                <a:solidFill>
                  <a:srgbClr val="C00000"/>
                </a:solidFill>
                <a:latin typeface="Arial"/>
                <a:ea typeface="Arial"/>
                <a:cs typeface="Arial"/>
                <a:sym typeface="Arial"/>
              </a:rPr>
              <a:t>3倍业界性能</a:t>
            </a:r>
            <a:endParaRPr b="1" sz="1800">
              <a:solidFill>
                <a:srgbClr val="333333"/>
              </a:solidFill>
              <a:latin typeface="Arial"/>
              <a:ea typeface="Arial"/>
              <a:cs typeface="Arial"/>
              <a:sym typeface="Arial"/>
            </a:endParaRPr>
          </a:p>
          <a:p>
            <a:pPr indent="0" lvl="0" marL="0" marR="0" rtl="0" algn="ctr">
              <a:lnSpc>
                <a:spcPct val="150000"/>
              </a:lnSpc>
              <a:spcBef>
                <a:spcPts val="0"/>
              </a:spcBef>
              <a:spcAft>
                <a:spcPts val="0"/>
              </a:spcAft>
              <a:buNone/>
            </a:pPr>
            <a:r>
              <a:rPr b="1" lang="en-US" sz="1800">
                <a:solidFill>
                  <a:srgbClr val="333333"/>
                </a:solidFill>
                <a:latin typeface="Arial"/>
                <a:ea typeface="Arial"/>
                <a:cs typeface="Arial"/>
                <a:sym typeface="Arial"/>
              </a:rPr>
              <a:t>经Tolly和泰尔测试认证</a:t>
            </a:r>
            <a:endParaRPr b="1" sz="1800">
              <a:solidFill>
                <a:srgbClr val="333333"/>
              </a:solidFill>
              <a:latin typeface="Arial"/>
              <a:ea typeface="Arial"/>
              <a:cs typeface="Arial"/>
              <a:sym typeface="Arial"/>
            </a:endParaRPr>
          </a:p>
        </p:txBody>
      </p:sp>
      <p:grpSp>
        <p:nvGrpSpPr>
          <p:cNvPr id="730" name="Google Shape;730;p10"/>
          <p:cNvGrpSpPr/>
          <p:nvPr/>
        </p:nvGrpSpPr>
        <p:grpSpPr>
          <a:xfrm>
            <a:off x="4617802" y="3579095"/>
            <a:ext cx="3438158" cy="1383448"/>
            <a:chOff x="904634" y="2090987"/>
            <a:chExt cx="4529993" cy="1822780"/>
          </a:xfrm>
        </p:grpSpPr>
        <p:sp>
          <p:nvSpPr>
            <p:cNvPr id="731" name="Google Shape;731;p10"/>
            <p:cNvSpPr/>
            <p:nvPr/>
          </p:nvSpPr>
          <p:spPr>
            <a:xfrm rot="-2340000">
              <a:off x="3875237" y="2354377"/>
              <a:ext cx="1296000" cy="1296000"/>
            </a:xfrm>
            <a:prstGeom prst="ellipse">
              <a:avLst/>
            </a:prstGeom>
            <a:gradFill>
              <a:gsLst>
                <a:gs pos="0">
                  <a:srgbClr val="C00000"/>
                </a:gs>
                <a:gs pos="22000">
                  <a:srgbClr val="E0E0E0"/>
                </a:gs>
                <a:gs pos="100000">
                  <a:schemeClr val="dk2"/>
                </a:gs>
              </a:gsLst>
              <a:lin ang="3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399">
                <a:solidFill>
                  <a:srgbClr val="FFFFFF"/>
                </a:solidFill>
                <a:latin typeface="Arial"/>
                <a:ea typeface="Arial"/>
                <a:cs typeface="Arial"/>
                <a:sym typeface="Arial"/>
              </a:endParaRPr>
            </a:p>
          </p:txBody>
        </p:sp>
        <p:sp>
          <p:nvSpPr>
            <p:cNvPr id="732" name="Google Shape;732;p10"/>
            <p:cNvSpPr txBox="1"/>
            <p:nvPr/>
          </p:nvSpPr>
          <p:spPr>
            <a:xfrm>
              <a:off x="3676653" y="2657689"/>
              <a:ext cx="1643208" cy="6893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1D1D1A"/>
                  </a:solidFill>
                  <a:latin typeface="Microsoft Yahei"/>
                  <a:ea typeface="Microsoft Yahei"/>
                  <a:cs typeface="Microsoft Yahei"/>
                  <a:sym typeface="Microsoft Yahei"/>
                </a:rPr>
                <a:t>性能</a:t>
              </a:r>
              <a:endParaRPr b="1" sz="1400">
                <a:solidFill>
                  <a:srgbClr val="1D1D1A"/>
                </a:solidFill>
                <a:latin typeface="Microsoft Yahei"/>
                <a:ea typeface="Microsoft Yahei"/>
                <a:cs typeface="Microsoft Yahei"/>
                <a:sym typeface="Microsoft Yahei"/>
              </a:endParaRPr>
            </a:p>
            <a:p>
              <a:pPr indent="0" lvl="0" marL="0" marR="0" rtl="0" algn="ctr">
                <a:spcBef>
                  <a:spcPts val="0"/>
                </a:spcBef>
                <a:spcAft>
                  <a:spcPts val="0"/>
                </a:spcAft>
                <a:buNone/>
              </a:pPr>
              <a:r>
                <a:rPr b="1" lang="en-US" sz="1400">
                  <a:solidFill>
                    <a:srgbClr val="C00000"/>
                  </a:solidFill>
                  <a:latin typeface="Microsoft Yahei"/>
                  <a:ea typeface="Microsoft Yahei"/>
                  <a:cs typeface="Microsoft Yahei"/>
                  <a:sym typeface="Microsoft Yahei"/>
                </a:rPr>
                <a:t>3倍</a:t>
              </a:r>
              <a:r>
                <a:rPr b="1" lang="en-US" sz="1400">
                  <a:solidFill>
                    <a:srgbClr val="1D1D1A"/>
                  </a:solidFill>
                  <a:latin typeface="Microsoft Yahei"/>
                  <a:ea typeface="Microsoft Yahei"/>
                  <a:cs typeface="Microsoft Yahei"/>
                  <a:sym typeface="Microsoft Yahei"/>
                </a:rPr>
                <a:t>于友商</a:t>
              </a:r>
              <a:endParaRPr b="1" sz="1400">
                <a:solidFill>
                  <a:srgbClr val="FF0000"/>
                </a:solidFill>
                <a:latin typeface="Microsoft Yahei"/>
                <a:ea typeface="Microsoft Yahei"/>
                <a:cs typeface="Microsoft Yahei"/>
                <a:sym typeface="Microsoft Yahei"/>
              </a:endParaRPr>
            </a:p>
          </p:txBody>
        </p:sp>
        <p:pic>
          <p:nvPicPr>
            <p:cNvPr id="733" name="Google Shape;733;p10"/>
            <p:cNvPicPr preferRelativeResize="0"/>
            <p:nvPr/>
          </p:nvPicPr>
          <p:blipFill rotWithShape="1">
            <a:blip r:embed="rId4">
              <a:alphaModFix/>
            </a:blip>
            <a:srcRect b="18712" l="17158" r="16134" t="14540"/>
            <a:stretch/>
          </p:blipFill>
          <p:spPr>
            <a:xfrm>
              <a:off x="904634" y="2520864"/>
              <a:ext cx="1946647" cy="1195577"/>
            </a:xfrm>
            <a:prstGeom prst="rect">
              <a:avLst/>
            </a:prstGeom>
            <a:noFill/>
            <a:ln>
              <a:noFill/>
            </a:ln>
          </p:spPr>
        </p:pic>
      </p:grpSp>
      <p:pic>
        <p:nvPicPr>
          <p:cNvPr id="734" name="Google Shape;734;p10"/>
          <p:cNvPicPr preferRelativeResize="0"/>
          <p:nvPr/>
        </p:nvPicPr>
        <p:blipFill rotWithShape="1">
          <a:blip r:embed="rId5">
            <a:alphaModFix/>
          </a:blip>
          <a:srcRect b="0" l="0" r="0" t="0"/>
          <a:stretch/>
        </p:blipFill>
        <p:spPr>
          <a:xfrm flipH="1" rot="5400000">
            <a:off x="6324205" y="4154175"/>
            <a:ext cx="241591" cy="233287"/>
          </a:xfrm>
          <a:prstGeom prst="rect">
            <a:avLst/>
          </a:prstGeom>
          <a:noFill/>
          <a:ln>
            <a:noFill/>
          </a:ln>
        </p:spPr>
      </p:pic>
      <p:sp>
        <p:nvSpPr>
          <p:cNvPr id="735" name="Google Shape;735;p10"/>
          <p:cNvSpPr/>
          <p:nvPr/>
        </p:nvSpPr>
        <p:spPr>
          <a:xfrm>
            <a:off x="4443755" y="3215609"/>
            <a:ext cx="3781249" cy="2318426"/>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736" name="Google Shape;736;p10"/>
          <p:cNvSpPr/>
          <p:nvPr/>
        </p:nvSpPr>
        <p:spPr>
          <a:xfrm>
            <a:off x="585158" y="3215609"/>
            <a:ext cx="3781249" cy="2318426"/>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737" name="Google Shape;737;p10"/>
          <p:cNvSpPr/>
          <p:nvPr/>
        </p:nvSpPr>
        <p:spPr>
          <a:xfrm>
            <a:off x="8311827" y="3215609"/>
            <a:ext cx="3205781" cy="2318426"/>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738" name="Google Shape;738;p10"/>
          <p:cNvSpPr/>
          <p:nvPr/>
        </p:nvSpPr>
        <p:spPr>
          <a:xfrm>
            <a:off x="8302352" y="2196809"/>
            <a:ext cx="3200982" cy="1061829"/>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rgbClr val="C00000"/>
                </a:solidFill>
                <a:latin typeface="Arial"/>
                <a:ea typeface="Arial"/>
                <a:cs typeface="Arial"/>
                <a:sym typeface="Arial"/>
              </a:rPr>
              <a:t>③</a:t>
            </a:r>
            <a:r>
              <a:rPr b="1" lang="en-US" sz="1800">
                <a:solidFill>
                  <a:srgbClr val="C00000"/>
                </a:solidFill>
                <a:latin typeface="Arial"/>
                <a:ea typeface="Arial"/>
                <a:cs typeface="Arial"/>
                <a:sym typeface="Arial"/>
              </a:rPr>
              <a:t>品质体验</a:t>
            </a:r>
            <a:endParaRPr b="1" sz="1800">
              <a:solidFill>
                <a:srgbClr val="C00000"/>
              </a:solidFill>
              <a:latin typeface="Arial"/>
              <a:ea typeface="Arial"/>
              <a:cs typeface="Arial"/>
              <a:sym typeface="Arial"/>
            </a:endParaRPr>
          </a:p>
          <a:p>
            <a:pPr indent="0" lvl="0" marL="0" marR="0" rtl="0" algn="ctr">
              <a:lnSpc>
                <a:spcPct val="150000"/>
              </a:lnSpc>
              <a:spcBef>
                <a:spcPts val="0"/>
              </a:spcBef>
              <a:spcAft>
                <a:spcPts val="0"/>
              </a:spcAft>
              <a:buNone/>
            </a:pPr>
            <a:r>
              <a:rPr b="1" lang="en-US" sz="1800">
                <a:solidFill>
                  <a:srgbClr val="333333"/>
                </a:solidFill>
                <a:latin typeface="Arial"/>
                <a:ea typeface="Arial"/>
                <a:cs typeface="Arial"/>
                <a:sym typeface="Arial"/>
              </a:rPr>
              <a:t>应用优化，极简运维</a:t>
            </a:r>
            <a:endParaRPr b="1" sz="1800">
              <a:solidFill>
                <a:srgbClr val="333333"/>
              </a:solidFill>
              <a:latin typeface="Arial"/>
              <a:ea typeface="Arial"/>
              <a:cs typeface="Arial"/>
              <a:sym typeface="Arial"/>
            </a:endParaRPr>
          </a:p>
        </p:txBody>
      </p:sp>
      <p:grpSp>
        <p:nvGrpSpPr>
          <p:cNvPr id="739" name="Google Shape;739;p10"/>
          <p:cNvGrpSpPr/>
          <p:nvPr/>
        </p:nvGrpSpPr>
        <p:grpSpPr>
          <a:xfrm>
            <a:off x="8898247" y="3390167"/>
            <a:ext cx="1922305" cy="1284636"/>
            <a:chOff x="9669127" y="3638257"/>
            <a:chExt cx="1635712" cy="1076315"/>
          </a:xfrm>
        </p:grpSpPr>
        <p:sp>
          <p:nvSpPr>
            <p:cNvPr id="740" name="Google Shape;740;p10"/>
            <p:cNvSpPr/>
            <p:nvPr/>
          </p:nvSpPr>
          <p:spPr>
            <a:xfrm flipH="1">
              <a:off x="10186504" y="3911621"/>
              <a:ext cx="597050" cy="505176"/>
            </a:xfrm>
            <a:prstGeom prst="hexagon">
              <a:avLst>
                <a:gd fmla="val 25000" name="adj"/>
                <a:gd fmla="val 115470" name="vf"/>
              </a:avLst>
            </a:prstGeom>
            <a:solidFill>
              <a:schemeClr val="lt2"/>
            </a:solidFill>
            <a:ln cap="flat" cmpd="sng" w="15875">
              <a:solidFill>
                <a:srgbClr val="C1C1C1"/>
              </a:solidFill>
              <a:prstDash val="solid"/>
              <a:round/>
              <a:headEnd len="sm" w="sm" type="none"/>
              <a:tailEnd len="sm" w="sm" type="none"/>
            </a:ln>
            <a:effectLst>
              <a:outerShdw blurRad="63500" rotWithShape="0" algn="r">
                <a:srgbClr val="171717">
                  <a:alpha val="3921"/>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b="1" lang="en-US" sz="1200">
                  <a:solidFill>
                    <a:srgbClr val="C00000"/>
                  </a:solidFill>
                  <a:latin typeface="Arial"/>
                  <a:ea typeface="Arial"/>
                  <a:cs typeface="Arial"/>
                  <a:sym typeface="Arial"/>
                </a:rPr>
                <a:t>SD-WAN</a:t>
              </a:r>
              <a:endParaRPr b="1" sz="1200">
                <a:solidFill>
                  <a:srgbClr val="C00000"/>
                </a:solidFill>
                <a:latin typeface="Arial"/>
                <a:ea typeface="Arial"/>
                <a:cs typeface="Arial"/>
                <a:sym typeface="Arial"/>
              </a:endParaRPr>
            </a:p>
          </p:txBody>
        </p:sp>
        <p:sp>
          <p:nvSpPr>
            <p:cNvPr id="741" name="Google Shape;741;p10"/>
            <p:cNvSpPr/>
            <p:nvPr/>
          </p:nvSpPr>
          <p:spPr>
            <a:xfrm flipH="1">
              <a:off x="9669127" y="4195803"/>
              <a:ext cx="597050" cy="505176"/>
            </a:xfrm>
            <a:prstGeom prst="hexagon">
              <a:avLst>
                <a:gd fmla="val 25000" name="adj"/>
                <a:gd fmla="val 115470" name="vf"/>
              </a:avLst>
            </a:prstGeom>
            <a:solidFill>
              <a:schemeClr val="lt2"/>
            </a:solidFill>
            <a:ln cap="flat" cmpd="sng" w="15875">
              <a:solidFill>
                <a:srgbClr val="C1C1C1"/>
              </a:solidFill>
              <a:prstDash val="solid"/>
              <a:round/>
              <a:headEnd len="sm" w="sm" type="none"/>
              <a:tailEnd len="sm" w="sm" type="none"/>
            </a:ln>
            <a:effectLst>
              <a:outerShdw blurRad="63500" rotWithShape="0" algn="r">
                <a:srgbClr val="171717">
                  <a:alpha val="3921"/>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应用</a:t>
              </a:r>
              <a:endParaRPr sz="1000">
                <a:solidFill>
                  <a:srgbClr val="1D1D1A"/>
                </a:solidFill>
                <a:latin typeface="Arial"/>
                <a:ea typeface="Arial"/>
                <a:cs typeface="Arial"/>
                <a:sym typeface="Arial"/>
              </a:endParaRPr>
            </a:p>
            <a:p>
              <a:pPr indent="0" lvl="0" marL="0" marR="0" rtl="0" algn="ctr">
                <a:spcBef>
                  <a:spcPts val="0"/>
                </a:spcBef>
                <a:spcAft>
                  <a:spcPts val="0"/>
                </a:spcAft>
                <a:buNone/>
              </a:pPr>
              <a:r>
                <a:rPr lang="en-US" sz="1000">
                  <a:solidFill>
                    <a:srgbClr val="1D1D1A"/>
                  </a:solidFill>
                  <a:latin typeface="Arial"/>
                  <a:ea typeface="Arial"/>
                  <a:cs typeface="Arial"/>
                  <a:sym typeface="Arial"/>
                </a:rPr>
                <a:t>选路</a:t>
              </a:r>
              <a:endParaRPr/>
            </a:p>
          </p:txBody>
        </p:sp>
        <p:sp>
          <p:nvSpPr>
            <p:cNvPr id="742" name="Google Shape;742;p10"/>
            <p:cNvSpPr/>
            <p:nvPr/>
          </p:nvSpPr>
          <p:spPr>
            <a:xfrm flipH="1">
              <a:off x="9674989" y="3638257"/>
              <a:ext cx="597050" cy="505176"/>
            </a:xfrm>
            <a:prstGeom prst="hexagon">
              <a:avLst>
                <a:gd fmla="val 25000" name="adj"/>
                <a:gd fmla="val 115470" name="vf"/>
              </a:avLst>
            </a:prstGeom>
            <a:solidFill>
              <a:schemeClr val="lt2"/>
            </a:solidFill>
            <a:ln cap="flat" cmpd="sng" w="15875">
              <a:solidFill>
                <a:srgbClr val="C1C1C1"/>
              </a:solidFill>
              <a:prstDash val="solid"/>
              <a:round/>
              <a:headEnd len="sm" w="sm" type="none"/>
              <a:tailEnd len="sm" w="sm" type="none"/>
            </a:ln>
            <a:effectLst>
              <a:outerShdw blurRad="63500" rotWithShape="0" algn="r">
                <a:srgbClr val="171717">
                  <a:alpha val="3921"/>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视频</a:t>
              </a:r>
              <a:endParaRPr sz="1000">
                <a:solidFill>
                  <a:srgbClr val="1D1D1A"/>
                </a:solidFill>
                <a:latin typeface="Arial"/>
                <a:ea typeface="Arial"/>
                <a:cs typeface="Arial"/>
                <a:sym typeface="Arial"/>
              </a:endParaRPr>
            </a:p>
            <a:p>
              <a:pPr indent="0" lvl="0" marL="0" marR="0" rtl="0" algn="ctr">
                <a:spcBef>
                  <a:spcPts val="0"/>
                </a:spcBef>
                <a:spcAft>
                  <a:spcPts val="0"/>
                </a:spcAft>
                <a:buNone/>
              </a:pPr>
              <a:r>
                <a:rPr lang="en-US" sz="1000">
                  <a:solidFill>
                    <a:srgbClr val="1D1D1A"/>
                  </a:solidFill>
                  <a:latin typeface="Arial"/>
                  <a:ea typeface="Arial"/>
                  <a:cs typeface="Arial"/>
                  <a:sym typeface="Arial"/>
                </a:rPr>
                <a:t>优化</a:t>
              </a:r>
              <a:endParaRPr/>
            </a:p>
          </p:txBody>
        </p:sp>
        <p:sp>
          <p:nvSpPr>
            <p:cNvPr id="743" name="Google Shape;743;p10"/>
            <p:cNvSpPr/>
            <p:nvPr/>
          </p:nvSpPr>
          <p:spPr>
            <a:xfrm flipH="1">
              <a:off x="10692625" y="4209396"/>
              <a:ext cx="597050" cy="505176"/>
            </a:xfrm>
            <a:prstGeom prst="hexagon">
              <a:avLst>
                <a:gd fmla="val 25000" name="adj"/>
                <a:gd fmla="val 115470" name="vf"/>
              </a:avLst>
            </a:prstGeom>
            <a:solidFill>
              <a:schemeClr val="lt2"/>
            </a:solidFill>
            <a:ln cap="flat" cmpd="sng" w="15875">
              <a:solidFill>
                <a:srgbClr val="C1C1C1"/>
              </a:solidFill>
              <a:prstDash val="solid"/>
              <a:round/>
              <a:headEnd len="sm" w="sm" type="none"/>
              <a:tailEnd len="sm" w="sm" type="none"/>
            </a:ln>
            <a:effectLst>
              <a:outerShdw blurRad="63500" rotWithShape="0" algn="r">
                <a:srgbClr val="171717">
                  <a:alpha val="3921"/>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安全</a:t>
              </a:r>
              <a:endParaRPr sz="1000">
                <a:solidFill>
                  <a:srgbClr val="1D1D1A"/>
                </a:solidFill>
                <a:latin typeface="Arial"/>
                <a:ea typeface="Arial"/>
                <a:cs typeface="Arial"/>
                <a:sym typeface="Arial"/>
              </a:endParaRPr>
            </a:p>
            <a:p>
              <a:pPr indent="0" lvl="0" marL="0" marR="0" rtl="0" algn="ctr">
                <a:spcBef>
                  <a:spcPts val="0"/>
                </a:spcBef>
                <a:spcAft>
                  <a:spcPts val="0"/>
                </a:spcAft>
                <a:buNone/>
              </a:pPr>
              <a:r>
                <a:rPr lang="en-US" sz="1000">
                  <a:solidFill>
                    <a:srgbClr val="1D1D1A"/>
                  </a:solidFill>
                  <a:latin typeface="Arial"/>
                  <a:ea typeface="Arial"/>
                  <a:cs typeface="Arial"/>
                  <a:sym typeface="Arial"/>
                </a:rPr>
                <a:t>组网</a:t>
              </a:r>
              <a:endParaRPr sz="1000">
                <a:solidFill>
                  <a:srgbClr val="1D1D1A"/>
                </a:solidFill>
                <a:latin typeface="Arial"/>
                <a:ea typeface="Arial"/>
                <a:cs typeface="Arial"/>
                <a:sym typeface="Arial"/>
              </a:endParaRPr>
            </a:p>
          </p:txBody>
        </p:sp>
        <p:sp>
          <p:nvSpPr>
            <p:cNvPr id="744" name="Google Shape;744;p10"/>
            <p:cNvSpPr/>
            <p:nvPr/>
          </p:nvSpPr>
          <p:spPr>
            <a:xfrm flipH="1">
              <a:off x="10707789" y="3654243"/>
              <a:ext cx="597050" cy="505176"/>
            </a:xfrm>
            <a:prstGeom prst="hexagon">
              <a:avLst>
                <a:gd fmla="val 25000" name="adj"/>
                <a:gd fmla="val 115470" name="vf"/>
              </a:avLst>
            </a:prstGeom>
            <a:solidFill>
              <a:schemeClr val="lt2"/>
            </a:solidFill>
            <a:ln cap="flat" cmpd="sng" w="15875">
              <a:solidFill>
                <a:srgbClr val="C1C1C1"/>
              </a:solidFill>
              <a:prstDash val="solid"/>
              <a:round/>
              <a:headEnd len="sm" w="sm" type="none"/>
              <a:tailEnd len="sm" w="sm" type="none"/>
            </a:ln>
            <a:effectLst>
              <a:outerShdw blurRad="63500" rotWithShape="0" algn="r">
                <a:srgbClr val="171717">
                  <a:alpha val="3921"/>
                </a:srgbClr>
              </a:outerShdw>
            </a:effectLst>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可视运维&amp;ZTP</a:t>
              </a:r>
              <a:endParaRPr sz="1000">
                <a:solidFill>
                  <a:srgbClr val="1D1D1A"/>
                </a:solidFill>
                <a:latin typeface="Arial"/>
                <a:ea typeface="Arial"/>
                <a:cs typeface="Arial"/>
                <a:sym typeface="Arial"/>
              </a:endParaRPr>
            </a:p>
          </p:txBody>
        </p:sp>
      </p:grpSp>
      <p:sp>
        <p:nvSpPr>
          <p:cNvPr id="745" name="Google Shape;745;p10"/>
          <p:cNvSpPr/>
          <p:nvPr/>
        </p:nvSpPr>
        <p:spPr>
          <a:xfrm>
            <a:off x="8464254" y="4852217"/>
            <a:ext cx="3583808" cy="600164"/>
          </a:xfrm>
          <a:prstGeom prst="rect">
            <a:avLst/>
          </a:prstGeom>
          <a:noFill/>
          <a:ln>
            <a:noFill/>
          </a:ln>
        </p:spPr>
        <p:txBody>
          <a:bodyPr anchorCtr="0" anchor="t" bIns="45700" lIns="91425" spcFirstLastPara="1" rIns="91425" wrap="square" tIns="45700">
            <a:spAutoFit/>
          </a:bodyPr>
          <a:lstStyle/>
          <a:p>
            <a:pPr indent="-171450" lvl="0" marL="171450" marR="0" rtl="0" algn="l">
              <a:lnSpc>
                <a:spcPct val="150000"/>
              </a:lnSpc>
              <a:spcBef>
                <a:spcPts val="0"/>
              </a:spcBef>
              <a:spcAft>
                <a:spcPts val="0"/>
              </a:spcAft>
              <a:buClr>
                <a:srgbClr val="1D1D1A"/>
              </a:buClr>
              <a:buSzPts val="1100"/>
              <a:buFont typeface="Arial"/>
              <a:buChar char="•"/>
            </a:pPr>
            <a:r>
              <a:rPr lang="en-US" sz="1100">
                <a:solidFill>
                  <a:srgbClr val="1D1D1A"/>
                </a:solidFill>
                <a:latin typeface="Arial"/>
                <a:ea typeface="Arial"/>
                <a:cs typeface="Arial"/>
                <a:sym typeface="Arial"/>
              </a:rPr>
              <a:t>ZTP&amp;可视化运维，</a:t>
            </a:r>
            <a:r>
              <a:rPr b="1" lang="en-US" sz="1100">
                <a:solidFill>
                  <a:srgbClr val="C00000"/>
                </a:solidFill>
                <a:latin typeface="Arial"/>
                <a:ea typeface="Arial"/>
                <a:cs typeface="Arial"/>
                <a:sym typeface="Arial"/>
              </a:rPr>
              <a:t>分钟级</a:t>
            </a:r>
            <a:r>
              <a:rPr lang="en-US" sz="1100">
                <a:solidFill>
                  <a:srgbClr val="1D1D1A"/>
                </a:solidFill>
                <a:latin typeface="Arial"/>
                <a:ea typeface="Arial"/>
                <a:cs typeface="Arial"/>
                <a:sym typeface="Arial"/>
              </a:rPr>
              <a:t>网络开通</a:t>
            </a:r>
            <a:endParaRPr/>
          </a:p>
          <a:p>
            <a:pPr indent="-171450" lvl="0" marL="171450" marR="0" rtl="0" algn="l">
              <a:lnSpc>
                <a:spcPct val="150000"/>
              </a:lnSpc>
              <a:spcBef>
                <a:spcPts val="0"/>
              </a:spcBef>
              <a:spcAft>
                <a:spcPts val="0"/>
              </a:spcAft>
              <a:buClr>
                <a:srgbClr val="1D1D1A"/>
              </a:buClr>
              <a:buSzPts val="1100"/>
              <a:buFont typeface="Arial"/>
              <a:buChar char="•"/>
            </a:pPr>
            <a:r>
              <a:rPr lang="en-US" sz="1100">
                <a:solidFill>
                  <a:srgbClr val="1D1D1A"/>
                </a:solidFill>
                <a:latin typeface="Arial"/>
                <a:ea typeface="Arial"/>
                <a:cs typeface="Arial"/>
                <a:sym typeface="Arial"/>
              </a:rPr>
              <a:t>视频优化：A-FEC，丢包</a:t>
            </a:r>
            <a:r>
              <a:rPr b="1" lang="en-US" sz="1100">
                <a:solidFill>
                  <a:srgbClr val="C00000"/>
                </a:solidFill>
                <a:latin typeface="Arial"/>
                <a:ea typeface="Arial"/>
                <a:cs typeface="Arial"/>
                <a:sym typeface="Arial"/>
              </a:rPr>
              <a:t>20%</a:t>
            </a:r>
            <a:r>
              <a:rPr lang="en-US" sz="1100">
                <a:solidFill>
                  <a:srgbClr val="1D1D1A"/>
                </a:solidFill>
                <a:latin typeface="Arial"/>
                <a:ea typeface="Arial"/>
                <a:cs typeface="Arial"/>
                <a:sym typeface="Arial"/>
              </a:rPr>
              <a:t>不卡顿</a:t>
            </a:r>
            <a:endParaRPr b="1" sz="1100">
              <a:solidFill>
                <a:srgbClr val="C00000"/>
              </a:solidFill>
              <a:latin typeface="Arial"/>
              <a:ea typeface="Arial"/>
              <a:cs typeface="Arial"/>
              <a:sym typeface="Arial"/>
            </a:endParaRPr>
          </a:p>
        </p:txBody>
      </p:sp>
      <p:cxnSp>
        <p:nvCxnSpPr>
          <p:cNvPr id="746" name="Google Shape;746;p10"/>
          <p:cNvCxnSpPr/>
          <p:nvPr/>
        </p:nvCxnSpPr>
        <p:spPr>
          <a:xfrm rot="10800000">
            <a:off x="4123567" y="1881276"/>
            <a:ext cx="3035222" cy="0"/>
          </a:xfrm>
          <a:prstGeom prst="straightConnector1">
            <a:avLst/>
          </a:prstGeom>
          <a:noFill/>
          <a:ln cap="flat" cmpd="sng" w="28575">
            <a:solidFill>
              <a:schemeClr val="accent1"/>
            </a:solidFill>
            <a:prstDash val="solid"/>
            <a:miter lim="8000"/>
            <a:headEnd len="sm" w="sm" type="none"/>
            <a:tailEnd len="sm" w="sm" type="none"/>
          </a:ln>
        </p:spPr>
      </p:cxnSp>
      <p:sp>
        <p:nvSpPr>
          <p:cNvPr id="747" name="Google Shape;747;p10"/>
          <p:cNvSpPr txBox="1"/>
          <p:nvPr/>
        </p:nvSpPr>
        <p:spPr>
          <a:xfrm>
            <a:off x="398409" y="411871"/>
            <a:ext cx="115906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D1D1A"/>
                </a:solidFill>
                <a:latin typeface="Arial"/>
                <a:ea typeface="Arial"/>
                <a:cs typeface="Arial"/>
                <a:sym typeface="Arial"/>
              </a:rPr>
              <a:t>5G SD-WAN三大亮点：5G上行，3倍业界性能，优体验</a:t>
            </a:r>
            <a:endParaRPr b="1" sz="2400">
              <a:solidFill>
                <a:schemeClr val="dk1"/>
              </a:solidFill>
              <a:latin typeface="Arial"/>
              <a:ea typeface="Arial"/>
              <a:cs typeface="Arial"/>
              <a:sym typeface="Arial"/>
            </a:endParaRPr>
          </a:p>
        </p:txBody>
      </p:sp>
      <p:sp>
        <p:nvSpPr>
          <p:cNvPr id="748" name="Google Shape;748;p10"/>
          <p:cNvSpPr/>
          <p:nvPr/>
        </p:nvSpPr>
        <p:spPr>
          <a:xfrm>
            <a:off x="788445" y="4735677"/>
            <a:ext cx="6974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200">
                <a:solidFill>
                  <a:srgbClr val="1D1D1A"/>
                </a:solidFill>
                <a:latin typeface="Arial"/>
                <a:ea typeface="Arial"/>
                <a:cs typeface="Arial"/>
                <a:sym typeface="Arial"/>
              </a:rPr>
              <a:t>5G板卡</a:t>
            </a:r>
            <a:endParaRPr b="1" sz="1200">
              <a:solidFill>
                <a:srgbClr val="1D1D1A"/>
              </a:solidFill>
              <a:latin typeface="Arial"/>
              <a:ea typeface="Arial"/>
              <a:cs typeface="Arial"/>
              <a:sym typeface="Arial"/>
            </a:endParaRPr>
          </a:p>
        </p:txBody>
      </p:sp>
      <p:sp>
        <p:nvSpPr>
          <p:cNvPr id="749" name="Google Shape;749;p10"/>
          <p:cNvSpPr/>
          <p:nvPr/>
        </p:nvSpPr>
        <p:spPr>
          <a:xfrm>
            <a:off x="9811186" y="6105793"/>
            <a:ext cx="155844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chemeClr val="dk1"/>
                </a:solidFill>
                <a:latin typeface="Arial"/>
                <a:ea typeface="Arial"/>
                <a:cs typeface="Arial"/>
                <a:sym typeface="Arial"/>
              </a:rPr>
              <a:t>*未开启5G上行测试速率</a:t>
            </a:r>
            <a:endParaRPr i="1" sz="1000">
              <a:solidFill>
                <a:schemeClr val="dk1"/>
              </a:solidFill>
              <a:latin typeface="Calibri"/>
              <a:ea typeface="Calibri"/>
              <a:cs typeface="Calibri"/>
              <a:sym typeface="Calibri"/>
            </a:endParaRPr>
          </a:p>
        </p:txBody>
      </p:sp>
      <p:pic>
        <p:nvPicPr>
          <p:cNvPr id="750" name="Google Shape;750;p10"/>
          <p:cNvPicPr preferRelativeResize="0"/>
          <p:nvPr/>
        </p:nvPicPr>
        <p:blipFill rotWithShape="1">
          <a:blip r:embed="rId6">
            <a:alphaModFix/>
          </a:blip>
          <a:srcRect b="0" l="0" r="0" t="0"/>
          <a:stretch/>
        </p:blipFill>
        <p:spPr>
          <a:xfrm>
            <a:off x="729269" y="4198304"/>
            <a:ext cx="1117891" cy="512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p11"/>
          <p:cNvPicPr preferRelativeResize="0"/>
          <p:nvPr/>
        </p:nvPicPr>
        <p:blipFill rotWithShape="1">
          <a:blip r:embed="rId3">
            <a:alphaModFix/>
          </a:blip>
          <a:srcRect b="31423" l="820" r="-820" t="34910"/>
          <a:stretch/>
        </p:blipFill>
        <p:spPr>
          <a:xfrm flipH="1">
            <a:off x="417893" y="3083801"/>
            <a:ext cx="10926768" cy="900041"/>
          </a:xfrm>
          <a:prstGeom prst="rect">
            <a:avLst/>
          </a:prstGeom>
          <a:noFill/>
          <a:ln>
            <a:noFill/>
          </a:ln>
        </p:spPr>
      </p:pic>
      <p:sp>
        <p:nvSpPr>
          <p:cNvPr id="757" name="Google Shape;757;p11"/>
          <p:cNvSpPr txBox="1"/>
          <p:nvPr/>
        </p:nvSpPr>
        <p:spPr>
          <a:xfrm>
            <a:off x="477771" y="387810"/>
            <a:ext cx="115906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1D1D1A"/>
                </a:solidFill>
                <a:latin typeface="Arial"/>
                <a:ea typeface="Arial"/>
                <a:cs typeface="Arial"/>
                <a:sym typeface="Arial"/>
              </a:rPr>
              <a:t>全系列NetEngine AR6000支持5G，为企业构建5G高速园区出口</a:t>
            </a:r>
            <a:endParaRPr b="1" sz="2400">
              <a:solidFill>
                <a:srgbClr val="1D1D1A"/>
              </a:solidFill>
              <a:latin typeface="Arial"/>
              <a:ea typeface="Arial"/>
              <a:cs typeface="Arial"/>
              <a:sym typeface="Arial"/>
            </a:endParaRPr>
          </a:p>
        </p:txBody>
      </p:sp>
      <p:grpSp>
        <p:nvGrpSpPr>
          <p:cNvPr id="758" name="Google Shape;758;p11"/>
          <p:cNvGrpSpPr/>
          <p:nvPr/>
        </p:nvGrpSpPr>
        <p:grpSpPr>
          <a:xfrm>
            <a:off x="798316" y="3566291"/>
            <a:ext cx="10949515" cy="2573665"/>
            <a:chOff x="2468569" y="3470695"/>
            <a:chExt cx="9070332" cy="2131966"/>
          </a:xfrm>
        </p:grpSpPr>
        <p:grpSp>
          <p:nvGrpSpPr>
            <p:cNvPr id="759" name="Google Shape;759;p11"/>
            <p:cNvGrpSpPr/>
            <p:nvPr/>
          </p:nvGrpSpPr>
          <p:grpSpPr>
            <a:xfrm>
              <a:off x="2468569" y="3470695"/>
              <a:ext cx="9070332" cy="2131966"/>
              <a:chOff x="2468569" y="3470697"/>
              <a:chExt cx="9070332" cy="2131966"/>
            </a:xfrm>
          </p:grpSpPr>
          <p:grpSp>
            <p:nvGrpSpPr>
              <p:cNvPr id="760" name="Google Shape;760;p11"/>
              <p:cNvGrpSpPr/>
              <p:nvPr/>
            </p:nvGrpSpPr>
            <p:grpSpPr>
              <a:xfrm>
                <a:off x="2468569" y="3470697"/>
                <a:ext cx="9070332" cy="2131966"/>
                <a:chOff x="1084726" y="2985020"/>
                <a:chExt cx="10563269" cy="2482871"/>
              </a:xfrm>
            </p:grpSpPr>
            <p:pic>
              <p:nvPicPr>
                <p:cNvPr id="761" name="Google Shape;761;p11"/>
                <p:cNvPicPr preferRelativeResize="0"/>
                <p:nvPr/>
              </p:nvPicPr>
              <p:blipFill rotWithShape="1">
                <a:blip r:embed="rId4">
                  <a:alphaModFix/>
                </a:blip>
                <a:srcRect b="0" l="0" r="0" t="0"/>
                <a:stretch/>
              </p:blipFill>
              <p:spPr>
                <a:xfrm>
                  <a:off x="8704003" y="3520262"/>
                  <a:ext cx="2399364" cy="1507480"/>
                </a:xfrm>
                <a:prstGeom prst="rect">
                  <a:avLst/>
                </a:prstGeom>
                <a:noFill/>
                <a:ln>
                  <a:noFill/>
                </a:ln>
              </p:spPr>
            </p:pic>
            <p:pic>
              <p:nvPicPr>
                <p:cNvPr id="762" name="Google Shape;762;p11"/>
                <p:cNvPicPr preferRelativeResize="0"/>
                <p:nvPr/>
              </p:nvPicPr>
              <p:blipFill rotWithShape="1">
                <a:blip r:embed="rId5">
                  <a:alphaModFix/>
                </a:blip>
                <a:srcRect b="0" l="0" r="0" t="0"/>
                <a:stretch/>
              </p:blipFill>
              <p:spPr>
                <a:xfrm>
                  <a:off x="6168678" y="3803438"/>
                  <a:ext cx="2093992" cy="1023512"/>
                </a:xfrm>
                <a:prstGeom prst="rect">
                  <a:avLst/>
                </a:prstGeom>
                <a:noFill/>
                <a:ln>
                  <a:noFill/>
                </a:ln>
              </p:spPr>
            </p:pic>
            <p:sp>
              <p:nvSpPr>
                <p:cNvPr id="763" name="Google Shape;763;p11"/>
                <p:cNvSpPr txBox="1"/>
                <p:nvPr/>
              </p:nvSpPr>
              <p:spPr>
                <a:xfrm>
                  <a:off x="1196550" y="2985020"/>
                  <a:ext cx="2360398" cy="504724"/>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1D1D1A"/>
                      </a:solidFill>
                      <a:latin typeface="Arial"/>
                      <a:ea typeface="Arial"/>
                      <a:cs typeface="Arial"/>
                      <a:sym typeface="Arial"/>
                    </a:rPr>
                    <a:t>NetEngine </a:t>
                  </a:r>
                  <a:endParaRPr/>
                </a:p>
                <a:p>
                  <a:pPr indent="0" lvl="0" marL="0" marR="0" rtl="0" algn="ctr">
                    <a:spcBef>
                      <a:spcPts val="0"/>
                    </a:spcBef>
                    <a:spcAft>
                      <a:spcPts val="0"/>
                    </a:spcAft>
                    <a:buNone/>
                  </a:pPr>
                  <a:r>
                    <a:rPr b="1" lang="en-US" sz="1400">
                      <a:solidFill>
                        <a:srgbClr val="1D1D1A"/>
                      </a:solidFill>
                      <a:latin typeface="Arial"/>
                      <a:ea typeface="Arial"/>
                      <a:cs typeface="Arial"/>
                      <a:sym typeface="Arial"/>
                    </a:rPr>
                    <a:t>AR6121</a:t>
                  </a:r>
                  <a:endParaRPr/>
                </a:p>
              </p:txBody>
            </p:sp>
            <p:sp>
              <p:nvSpPr>
                <p:cNvPr id="764" name="Google Shape;764;p11"/>
                <p:cNvSpPr txBox="1"/>
                <p:nvPr/>
              </p:nvSpPr>
              <p:spPr>
                <a:xfrm>
                  <a:off x="6021199" y="4777083"/>
                  <a:ext cx="2479523" cy="690808"/>
                </a:xfrm>
                <a:prstGeom prst="rect">
                  <a:avLst/>
                </a:prstGeom>
                <a:noFill/>
                <a:ln>
                  <a:noFill/>
                </a:ln>
              </p:spPr>
              <p:txBody>
                <a:bodyPr anchorCtr="0" anchor="t" bIns="45700" lIns="45700" spcFirstLastPara="1" rIns="45700" wrap="square" tIns="45700">
                  <a:spAutoFit/>
                </a:bodyPr>
                <a:lstStyle/>
                <a:p>
                  <a:pPr indent="0" lvl="0" marL="0" marR="0" rtl="0" algn="ctr">
                    <a:lnSpc>
                      <a:spcPct val="150000"/>
                    </a:lnSpc>
                    <a:spcBef>
                      <a:spcPts val="0"/>
                    </a:spcBef>
                    <a:spcAft>
                      <a:spcPts val="0"/>
                    </a:spcAft>
                    <a:buNone/>
                  </a:pPr>
                  <a:r>
                    <a:rPr lang="en-US" sz="1200">
                      <a:solidFill>
                        <a:srgbClr val="1D1D1A"/>
                      </a:solidFill>
                      <a:latin typeface="Arial"/>
                      <a:ea typeface="Arial"/>
                      <a:cs typeface="Arial"/>
                      <a:sym typeface="Arial"/>
                    </a:rPr>
                    <a:t>3倍业界性能 &amp; 双电源冗余</a:t>
                  </a:r>
                  <a:endParaRPr sz="1200">
                    <a:solidFill>
                      <a:srgbClr val="1D1D1A"/>
                    </a:solidFill>
                    <a:latin typeface="Arial"/>
                    <a:ea typeface="Arial"/>
                    <a:cs typeface="Arial"/>
                    <a:sym typeface="Arial"/>
                  </a:endParaRPr>
                </a:p>
                <a:p>
                  <a:pPr indent="0" lvl="0" marL="0" marR="0" rtl="0" algn="ctr">
                    <a:lnSpc>
                      <a:spcPct val="150000"/>
                    </a:lnSpc>
                    <a:spcBef>
                      <a:spcPts val="0"/>
                    </a:spcBef>
                    <a:spcAft>
                      <a:spcPts val="0"/>
                    </a:spcAft>
                    <a:buNone/>
                  </a:pPr>
                  <a:r>
                    <a:rPr b="1" i="1" lang="en-US" sz="1200">
                      <a:solidFill>
                        <a:srgbClr val="C00000"/>
                      </a:solidFill>
                      <a:latin typeface="Arial"/>
                      <a:ea typeface="Arial"/>
                      <a:cs typeface="Arial"/>
                      <a:sym typeface="Arial"/>
                    </a:rPr>
                    <a:t>总部/大型分支</a:t>
                  </a:r>
                  <a:endParaRPr/>
                </a:p>
              </p:txBody>
            </p:sp>
            <p:sp>
              <p:nvSpPr>
                <p:cNvPr id="765" name="Google Shape;765;p11"/>
                <p:cNvSpPr txBox="1"/>
                <p:nvPr/>
              </p:nvSpPr>
              <p:spPr>
                <a:xfrm>
                  <a:off x="6188342" y="2985020"/>
                  <a:ext cx="2231376" cy="504724"/>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1D1D1A"/>
                      </a:solidFill>
                      <a:latin typeface="Arial"/>
                      <a:ea typeface="Arial"/>
                      <a:cs typeface="Arial"/>
                      <a:sym typeface="Arial"/>
                    </a:rPr>
                    <a:t>NetEngine</a:t>
                  </a:r>
                  <a:endParaRPr/>
                </a:p>
                <a:p>
                  <a:pPr indent="0" lvl="0" marL="0" marR="0" rtl="0" algn="ctr">
                    <a:spcBef>
                      <a:spcPts val="0"/>
                    </a:spcBef>
                    <a:spcAft>
                      <a:spcPts val="0"/>
                    </a:spcAft>
                    <a:buNone/>
                  </a:pPr>
                  <a:r>
                    <a:rPr b="1" lang="en-US" sz="1400">
                      <a:solidFill>
                        <a:srgbClr val="1D1D1A"/>
                      </a:solidFill>
                      <a:latin typeface="Arial"/>
                      <a:ea typeface="Arial"/>
                      <a:cs typeface="Arial"/>
                      <a:sym typeface="Arial"/>
                    </a:rPr>
                    <a:t>AR6280</a:t>
                  </a:r>
                  <a:endParaRPr/>
                </a:p>
              </p:txBody>
            </p:sp>
            <p:sp>
              <p:nvSpPr>
                <p:cNvPr id="766" name="Google Shape;766;p11"/>
                <p:cNvSpPr txBox="1"/>
                <p:nvPr/>
              </p:nvSpPr>
              <p:spPr>
                <a:xfrm>
                  <a:off x="8327362" y="4777082"/>
                  <a:ext cx="3320633" cy="623491"/>
                </a:xfrm>
                <a:prstGeom prst="rect">
                  <a:avLst/>
                </a:prstGeom>
                <a:noFill/>
                <a:ln>
                  <a:noFill/>
                </a:ln>
              </p:spPr>
              <p:txBody>
                <a:bodyPr anchorCtr="0" anchor="t" bIns="45700" lIns="45700" spcFirstLastPara="1" rIns="45700" wrap="square" tIns="45700">
                  <a:spAutoFit/>
                </a:bodyPr>
                <a:lstStyle/>
                <a:p>
                  <a:pPr indent="0" lvl="0" marL="0" marR="0" rtl="0" algn="ctr">
                    <a:lnSpc>
                      <a:spcPct val="150000"/>
                    </a:lnSpc>
                    <a:spcBef>
                      <a:spcPts val="0"/>
                    </a:spcBef>
                    <a:spcAft>
                      <a:spcPts val="0"/>
                    </a:spcAft>
                    <a:buNone/>
                  </a:pPr>
                  <a:r>
                    <a:rPr lang="en-US" sz="1200">
                      <a:solidFill>
                        <a:srgbClr val="1D1D1A"/>
                      </a:solidFill>
                      <a:latin typeface="Arial"/>
                      <a:ea typeface="Arial"/>
                      <a:cs typeface="Arial"/>
                      <a:sym typeface="Arial"/>
                    </a:rPr>
                    <a:t>3倍业界性能 &amp; 双主控双电源</a:t>
                  </a:r>
                  <a:endParaRPr sz="1200">
                    <a:solidFill>
                      <a:srgbClr val="1D1D1A"/>
                    </a:solidFill>
                    <a:latin typeface="Arial"/>
                    <a:ea typeface="Arial"/>
                    <a:cs typeface="Arial"/>
                    <a:sym typeface="Arial"/>
                  </a:endParaRPr>
                </a:p>
                <a:p>
                  <a:pPr indent="0" lvl="0" marL="0" marR="0" rtl="0" algn="ctr">
                    <a:lnSpc>
                      <a:spcPct val="150000"/>
                    </a:lnSpc>
                    <a:spcBef>
                      <a:spcPts val="0"/>
                    </a:spcBef>
                    <a:spcAft>
                      <a:spcPts val="0"/>
                    </a:spcAft>
                    <a:buNone/>
                  </a:pPr>
                  <a:r>
                    <a:rPr b="1" i="1" lang="en-US" sz="1200">
                      <a:solidFill>
                        <a:srgbClr val="C00000"/>
                      </a:solidFill>
                      <a:latin typeface="Arial"/>
                      <a:ea typeface="Arial"/>
                      <a:cs typeface="Arial"/>
                      <a:sym typeface="Arial"/>
                    </a:rPr>
                    <a:t>总部/大型分支</a:t>
                  </a:r>
                  <a:endParaRPr/>
                </a:p>
              </p:txBody>
            </p:sp>
            <p:sp>
              <p:nvSpPr>
                <p:cNvPr id="767" name="Google Shape;767;p11"/>
                <p:cNvSpPr txBox="1"/>
                <p:nvPr/>
              </p:nvSpPr>
              <p:spPr>
                <a:xfrm>
                  <a:off x="8871991" y="2985020"/>
                  <a:ext cx="2231376" cy="504724"/>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1D1D1A"/>
                      </a:solidFill>
                      <a:latin typeface="Arial"/>
                      <a:ea typeface="Arial"/>
                      <a:cs typeface="Arial"/>
                      <a:sym typeface="Arial"/>
                    </a:rPr>
                    <a:t>NetEngine</a:t>
                  </a:r>
                  <a:endParaRPr/>
                </a:p>
                <a:p>
                  <a:pPr indent="0" lvl="0" marL="0" marR="0" rtl="0" algn="ctr">
                    <a:spcBef>
                      <a:spcPts val="0"/>
                    </a:spcBef>
                    <a:spcAft>
                      <a:spcPts val="0"/>
                    </a:spcAft>
                    <a:buNone/>
                  </a:pPr>
                  <a:r>
                    <a:rPr b="1" lang="en-US" sz="1400">
                      <a:solidFill>
                        <a:srgbClr val="1D1D1A"/>
                      </a:solidFill>
                      <a:latin typeface="Arial"/>
                      <a:ea typeface="Arial"/>
                      <a:cs typeface="Arial"/>
                      <a:sym typeface="Arial"/>
                    </a:rPr>
                    <a:t>AR6300</a:t>
                  </a:r>
                  <a:endParaRPr b="1" sz="1400">
                    <a:solidFill>
                      <a:srgbClr val="1D1D1A"/>
                    </a:solidFill>
                    <a:latin typeface="Arial"/>
                    <a:ea typeface="Arial"/>
                    <a:cs typeface="Arial"/>
                    <a:sym typeface="Arial"/>
                  </a:endParaRPr>
                </a:p>
              </p:txBody>
            </p:sp>
            <p:sp>
              <p:nvSpPr>
                <p:cNvPr id="768" name="Google Shape;768;p11"/>
                <p:cNvSpPr txBox="1"/>
                <p:nvPr/>
              </p:nvSpPr>
              <p:spPr>
                <a:xfrm>
                  <a:off x="3640238" y="2985020"/>
                  <a:ext cx="2360398" cy="504724"/>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US" sz="1400">
                      <a:solidFill>
                        <a:srgbClr val="1D1D1A"/>
                      </a:solidFill>
                      <a:latin typeface="Arial"/>
                      <a:ea typeface="Arial"/>
                      <a:cs typeface="Arial"/>
                      <a:sym typeface="Arial"/>
                    </a:rPr>
                    <a:t>NetEngine</a:t>
                  </a:r>
                  <a:endParaRPr/>
                </a:p>
                <a:p>
                  <a:pPr indent="0" lvl="0" marL="0" marR="0" rtl="0" algn="ctr">
                    <a:spcBef>
                      <a:spcPts val="0"/>
                    </a:spcBef>
                    <a:spcAft>
                      <a:spcPts val="0"/>
                    </a:spcAft>
                    <a:buNone/>
                  </a:pPr>
                  <a:r>
                    <a:rPr b="1" lang="en-US" sz="1400">
                      <a:solidFill>
                        <a:srgbClr val="1D1D1A"/>
                      </a:solidFill>
                      <a:latin typeface="Arial"/>
                      <a:ea typeface="Arial"/>
                      <a:cs typeface="Arial"/>
                      <a:sym typeface="Arial"/>
                    </a:rPr>
                    <a:t>AR6140</a:t>
                  </a:r>
                  <a:endParaRPr/>
                </a:p>
              </p:txBody>
            </p:sp>
            <p:sp>
              <p:nvSpPr>
                <p:cNvPr id="769" name="Google Shape;769;p11"/>
                <p:cNvSpPr txBox="1"/>
                <p:nvPr/>
              </p:nvSpPr>
              <p:spPr>
                <a:xfrm>
                  <a:off x="3521113" y="4777082"/>
                  <a:ext cx="2479523" cy="690808"/>
                </a:xfrm>
                <a:prstGeom prst="rect">
                  <a:avLst/>
                </a:prstGeom>
                <a:noFill/>
                <a:ln>
                  <a:noFill/>
                </a:ln>
              </p:spPr>
              <p:txBody>
                <a:bodyPr anchorCtr="0" anchor="t" bIns="45700" lIns="45700" spcFirstLastPara="1" rIns="45700" wrap="square" tIns="45700">
                  <a:spAutoFit/>
                </a:bodyPr>
                <a:lstStyle/>
                <a:p>
                  <a:pPr indent="0" lvl="0" marL="0" marR="0" rtl="0" algn="ctr">
                    <a:lnSpc>
                      <a:spcPct val="150000"/>
                    </a:lnSpc>
                    <a:spcBef>
                      <a:spcPts val="0"/>
                    </a:spcBef>
                    <a:spcAft>
                      <a:spcPts val="0"/>
                    </a:spcAft>
                    <a:buNone/>
                  </a:pPr>
                  <a:r>
                    <a:rPr lang="en-US" sz="1200">
                      <a:solidFill>
                        <a:srgbClr val="1D1D1A"/>
                      </a:solidFill>
                      <a:latin typeface="Arial"/>
                      <a:ea typeface="Arial"/>
                      <a:cs typeface="Arial"/>
                      <a:sym typeface="Arial"/>
                    </a:rPr>
                    <a:t>高性能多接口 &amp; 双电源冗余</a:t>
                  </a:r>
                  <a:endParaRPr sz="1200">
                    <a:solidFill>
                      <a:srgbClr val="1D1D1A"/>
                    </a:solidFill>
                    <a:latin typeface="Arial"/>
                    <a:ea typeface="Arial"/>
                    <a:cs typeface="Arial"/>
                    <a:sym typeface="Arial"/>
                  </a:endParaRPr>
                </a:p>
                <a:p>
                  <a:pPr indent="0" lvl="0" marL="0" marR="0" rtl="0" algn="ctr">
                    <a:lnSpc>
                      <a:spcPct val="150000"/>
                    </a:lnSpc>
                    <a:spcBef>
                      <a:spcPts val="0"/>
                    </a:spcBef>
                    <a:spcAft>
                      <a:spcPts val="0"/>
                    </a:spcAft>
                    <a:buNone/>
                  </a:pPr>
                  <a:r>
                    <a:rPr b="1" i="1" lang="en-US" sz="1200">
                      <a:solidFill>
                        <a:srgbClr val="C00000"/>
                      </a:solidFill>
                      <a:latin typeface="Arial"/>
                      <a:ea typeface="Arial"/>
                      <a:cs typeface="Arial"/>
                      <a:sym typeface="Arial"/>
                    </a:rPr>
                    <a:t>中型分支</a:t>
                  </a:r>
                  <a:endParaRPr b="1" i="1" sz="1200">
                    <a:solidFill>
                      <a:srgbClr val="C00000"/>
                    </a:solidFill>
                    <a:latin typeface="Arial"/>
                    <a:ea typeface="Arial"/>
                    <a:cs typeface="Arial"/>
                    <a:sym typeface="Arial"/>
                  </a:endParaRPr>
                </a:p>
              </p:txBody>
            </p:sp>
            <p:sp>
              <p:nvSpPr>
                <p:cNvPr id="770" name="Google Shape;770;p11"/>
                <p:cNvSpPr txBox="1"/>
                <p:nvPr/>
              </p:nvSpPr>
              <p:spPr>
                <a:xfrm>
                  <a:off x="1084726" y="4777082"/>
                  <a:ext cx="2479523" cy="690808"/>
                </a:xfrm>
                <a:prstGeom prst="rect">
                  <a:avLst/>
                </a:prstGeom>
                <a:noFill/>
                <a:ln>
                  <a:noFill/>
                </a:ln>
              </p:spPr>
              <p:txBody>
                <a:bodyPr anchorCtr="0" anchor="t" bIns="45700" lIns="45700" spcFirstLastPara="1" rIns="45700" wrap="square" tIns="45700">
                  <a:spAutoFit/>
                </a:bodyPr>
                <a:lstStyle/>
                <a:p>
                  <a:pPr indent="0" lvl="0" marL="0" marR="0" rtl="0" algn="ctr">
                    <a:lnSpc>
                      <a:spcPct val="150000"/>
                    </a:lnSpc>
                    <a:spcBef>
                      <a:spcPts val="0"/>
                    </a:spcBef>
                    <a:spcAft>
                      <a:spcPts val="0"/>
                    </a:spcAft>
                    <a:buNone/>
                  </a:pPr>
                  <a:r>
                    <a:rPr lang="en-US" sz="1200">
                      <a:solidFill>
                        <a:srgbClr val="1D1D1A"/>
                      </a:solidFill>
                      <a:latin typeface="Arial"/>
                      <a:ea typeface="Arial"/>
                      <a:cs typeface="Arial"/>
                      <a:sym typeface="Arial"/>
                    </a:rPr>
                    <a:t>万兆上行&amp;多业务</a:t>
                  </a:r>
                  <a:endParaRPr/>
                </a:p>
                <a:p>
                  <a:pPr indent="0" lvl="0" marL="0" marR="0" rtl="0" algn="ctr">
                    <a:lnSpc>
                      <a:spcPct val="150000"/>
                    </a:lnSpc>
                    <a:spcBef>
                      <a:spcPts val="0"/>
                    </a:spcBef>
                    <a:spcAft>
                      <a:spcPts val="0"/>
                    </a:spcAft>
                    <a:buNone/>
                  </a:pPr>
                  <a:r>
                    <a:rPr b="1" i="1" lang="en-US" sz="1200">
                      <a:solidFill>
                        <a:srgbClr val="C00000"/>
                      </a:solidFill>
                      <a:latin typeface="Arial"/>
                      <a:ea typeface="Arial"/>
                      <a:cs typeface="Arial"/>
                      <a:sym typeface="Arial"/>
                    </a:rPr>
                    <a:t>中小型分支</a:t>
                  </a:r>
                  <a:endParaRPr/>
                </a:p>
              </p:txBody>
            </p:sp>
          </p:grpSp>
          <p:pic>
            <p:nvPicPr>
              <p:cNvPr id="771" name="Google Shape;771;p11"/>
              <p:cNvPicPr preferRelativeResize="0"/>
              <p:nvPr/>
            </p:nvPicPr>
            <p:blipFill rotWithShape="1">
              <a:blip r:embed="rId6">
                <a:alphaModFix/>
              </a:blip>
              <a:srcRect b="0" l="0" r="0" t="0"/>
              <a:stretch/>
            </p:blipFill>
            <p:spPr>
              <a:xfrm>
                <a:off x="4713079" y="4355797"/>
                <a:ext cx="1846797" cy="670368"/>
              </a:xfrm>
              <a:prstGeom prst="rect">
                <a:avLst/>
              </a:prstGeom>
              <a:noFill/>
              <a:ln>
                <a:noFill/>
              </a:ln>
            </p:spPr>
          </p:pic>
        </p:grpSp>
        <p:pic>
          <p:nvPicPr>
            <p:cNvPr id="772" name="Google Shape;772;p11"/>
            <p:cNvPicPr preferRelativeResize="0"/>
            <p:nvPr/>
          </p:nvPicPr>
          <p:blipFill rotWithShape="1">
            <a:blip r:embed="rId7">
              <a:alphaModFix/>
            </a:blip>
            <a:srcRect b="0" l="0" r="0" t="0"/>
            <a:stretch/>
          </p:blipFill>
          <p:spPr>
            <a:xfrm>
              <a:off x="2754090" y="4476523"/>
              <a:ext cx="1558043" cy="548912"/>
            </a:xfrm>
            <a:prstGeom prst="rect">
              <a:avLst/>
            </a:prstGeom>
            <a:noFill/>
            <a:ln>
              <a:noFill/>
            </a:ln>
          </p:spPr>
        </p:pic>
      </p:grpSp>
      <p:sp>
        <p:nvSpPr>
          <p:cNvPr id="773" name="Google Shape;773;p11"/>
          <p:cNvSpPr/>
          <p:nvPr/>
        </p:nvSpPr>
        <p:spPr>
          <a:xfrm>
            <a:off x="493588" y="1366221"/>
            <a:ext cx="11169805" cy="4775499"/>
          </a:xfrm>
          <a:prstGeom prst="roundRect">
            <a:avLst>
              <a:gd fmla="val 3435" name="adj"/>
            </a:avLst>
          </a:prstGeom>
          <a:noFill/>
          <a:ln cap="flat" cmpd="sng" w="12700">
            <a:solidFill>
              <a:srgbClr val="B0B0B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774" name="Google Shape;774;p11"/>
          <p:cNvSpPr/>
          <p:nvPr/>
        </p:nvSpPr>
        <p:spPr>
          <a:xfrm>
            <a:off x="4232849" y="2241094"/>
            <a:ext cx="3322254" cy="1157845"/>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775" name="Google Shape;775;p11"/>
          <p:cNvSpPr txBox="1"/>
          <p:nvPr/>
        </p:nvSpPr>
        <p:spPr>
          <a:xfrm>
            <a:off x="4247001" y="2296338"/>
            <a:ext cx="182923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C00000"/>
                </a:solidFill>
                <a:latin typeface="Arial"/>
                <a:ea typeface="Arial"/>
                <a:cs typeface="Arial"/>
                <a:sym typeface="Arial"/>
              </a:rPr>
              <a:t>可插拔式5G 板卡</a:t>
            </a:r>
            <a:endParaRPr b="1" sz="1600">
              <a:solidFill>
                <a:srgbClr val="C00000"/>
              </a:solidFill>
              <a:latin typeface="Arial"/>
              <a:ea typeface="Arial"/>
              <a:cs typeface="Arial"/>
              <a:sym typeface="Arial"/>
            </a:endParaRPr>
          </a:p>
        </p:txBody>
      </p:sp>
      <p:sp>
        <p:nvSpPr>
          <p:cNvPr id="776" name="Google Shape;776;p11"/>
          <p:cNvSpPr/>
          <p:nvPr/>
        </p:nvSpPr>
        <p:spPr>
          <a:xfrm>
            <a:off x="562343" y="1416737"/>
            <a:ext cx="1091430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C00000"/>
                </a:solidFill>
                <a:latin typeface="Arial"/>
                <a:ea typeface="Arial"/>
                <a:cs typeface="Arial"/>
                <a:sym typeface="Arial"/>
              </a:rPr>
              <a:t>全系列NetEngine AR6000支持5G，为不同规模企业分支构建5G高速网络出口</a:t>
            </a:r>
            <a:endParaRPr b="1" sz="2000">
              <a:solidFill>
                <a:srgbClr val="C00000"/>
              </a:solidFill>
              <a:latin typeface="Arial"/>
              <a:ea typeface="Arial"/>
              <a:cs typeface="Arial"/>
              <a:sym typeface="Arial"/>
            </a:endParaRPr>
          </a:p>
        </p:txBody>
      </p:sp>
      <p:sp>
        <p:nvSpPr>
          <p:cNvPr id="777" name="Google Shape;777;p11"/>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5G上行</a:t>
            </a:r>
            <a:endParaRPr/>
          </a:p>
        </p:txBody>
      </p:sp>
      <p:pic>
        <p:nvPicPr>
          <p:cNvPr id="778" name="Google Shape;778;p11"/>
          <p:cNvPicPr preferRelativeResize="0"/>
          <p:nvPr/>
        </p:nvPicPr>
        <p:blipFill rotWithShape="1">
          <a:blip r:embed="rId8">
            <a:alphaModFix/>
          </a:blip>
          <a:srcRect b="0" l="0" r="0" t="0"/>
          <a:stretch/>
        </p:blipFill>
        <p:spPr>
          <a:xfrm>
            <a:off x="5393831" y="2670785"/>
            <a:ext cx="1389430" cy="63723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4"/>
          <p:cNvSpPr txBox="1"/>
          <p:nvPr/>
        </p:nvSpPr>
        <p:spPr>
          <a:xfrm>
            <a:off x="326836" y="44147"/>
            <a:ext cx="11669694" cy="103772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3倍业界性能：创新CPU+NP+硬件加速器异构转发架构</a:t>
            </a:r>
            <a:endParaRPr b="1" sz="2400">
              <a:solidFill>
                <a:srgbClr val="000000"/>
              </a:solidFill>
              <a:latin typeface="Arial"/>
              <a:ea typeface="Arial"/>
              <a:cs typeface="Arial"/>
              <a:sym typeface="Arial"/>
            </a:endParaRPr>
          </a:p>
        </p:txBody>
      </p:sp>
      <p:sp>
        <p:nvSpPr>
          <p:cNvPr id="785" name="Google Shape;785;p14"/>
          <p:cNvSpPr/>
          <p:nvPr/>
        </p:nvSpPr>
        <p:spPr>
          <a:xfrm>
            <a:off x="4466522" y="891375"/>
            <a:ext cx="7154906" cy="515045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Arial"/>
              <a:ea typeface="Arial"/>
              <a:cs typeface="Arial"/>
              <a:sym typeface="Arial"/>
            </a:endParaRPr>
          </a:p>
        </p:txBody>
      </p:sp>
      <p:sp>
        <p:nvSpPr>
          <p:cNvPr id="786" name="Google Shape;786;p14"/>
          <p:cNvSpPr/>
          <p:nvPr/>
        </p:nvSpPr>
        <p:spPr>
          <a:xfrm>
            <a:off x="601182" y="986145"/>
            <a:ext cx="3587335" cy="515045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Arial"/>
              <a:ea typeface="Arial"/>
              <a:cs typeface="Arial"/>
              <a:sym typeface="Arial"/>
            </a:endParaRPr>
          </a:p>
        </p:txBody>
      </p:sp>
      <p:grpSp>
        <p:nvGrpSpPr>
          <p:cNvPr id="787" name="Google Shape;787;p14"/>
          <p:cNvGrpSpPr/>
          <p:nvPr/>
        </p:nvGrpSpPr>
        <p:grpSpPr>
          <a:xfrm>
            <a:off x="831358" y="1965806"/>
            <a:ext cx="3182642" cy="3718002"/>
            <a:chOff x="900853" y="2107807"/>
            <a:chExt cx="3182642" cy="3718002"/>
          </a:xfrm>
        </p:grpSpPr>
        <p:sp>
          <p:nvSpPr>
            <p:cNvPr id="788" name="Google Shape;788;p14"/>
            <p:cNvSpPr/>
            <p:nvPr/>
          </p:nvSpPr>
          <p:spPr>
            <a:xfrm>
              <a:off x="900853" y="3424032"/>
              <a:ext cx="933291" cy="42772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办公互联时代</a:t>
              </a:r>
              <a:endParaRPr sz="800">
                <a:solidFill>
                  <a:schemeClr val="dk1"/>
                </a:solidFill>
                <a:latin typeface="Arial"/>
                <a:ea typeface="Arial"/>
                <a:cs typeface="Arial"/>
                <a:sym typeface="Arial"/>
              </a:endParaRPr>
            </a:p>
          </p:txBody>
        </p:sp>
        <p:sp>
          <p:nvSpPr>
            <p:cNvPr id="789" name="Google Shape;789;p14"/>
            <p:cNvSpPr/>
            <p:nvPr/>
          </p:nvSpPr>
          <p:spPr>
            <a:xfrm>
              <a:off x="1865094" y="3424032"/>
              <a:ext cx="933291" cy="42772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业务专线时代</a:t>
              </a:r>
              <a:endParaRPr sz="800">
                <a:solidFill>
                  <a:schemeClr val="dk1"/>
                </a:solidFill>
                <a:latin typeface="Arial"/>
                <a:ea typeface="Arial"/>
                <a:cs typeface="Arial"/>
                <a:sym typeface="Arial"/>
              </a:endParaRPr>
            </a:p>
          </p:txBody>
        </p:sp>
        <p:grpSp>
          <p:nvGrpSpPr>
            <p:cNvPr id="790" name="Google Shape;790;p14"/>
            <p:cNvGrpSpPr/>
            <p:nvPr/>
          </p:nvGrpSpPr>
          <p:grpSpPr>
            <a:xfrm>
              <a:off x="912770" y="2107807"/>
              <a:ext cx="3170725" cy="3718002"/>
              <a:chOff x="791763" y="1796016"/>
              <a:chExt cx="3313411" cy="4121916"/>
            </a:xfrm>
          </p:grpSpPr>
          <p:sp>
            <p:nvSpPr>
              <p:cNvPr id="791" name="Google Shape;791;p14"/>
              <p:cNvSpPr/>
              <p:nvPr/>
            </p:nvSpPr>
            <p:spPr>
              <a:xfrm>
                <a:off x="858851" y="3204743"/>
                <a:ext cx="895749" cy="167799"/>
              </a:xfrm>
              <a:prstGeom prst="rect">
                <a:avLst/>
              </a:prstGeom>
              <a:solidFill>
                <a:srgbClr val="0C0C0C">
                  <a:alpha val="10196"/>
                </a:srgbClr>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Email</a:t>
                </a:r>
                <a:endParaRPr sz="700">
                  <a:solidFill>
                    <a:schemeClr val="dk1"/>
                  </a:solidFill>
                  <a:latin typeface="Arial"/>
                  <a:ea typeface="Arial"/>
                  <a:cs typeface="Arial"/>
                  <a:sym typeface="Arial"/>
                </a:endParaRPr>
              </a:p>
            </p:txBody>
          </p:sp>
          <p:grpSp>
            <p:nvGrpSpPr>
              <p:cNvPr id="792" name="Google Shape;792;p14"/>
              <p:cNvGrpSpPr/>
              <p:nvPr/>
            </p:nvGrpSpPr>
            <p:grpSpPr>
              <a:xfrm>
                <a:off x="2879757" y="2837727"/>
                <a:ext cx="891717" cy="530609"/>
                <a:chOff x="3156407" y="2662793"/>
                <a:chExt cx="470062" cy="609213"/>
              </a:xfrm>
            </p:grpSpPr>
            <p:sp>
              <p:nvSpPr>
                <p:cNvPr id="793" name="Google Shape;793;p14"/>
                <p:cNvSpPr/>
                <p:nvPr/>
              </p:nvSpPr>
              <p:spPr>
                <a:xfrm>
                  <a:off x="3156408" y="3079350"/>
                  <a:ext cx="470061" cy="192656"/>
                </a:xfrm>
                <a:prstGeom prst="rect">
                  <a:avLst/>
                </a:prstGeom>
                <a:solidFill>
                  <a:srgbClr val="0C0C0C">
                    <a:alpha val="10196"/>
                  </a:srgbClr>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Email</a:t>
                  </a:r>
                  <a:endParaRPr sz="700">
                    <a:solidFill>
                      <a:schemeClr val="dk1"/>
                    </a:solidFill>
                    <a:latin typeface="Arial"/>
                    <a:ea typeface="Arial"/>
                    <a:cs typeface="Arial"/>
                    <a:sym typeface="Arial"/>
                  </a:endParaRPr>
                </a:p>
              </p:txBody>
            </p:sp>
            <p:sp>
              <p:nvSpPr>
                <p:cNvPr id="794" name="Google Shape;794;p14"/>
                <p:cNvSpPr/>
                <p:nvPr/>
              </p:nvSpPr>
              <p:spPr>
                <a:xfrm>
                  <a:off x="3156408" y="2871071"/>
                  <a:ext cx="470061" cy="192656"/>
                </a:xfrm>
                <a:prstGeom prst="rect">
                  <a:avLst/>
                </a:prstGeom>
                <a:solidFill>
                  <a:srgbClr val="A5A5A5"/>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ERP</a:t>
                  </a:r>
                  <a:endParaRPr sz="700">
                    <a:solidFill>
                      <a:schemeClr val="dk1"/>
                    </a:solidFill>
                    <a:latin typeface="Arial"/>
                    <a:ea typeface="Arial"/>
                    <a:cs typeface="Arial"/>
                    <a:sym typeface="Arial"/>
                  </a:endParaRPr>
                </a:p>
              </p:txBody>
            </p:sp>
            <p:sp>
              <p:nvSpPr>
                <p:cNvPr id="795" name="Google Shape;795;p14"/>
                <p:cNvSpPr/>
                <p:nvPr/>
              </p:nvSpPr>
              <p:spPr>
                <a:xfrm>
                  <a:off x="3156407" y="2662793"/>
                  <a:ext cx="470061" cy="192656"/>
                </a:xfrm>
                <a:prstGeom prst="rect">
                  <a:avLst/>
                </a:prstGeom>
                <a:solidFill>
                  <a:srgbClr val="A5A5A5"/>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CRM</a:t>
                  </a:r>
                  <a:endParaRPr sz="700">
                    <a:solidFill>
                      <a:schemeClr val="dk1"/>
                    </a:solidFill>
                    <a:latin typeface="Arial"/>
                    <a:ea typeface="Arial"/>
                    <a:cs typeface="Arial"/>
                    <a:sym typeface="Arial"/>
                  </a:endParaRPr>
                </a:p>
              </p:txBody>
            </p:sp>
          </p:grpSp>
          <p:grpSp>
            <p:nvGrpSpPr>
              <p:cNvPr id="796" name="Google Shape;796;p14"/>
              <p:cNvGrpSpPr/>
              <p:nvPr/>
            </p:nvGrpSpPr>
            <p:grpSpPr>
              <a:xfrm>
                <a:off x="1871326" y="2837730"/>
                <a:ext cx="891716" cy="530609"/>
                <a:chOff x="2343759" y="2667000"/>
                <a:chExt cx="891716" cy="609213"/>
              </a:xfrm>
            </p:grpSpPr>
            <p:sp>
              <p:nvSpPr>
                <p:cNvPr id="797" name="Google Shape;797;p14"/>
                <p:cNvSpPr/>
                <p:nvPr/>
              </p:nvSpPr>
              <p:spPr>
                <a:xfrm>
                  <a:off x="2343759" y="3083557"/>
                  <a:ext cx="891716" cy="192656"/>
                </a:xfrm>
                <a:prstGeom prst="rect">
                  <a:avLst/>
                </a:prstGeom>
                <a:solidFill>
                  <a:srgbClr val="0C0C0C">
                    <a:alpha val="10196"/>
                  </a:srgbClr>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Email</a:t>
                  </a:r>
                  <a:endParaRPr sz="700">
                    <a:solidFill>
                      <a:schemeClr val="dk1"/>
                    </a:solidFill>
                    <a:latin typeface="Arial"/>
                    <a:ea typeface="Arial"/>
                    <a:cs typeface="Arial"/>
                    <a:sym typeface="Arial"/>
                  </a:endParaRPr>
                </a:p>
              </p:txBody>
            </p:sp>
            <p:sp>
              <p:nvSpPr>
                <p:cNvPr id="798" name="Google Shape;798;p14"/>
                <p:cNvSpPr/>
                <p:nvPr/>
              </p:nvSpPr>
              <p:spPr>
                <a:xfrm>
                  <a:off x="2343759" y="2875278"/>
                  <a:ext cx="891716" cy="192656"/>
                </a:xfrm>
                <a:prstGeom prst="rect">
                  <a:avLst/>
                </a:prstGeom>
                <a:solidFill>
                  <a:srgbClr val="A5A5A5"/>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ERP</a:t>
                  </a:r>
                  <a:endParaRPr sz="700">
                    <a:solidFill>
                      <a:schemeClr val="dk1"/>
                    </a:solidFill>
                    <a:latin typeface="Arial"/>
                    <a:ea typeface="Arial"/>
                    <a:cs typeface="Arial"/>
                    <a:sym typeface="Arial"/>
                  </a:endParaRPr>
                </a:p>
              </p:txBody>
            </p:sp>
            <p:sp>
              <p:nvSpPr>
                <p:cNvPr id="799" name="Google Shape;799;p14"/>
                <p:cNvSpPr/>
                <p:nvPr/>
              </p:nvSpPr>
              <p:spPr>
                <a:xfrm>
                  <a:off x="2343759" y="2667000"/>
                  <a:ext cx="891716" cy="192656"/>
                </a:xfrm>
                <a:prstGeom prst="rect">
                  <a:avLst/>
                </a:prstGeom>
                <a:solidFill>
                  <a:srgbClr val="A5A5A5"/>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dk1"/>
                      </a:solidFill>
                      <a:latin typeface="Arial"/>
                      <a:ea typeface="Arial"/>
                      <a:cs typeface="Arial"/>
                      <a:sym typeface="Arial"/>
                    </a:rPr>
                    <a:t>CRM</a:t>
                  </a:r>
                  <a:endParaRPr sz="700">
                    <a:solidFill>
                      <a:schemeClr val="dk1"/>
                    </a:solidFill>
                    <a:latin typeface="Arial"/>
                    <a:ea typeface="Arial"/>
                    <a:cs typeface="Arial"/>
                    <a:sym typeface="Arial"/>
                  </a:endParaRPr>
                </a:p>
              </p:txBody>
            </p:sp>
          </p:grpSp>
          <p:sp>
            <p:nvSpPr>
              <p:cNvPr id="800" name="Google Shape;800;p14"/>
              <p:cNvSpPr/>
              <p:nvPr/>
            </p:nvSpPr>
            <p:spPr>
              <a:xfrm>
                <a:off x="2810655" y="1796016"/>
                <a:ext cx="1029923" cy="427727"/>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100Mbps~</a:t>
                </a:r>
                <a:endParaRPr sz="400">
                  <a:solidFill>
                    <a:schemeClr val="dk1"/>
                  </a:solidFill>
                  <a:latin typeface="Arial"/>
                  <a:ea typeface="Arial"/>
                  <a:cs typeface="Arial"/>
                  <a:sym typeface="Arial"/>
                </a:endParaRPr>
              </a:p>
            </p:txBody>
          </p:sp>
          <p:sp>
            <p:nvSpPr>
              <p:cNvPr id="801" name="Google Shape;801;p14"/>
              <p:cNvSpPr/>
              <p:nvPr/>
            </p:nvSpPr>
            <p:spPr>
              <a:xfrm>
                <a:off x="1821686" y="2531542"/>
                <a:ext cx="1029923" cy="42772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1~10Mbps</a:t>
                </a:r>
                <a:endParaRPr sz="400">
                  <a:solidFill>
                    <a:schemeClr val="dk1"/>
                  </a:solidFill>
                  <a:latin typeface="Arial"/>
                  <a:ea typeface="Arial"/>
                  <a:cs typeface="Arial"/>
                  <a:sym typeface="Arial"/>
                </a:endParaRPr>
              </a:p>
            </p:txBody>
          </p:sp>
          <p:sp>
            <p:nvSpPr>
              <p:cNvPr id="802" name="Google Shape;802;p14"/>
              <p:cNvSpPr/>
              <p:nvPr/>
            </p:nvSpPr>
            <p:spPr>
              <a:xfrm>
                <a:off x="791763" y="2829794"/>
                <a:ext cx="1029923" cy="42772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~1Mbps</a:t>
                </a:r>
                <a:endParaRPr/>
              </a:p>
            </p:txBody>
          </p:sp>
          <p:cxnSp>
            <p:nvCxnSpPr>
              <p:cNvPr id="803" name="Google Shape;803;p14"/>
              <p:cNvCxnSpPr/>
              <p:nvPr/>
            </p:nvCxnSpPr>
            <p:spPr>
              <a:xfrm>
                <a:off x="858851" y="3368339"/>
                <a:ext cx="3246323" cy="0"/>
              </a:xfrm>
              <a:prstGeom prst="straightConnector1">
                <a:avLst/>
              </a:prstGeom>
              <a:noFill/>
              <a:ln cap="flat" cmpd="sng" w="9525">
                <a:solidFill>
                  <a:schemeClr val="dk1"/>
                </a:solidFill>
                <a:prstDash val="solid"/>
                <a:round/>
                <a:headEnd len="sm" w="sm" type="none"/>
                <a:tailEnd len="med" w="med" type="stealth"/>
              </a:ln>
            </p:spPr>
          </p:cxnSp>
          <p:sp>
            <p:nvSpPr>
              <p:cNvPr id="804" name="Google Shape;804;p14"/>
              <p:cNvSpPr/>
              <p:nvPr/>
            </p:nvSpPr>
            <p:spPr>
              <a:xfrm>
                <a:off x="2794575" y="3278461"/>
                <a:ext cx="1029923" cy="42772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全业务智能时代</a:t>
                </a:r>
                <a:endParaRPr sz="800">
                  <a:solidFill>
                    <a:schemeClr val="dk1"/>
                  </a:solidFill>
                  <a:latin typeface="Arial"/>
                  <a:ea typeface="Arial"/>
                  <a:cs typeface="Arial"/>
                  <a:sym typeface="Arial"/>
                </a:endParaRPr>
              </a:p>
            </p:txBody>
          </p:sp>
          <p:sp>
            <p:nvSpPr>
              <p:cNvPr id="805" name="Google Shape;805;p14"/>
              <p:cNvSpPr/>
              <p:nvPr/>
            </p:nvSpPr>
            <p:spPr>
              <a:xfrm>
                <a:off x="798714" y="5490206"/>
                <a:ext cx="1029923" cy="42772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806" name="Google Shape;806;p14"/>
              <p:cNvSpPr/>
              <p:nvPr/>
            </p:nvSpPr>
            <p:spPr>
              <a:xfrm>
                <a:off x="2785362" y="4586503"/>
                <a:ext cx="1029923" cy="42772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SD-WAN</a:t>
                </a:r>
                <a:endParaRPr/>
              </a:p>
            </p:txBody>
          </p:sp>
        </p:grpSp>
        <p:cxnSp>
          <p:nvCxnSpPr>
            <p:cNvPr id="807" name="Google Shape;807;p14"/>
            <p:cNvCxnSpPr/>
            <p:nvPr/>
          </p:nvCxnSpPr>
          <p:spPr>
            <a:xfrm rot="10800000">
              <a:off x="970413" y="2254096"/>
              <a:ext cx="0" cy="1265461"/>
            </a:xfrm>
            <a:prstGeom prst="straightConnector1">
              <a:avLst/>
            </a:prstGeom>
            <a:noFill/>
            <a:ln cap="flat" cmpd="sng" w="9525">
              <a:solidFill>
                <a:schemeClr val="dk1"/>
              </a:solidFill>
              <a:prstDash val="solid"/>
              <a:round/>
              <a:headEnd len="sm" w="sm" type="none"/>
              <a:tailEnd len="med" w="med" type="stealth"/>
            </a:ln>
          </p:spPr>
        </p:cxnSp>
      </p:grpSp>
      <p:grpSp>
        <p:nvGrpSpPr>
          <p:cNvPr id="808" name="Google Shape;808;p14"/>
          <p:cNvGrpSpPr/>
          <p:nvPr/>
        </p:nvGrpSpPr>
        <p:grpSpPr>
          <a:xfrm>
            <a:off x="2841357" y="2275726"/>
            <a:ext cx="853315" cy="617445"/>
            <a:chOff x="2868849" y="2435907"/>
            <a:chExt cx="853315" cy="472503"/>
          </a:xfrm>
        </p:grpSpPr>
        <p:sp>
          <p:nvSpPr>
            <p:cNvPr id="809" name="Google Shape;809;p14"/>
            <p:cNvSpPr/>
            <p:nvPr/>
          </p:nvSpPr>
          <p:spPr>
            <a:xfrm>
              <a:off x="2868849" y="2757054"/>
              <a:ext cx="853315" cy="151356"/>
            </a:xfrm>
            <a:prstGeom prst="rect">
              <a:avLst/>
            </a:prstGeom>
            <a:solidFill>
              <a:srgbClr val="12526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lt1"/>
                  </a:solidFill>
                  <a:latin typeface="Arial"/>
                  <a:ea typeface="Arial"/>
                  <a:cs typeface="Arial"/>
                  <a:sym typeface="Arial"/>
                </a:rPr>
                <a:t>Cloud/AI</a:t>
              </a:r>
              <a:endParaRPr sz="700">
                <a:solidFill>
                  <a:schemeClr val="lt1"/>
                </a:solidFill>
                <a:latin typeface="Arial"/>
                <a:ea typeface="Arial"/>
                <a:cs typeface="Arial"/>
                <a:sym typeface="Arial"/>
              </a:endParaRPr>
            </a:p>
          </p:txBody>
        </p:sp>
        <p:sp>
          <p:nvSpPr>
            <p:cNvPr id="810" name="Google Shape;810;p14"/>
            <p:cNvSpPr/>
            <p:nvPr/>
          </p:nvSpPr>
          <p:spPr>
            <a:xfrm>
              <a:off x="2868849" y="2593424"/>
              <a:ext cx="853315" cy="151356"/>
            </a:xfrm>
            <a:prstGeom prst="rect">
              <a:avLst/>
            </a:prstGeom>
            <a:solidFill>
              <a:srgbClr val="12526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lt1"/>
                  </a:solidFill>
                  <a:latin typeface="Arial"/>
                  <a:ea typeface="Arial"/>
                  <a:cs typeface="Arial"/>
                  <a:sym typeface="Arial"/>
                </a:rPr>
                <a:t>4K/8K</a:t>
              </a:r>
              <a:endParaRPr sz="700">
                <a:solidFill>
                  <a:schemeClr val="lt1"/>
                </a:solidFill>
                <a:latin typeface="Arial"/>
                <a:ea typeface="Arial"/>
                <a:cs typeface="Arial"/>
                <a:sym typeface="Arial"/>
              </a:endParaRPr>
            </a:p>
          </p:txBody>
        </p:sp>
        <p:sp>
          <p:nvSpPr>
            <p:cNvPr id="811" name="Google Shape;811;p14"/>
            <p:cNvSpPr/>
            <p:nvPr/>
          </p:nvSpPr>
          <p:spPr>
            <a:xfrm>
              <a:off x="2868849" y="2435907"/>
              <a:ext cx="853315" cy="151356"/>
            </a:xfrm>
            <a:prstGeom prst="rect">
              <a:avLst/>
            </a:prstGeom>
            <a:solidFill>
              <a:srgbClr val="12526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700">
                  <a:solidFill>
                    <a:schemeClr val="lt1"/>
                  </a:solidFill>
                  <a:latin typeface="Arial"/>
                  <a:ea typeface="Arial"/>
                  <a:cs typeface="Arial"/>
                  <a:sym typeface="Arial"/>
                </a:rPr>
                <a:t>IoT/VR</a:t>
              </a:r>
              <a:endParaRPr sz="700">
                <a:solidFill>
                  <a:schemeClr val="lt1"/>
                </a:solidFill>
                <a:latin typeface="Arial"/>
                <a:ea typeface="Arial"/>
                <a:cs typeface="Arial"/>
                <a:sym typeface="Arial"/>
              </a:endParaRPr>
            </a:p>
          </p:txBody>
        </p:sp>
      </p:grpSp>
      <p:sp>
        <p:nvSpPr>
          <p:cNvPr id="812" name="Google Shape;812;p14"/>
          <p:cNvSpPr/>
          <p:nvPr/>
        </p:nvSpPr>
        <p:spPr>
          <a:xfrm>
            <a:off x="601182" y="985701"/>
            <a:ext cx="3587335" cy="540955"/>
          </a:xfrm>
          <a:prstGeom prst="rect">
            <a:avLst/>
          </a:prstGeom>
          <a:solidFill>
            <a:srgbClr val="C00000"/>
          </a:solidFill>
          <a:ln>
            <a:noFill/>
          </a:ln>
        </p:spPr>
        <p:txBody>
          <a:bodyPr anchorCtr="0" anchor="ctr" bIns="0" lIns="0" spcFirstLastPara="1" rIns="0" wrap="square" tIns="0">
            <a:noAutofit/>
          </a:bodyPr>
          <a:lstStyle/>
          <a:p>
            <a:pPr indent="0" lvl="0" marL="0" marR="0" rtl="0" algn="ctr">
              <a:lnSpc>
                <a:spcPct val="103062"/>
              </a:lnSpc>
              <a:spcBef>
                <a:spcPts val="0"/>
              </a:spcBef>
              <a:spcAft>
                <a:spcPts val="0"/>
              </a:spcAft>
              <a:buNone/>
            </a:pPr>
            <a:r>
              <a:rPr b="1" lang="en-US" sz="1600">
                <a:solidFill>
                  <a:schemeClr val="lt1"/>
                </a:solidFill>
                <a:latin typeface="Arial"/>
                <a:ea typeface="Arial"/>
                <a:cs typeface="Arial"/>
                <a:sym typeface="Arial"/>
              </a:rPr>
              <a:t>全业务智能时代需要高性能转发</a:t>
            </a:r>
            <a:endParaRPr b="1" sz="1600">
              <a:solidFill>
                <a:schemeClr val="lt1"/>
              </a:solidFill>
              <a:latin typeface="Arial"/>
              <a:ea typeface="Arial"/>
              <a:cs typeface="Arial"/>
              <a:sym typeface="Arial"/>
            </a:endParaRPr>
          </a:p>
        </p:txBody>
      </p:sp>
      <p:sp>
        <p:nvSpPr>
          <p:cNvPr id="813" name="Google Shape;813;p14"/>
          <p:cNvSpPr/>
          <p:nvPr/>
        </p:nvSpPr>
        <p:spPr>
          <a:xfrm>
            <a:off x="861232" y="1617502"/>
            <a:ext cx="3275050" cy="42772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企业带宽需求指数级增长，性能需求 &gt; 100Mbps</a:t>
            </a:r>
            <a:endParaRPr/>
          </a:p>
        </p:txBody>
      </p:sp>
      <p:sp>
        <p:nvSpPr>
          <p:cNvPr id="814" name="Google Shape;814;p14"/>
          <p:cNvSpPr/>
          <p:nvPr/>
        </p:nvSpPr>
        <p:spPr>
          <a:xfrm>
            <a:off x="1323181" y="2171322"/>
            <a:ext cx="1548049" cy="813179"/>
          </a:xfrm>
          <a:custGeom>
            <a:rect b="b" l="l" r="r" t="t"/>
            <a:pathLst>
              <a:path extrusionOk="0" h="673100" w="1320800">
                <a:moveTo>
                  <a:pt x="0" y="673100"/>
                </a:moveTo>
                <a:cubicBezTo>
                  <a:pt x="267758" y="589491"/>
                  <a:pt x="535517" y="505883"/>
                  <a:pt x="755650" y="393700"/>
                </a:cubicBezTo>
                <a:cubicBezTo>
                  <a:pt x="975783" y="281517"/>
                  <a:pt x="1148291" y="140758"/>
                  <a:pt x="1320800" y="0"/>
                </a:cubicBezTo>
              </a:path>
            </a:pathLst>
          </a:custGeom>
          <a:noFill/>
          <a:ln cap="flat" cmpd="sng" w="25400">
            <a:solidFill>
              <a:srgbClr val="00B0F0">
                <a:alpha val="56862"/>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5" name="Google Shape;815;p14"/>
          <p:cNvSpPr/>
          <p:nvPr/>
        </p:nvSpPr>
        <p:spPr>
          <a:xfrm>
            <a:off x="861232" y="4113785"/>
            <a:ext cx="3152768" cy="42772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传统路由器开启 SD-WAN性能下降80%</a:t>
            </a:r>
            <a:endParaRPr/>
          </a:p>
        </p:txBody>
      </p:sp>
      <p:sp>
        <p:nvSpPr>
          <p:cNvPr id="816" name="Google Shape;816;p14"/>
          <p:cNvSpPr/>
          <p:nvPr/>
        </p:nvSpPr>
        <p:spPr>
          <a:xfrm>
            <a:off x="2189360" y="3703525"/>
            <a:ext cx="324290" cy="324290"/>
          </a:xfrm>
          <a:prstGeom prst="mathPlus">
            <a:avLst>
              <a:gd fmla="val 23520" name="adj1"/>
            </a:avLst>
          </a:prstGeom>
          <a:solidFill>
            <a:srgbClr val="00B0F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7" name="Google Shape;817;p14"/>
          <p:cNvSpPr/>
          <p:nvPr/>
        </p:nvSpPr>
        <p:spPr>
          <a:xfrm>
            <a:off x="2133089" y="5338631"/>
            <a:ext cx="143620" cy="124379"/>
          </a:xfrm>
          <a:prstGeom prst="rightArrow">
            <a:avLst>
              <a:gd fmla="val 50000" name="adj1"/>
              <a:gd fmla="val 50000" name="adj2"/>
            </a:avLst>
          </a:prstGeom>
          <a:solidFill>
            <a:srgbClr val="00B0F0">
              <a:alpha val="6117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nvGrpSpPr>
          <p:cNvPr id="818" name="Google Shape;818;p14"/>
          <p:cNvGrpSpPr/>
          <p:nvPr/>
        </p:nvGrpSpPr>
        <p:grpSpPr>
          <a:xfrm>
            <a:off x="399685" y="5041272"/>
            <a:ext cx="1403065" cy="597333"/>
            <a:chOff x="489504" y="4712961"/>
            <a:chExt cx="1576537" cy="671185"/>
          </a:xfrm>
        </p:grpSpPr>
        <p:sp>
          <p:nvSpPr>
            <p:cNvPr id="819" name="Google Shape;819;p14"/>
            <p:cNvSpPr txBox="1"/>
            <p:nvPr/>
          </p:nvSpPr>
          <p:spPr>
            <a:xfrm>
              <a:off x="1112596" y="4935289"/>
              <a:ext cx="930247" cy="3804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L3</a:t>
              </a:r>
              <a:endParaRPr/>
            </a:p>
            <a:p>
              <a:pPr indent="0" lvl="0" marL="0" marR="0" rtl="0" algn="ctr">
                <a:spcBef>
                  <a:spcPts val="0"/>
                </a:spcBef>
                <a:spcAft>
                  <a:spcPts val="0"/>
                </a:spcAft>
                <a:buNone/>
              </a:pPr>
              <a:r>
                <a:rPr lang="en-US" sz="600">
                  <a:solidFill>
                    <a:schemeClr val="dk1"/>
                  </a:solidFill>
                  <a:latin typeface="Arial"/>
                  <a:ea typeface="Arial"/>
                  <a:cs typeface="Arial"/>
                  <a:sym typeface="Arial"/>
                </a:rPr>
                <a:t>Package</a:t>
              </a:r>
              <a:endParaRPr sz="1000">
                <a:solidFill>
                  <a:schemeClr val="dk1"/>
                </a:solidFill>
                <a:latin typeface="Arial"/>
                <a:ea typeface="Arial"/>
                <a:cs typeface="Arial"/>
                <a:sym typeface="Arial"/>
              </a:endParaRPr>
            </a:p>
          </p:txBody>
        </p:sp>
        <p:sp>
          <p:nvSpPr>
            <p:cNvPr id="820" name="Google Shape;820;p14"/>
            <p:cNvSpPr/>
            <p:nvPr/>
          </p:nvSpPr>
          <p:spPr>
            <a:xfrm>
              <a:off x="1299307" y="4902948"/>
              <a:ext cx="557032" cy="481198"/>
            </a:xfrm>
            <a:prstGeom prst="rect">
              <a:avLst/>
            </a:prstGeom>
            <a:noFill/>
            <a:ln cap="flat" cmpd="sng" w="9525">
              <a:solidFill>
                <a:schemeClr val="lt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p:txBody>
        </p:sp>
        <p:sp>
          <p:nvSpPr>
            <p:cNvPr id="821" name="Google Shape;821;p14"/>
            <p:cNvSpPr txBox="1"/>
            <p:nvPr/>
          </p:nvSpPr>
          <p:spPr>
            <a:xfrm>
              <a:off x="489504" y="5024619"/>
              <a:ext cx="930247" cy="242081"/>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VPN</a:t>
              </a:r>
              <a:endParaRPr sz="800">
                <a:solidFill>
                  <a:schemeClr val="dk1"/>
                </a:solidFill>
                <a:latin typeface="Arial"/>
                <a:ea typeface="Arial"/>
                <a:cs typeface="Arial"/>
                <a:sym typeface="Arial"/>
              </a:endParaRPr>
            </a:p>
          </p:txBody>
        </p:sp>
        <p:sp>
          <p:nvSpPr>
            <p:cNvPr id="822" name="Google Shape;822;p14"/>
            <p:cNvSpPr/>
            <p:nvPr/>
          </p:nvSpPr>
          <p:spPr>
            <a:xfrm>
              <a:off x="1832072" y="5101043"/>
              <a:ext cx="81343" cy="78400"/>
            </a:xfrm>
            <a:prstGeom prst="ellipse">
              <a:avLst/>
            </a:prstGeom>
            <a:solidFill>
              <a:schemeClr val="lt1"/>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23" name="Google Shape;823;p14"/>
            <p:cNvSpPr/>
            <p:nvPr/>
          </p:nvSpPr>
          <p:spPr>
            <a:xfrm>
              <a:off x="1258635" y="5101043"/>
              <a:ext cx="81343" cy="78400"/>
            </a:xfrm>
            <a:prstGeom prst="ellipse">
              <a:avLst/>
            </a:prstGeom>
            <a:solidFill>
              <a:schemeClr val="lt1"/>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24" name="Google Shape;824;p14"/>
            <p:cNvSpPr/>
            <p:nvPr/>
          </p:nvSpPr>
          <p:spPr>
            <a:xfrm>
              <a:off x="1532191" y="4857098"/>
              <a:ext cx="81344" cy="78400"/>
            </a:xfrm>
            <a:prstGeom prst="ellipse">
              <a:avLst/>
            </a:prstGeom>
            <a:solidFill>
              <a:schemeClr val="lt1"/>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cxnSp>
          <p:nvCxnSpPr>
            <p:cNvPr id="825" name="Google Shape;825;p14"/>
            <p:cNvCxnSpPr/>
            <p:nvPr/>
          </p:nvCxnSpPr>
          <p:spPr>
            <a:xfrm flipH="1">
              <a:off x="1572863" y="4712961"/>
              <a:ext cx="3332" cy="190127"/>
            </a:xfrm>
            <a:prstGeom prst="straightConnector1">
              <a:avLst/>
            </a:prstGeom>
            <a:noFill/>
            <a:ln cap="flat" cmpd="sng" w="9525">
              <a:solidFill>
                <a:schemeClr val="lt1"/>
              </a:solidFill>
              <a:prstDash val="solid"/>
              <a:round/>
              <a:headEnd len="sm" w="sm" type="none"/>
              <a:tailEnd len="sm" w="sm" type="none"/>
            </a:ln>
          </p:spPr>
        </p:cxnSp>
        <p:cxnSp>
          <p:nvCxnSpPr>
            <p:cNvPr id="826" name="Google Shape;826;p14"/>
            <p:cNvCxnSpPr/>
            <p:nvPr/>
          </p:nvCxnSpPr>
          <p:spPr>
            <a:xfrm rot="10800000">
              <a:off x="1112596" y="5140242"/>
              <a:ext cx="186713" cy="0"/>
            </a:xfrm>
            <a:prstGeom prst="straightConnector1">
              <a:avLst/>
            </a:prstGeom>
            <a:noFill/>
            <a:ln cap="flat" cmpd="sng" w="9525">
              <a:solidFill>
                <a:schemeClr val="lt1"/>
              </a:solidFill>
              <a:prstDash val="solid"/>
              <a:round/>
              <a:headEnd len="sm" w="sm" type="none"/>
              <a:tailEnd len="sm" w="sm" type="none"/>
            </a:ln>
          </p:spPr>
        </p:cxnSp>
        <p:cxnSp>
          <p:nvCxnSpPr>
            <p:cNvPr id="827" name="Google Shape;827;p14"/>
            <p:cNvCxnSpPr/>
            <p:nvPr/>
          </p:nvCxnSpPr>
          <p:spPr>
            <a:xfrm rot="10800000">
              <a:off x="1856339" y="5140242"/>
              <a:ext cx="209702" cy="0"/>
            </a:xfrm>
            <a:prstGeom prst="straightConnector1">
              <a:avLst/>
            </a:prstGeom>
            <a:noFill/>
            <a:ln cap="flat" cmpd="sng" w="9525">
              <a:solidFill>
                <a:schemeClr val="lt1"/>
              </a:solidFill>
              <a:prstDash val="solid"/>
              <a:round/>
              <a:headEnd len="sm" w="sm" type="none"/>
              <a:tailEnd len="sm" w="sm" type="none"/>
            </a:ln>
          </p:spPr>
        </p:cxnSp>
      </p:grpSp>
      <p:sp>
        <p:nvSpPr>
          <p:cNvPr id="828" name="Google Shape;828;p14"/>
          <p:cNvSpPr txBox="1"/>
          <p:nvPr/>
        </p:nvSpPr>
        <p:spPr>
          <a:xfrm>
            <a:off x="949892" y="4872796"/>
            <a:ext cx="827889" cy="215444"/>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路由</a:t>
            </a:r>
            <a:endParaRPr sz="800">
              <a:solidFill>
                <a:schemeClr val="dk1"/>
              </a:solidFill>
              <a:latin typeface="Arial"/>
              <a:ea typeface="Arial"/>
              <a:cs typeface="Arial"/>
              <a:sym typeface="Arial"/>
            </a:endParaRPr>
          </a:p>
        </p:txBody>
      </p:sp>
      <p:sp>
        <p:nvSpPr>
          <p:cNvPr id="829" name="Google Shape;829;p14"/>
          <p:cNvSpPr txBox="1"/>
          <p:nvPr/>
        </p:nvSpPr>
        <p:spPr>
          <a:xfrm>
            <a:off x="1649976" y="5307986"/>
            <a:ext cx="503053" cy="215444"/>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QoS</a:t>
            </a:r>
            <a:endParaRPr sz="800">
              <a:solidFill>
                <a:schemeClr val="dk1"/>
              </a:solidFill>
              <a:latin typeface="Arial"/>
              <a:ea typeface="Arial"/>
              <a:cs typeface="Arial"/>
              <a:sym typeface="Arial"/>
            </a:endParaRPr>
          </a:p>
        </p:txBody>
      </p:sp>
      <p:sp>
        <p:nvSpPr>
          <p:cNvPr id="830" name="Google Shape;830;p14"/>
          <p:cNvSpPr txBox="1"/>
          <p:nvPr/>
        </p:nvSpPr>
        <p:spPr>
          <a:xfrm>
            <a:off x="2092733" y="5399156"/>
            <a:ext cx="930248" cy="23083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900">
                <a:solidFill>
                  <a:schemeClr val="dk1"/>
                </a:solidFill>
                <a:latin typeface="Arial"/>
                <a:ea typeface="Arial"/>
                <a:cs typeface="Arial"/>
                <a:sym typeface="Arial"/>
              </a:rPr>
              <a:t>VPN</a:t>
            </a:r>
            <a:endParaRPr sz="900">
              <a:solidFill>
                <a:schemeClr val="dk1"/>
              </a:solidFill>
              <a:latin typeface="Arial"/>
              <a:ea typeface="Arial"/>
              <a:cs typeface="Arial"/>
              <a:sym typeface="Arial"/>
            </a:endParaRPr>
          </a:p>
        </p:txBody>
      </p:sp>
      <p:grpSp>
        <p:nvGrpSpPr>
          <p:cNvPr id="831" name="Google Shape;831;p14"/>
          <p:cNvGrpSpPr/>
          <p:nvPr/>
        </p:nvGrpSpPr>
        <p:grpSpPr>
          <a:xfrm>
            <a:off x="2281353" y="4799865"/>
            <a:ext cx="2000439" cy="863568"/>
            <a:chOff x="4426391" y="4015463"/>
            <a:chExt cx="2723950" cy="1175901"/>
          </a:xfrm>
        </p:grpSpPr>
        <p:sp>
          <p:nvSpPr>
            <p:cNvPr id="832" name="Google Shape;832;p14"/>
            <p:cNvSpPr txBox="1"/>
            <p:nvPr/>
          </p:nvSpPr>
          <p:spPr>
            <a:xfrm>
              <a:off x="5309776" y="4730362"/>
              <a:ext cx="930248" cy="46100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L4~L7</a:t>
              </a:r>
              <a:endParaRPr/>
            </a:p>
            <a:p>
              <a:pPr indent="0" lvl="0" marL="0" marR="0" rtl="0" algn="ctr">
                <a:spcBef>
                  <a:spcPts val="0"/>
                </a:spcBef>
                <a:spcAft>
                  <a:spcPts val="0"/>
                </a:spcAft>
                <a:buNone/>
              </a:pPr>
              <a:r>
                <a:rPr lang="en-US" sz="600">
                  <a:solidFill>
                    <a:schemeClr val="dk1"/>
                  </a:solidFill>
                  <a:latin typeface="Arial"/>
                  <a:ea typeface="Arial"/>
                  <a:cs typeface="Arial"/>
                  <a:sym typeface="Arial"/>
                </a:rPr>
                <a:t>Application</a:t>
              </a:r>
              <a:endParaRPr sz="600">
                <a:solidFill>
                  <a:schemeClr val="dk1"/>
                </a:solidFill>
                <a:latin typeface="Arial"/>
                <a:ea typeface="Arial"/>
                <a:cs typeface="Arial"/>
                <a:sym typeface="Arial"/>
              </a:endParaRPr>
            </a:p>
          </p:txBody>
        </p:sp>
        <p:sp>
          <p:nvSpPr>
            <p:cNvPr id="833" name="Google Shape;833;p14"/>
            <p:cNvSpPr/>
            <p:nvPr/>
          </p:nvSpPr>
          <p:spPr>
            <a:xfrm>
              <a:off x="5505549" y="4549732"/>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34" name="Google Shape;834;p14"/>
            <p:cNvSpPr/>
            <p:nvPr/>
          </p:nvSpPr>
          <p:spPr>
            <a:xfrm>
              <a:off x="5240796" y="4947361"/>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35" name="Google Shape;835;p14"/>
            <p:cNvSpPr/>
            <p:nvPr/>
          </p:nvSpPr>
          <p:spPr>
            <a:xfrm>
              <a:off x="5726554" y="4472588"/>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36" name="Google Shape;836;p14"/>
            <p:cNvSpPr/>
            <p:nvPr/>
          </p:nvSpPr>
          <p:spPr>
            <a:xfrm>
              <a:off x="5253883" y="4687456"/>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cxnSp>
          <p:nvCxnSpPr>
            <p:cNvPr id="837" name="Google Shape;837;p14"/>
            <p:cNvCxnSpPr/>
            <p:nvPr/>
          </p:nvCxnSpPr>
          <p:spPr>
            <a:xfrm rot="10800000">
              <a:off x="5013194" y="4997510"/>
              <a:ext cx="240689" cy="0"/>
            </a:xfrm>
            <a:prstGeom prst="straightConnector1">
              <a:avLst/>
            </a:prstGeom>
            <a:noFill/>
            <a:ln cap="flat" cmpd="sng" w="9525">
              <a:solidFill>
                <a:srgbClr val="00B0F0"/>
              </a:solidFill>
              <a:prstDash val="solid"/>
              <a:round/>
              <a:headEnd len="sm" w="sm" type="none"/>
              <a:tailEnd len="sm" w="sm" type="none"/>
            </a:ln>
          </p:spPr>
        </p:cxnSp>
        <p:cxnSp>
          <p:nvCxnSpPr>
            <p:cNvPr id="838" name="Google Shape;838;p14"/>
            <p:cNvCxnSpPr/>
            <p:nvPr/>
          </p:nvCxnSpPr>
          <p:spPr>
            <a:xfrm>
              <a:off x="5409113" y="4381150"/>
              <a:ext cx="137107" cy="207781"/>
            </a:xfrm>
            <a:prstGeom prst="straightConnector1">
              <a:avLst/>
            </a:prstGeom>
            <a:noFill/>
            <a:ln cap="flat" cmpd="sng" w="9525">
              <a:solidFill>
                <a:srgbClr val="00B0F0"/>
              </a:solidFill>
              <a:prstDash val="solid"/>
              <a:round/>
              <a:headEnd len="sm" w="sm" type="none"/>
              <a:tailEnd len="sm" w="sm" type="none"/>
            </a:ln>
          </p:spPr>
        </p:cxnSp>
        <p:cxnSp>
          <p:nvCxnSpPr>
            <p:cNvPr id="839" name="Google Shape;839;p14"/>
            <p:cNvCxnSpPr>
              <a:stCxn id="836" idx="5"/>
            </p:cNvCxnSpPr>
            <p:nvPr/>
          </p:nvCxnSpPr>
          <p:spPr>
            <a:xfrm rot="10800000">
              <a:off x="5069214" y="4612474"/>
              <a:ext cx="254100" cy="141900"/>
            </a:xfrm>
            <a:prstGeom prst="straightConnector1">
              <a:avLst/>
            </a:prstGeom>
            <a:noFill/>
            <a:ln cap="flat" cmpd="sng" w="9525">
              <a:solidFill>
                <a:srgbClr val="00B0F0"/>
              </a:solidFill>
              <a:prstDash val="solid"/>
              <a:round/>
              <a:headEnd len="sm" w="sm" type="none"/>
              <a:tailEnd len="sm" w="sm" type="none"/>
            </a:ln>
          </p:spPr>
        </p:cxnSp>
        <p:sp>
          <p:nvSpPr>
            <p:cNvPr id="840" name="Google Shape;840;p14"/>
            <p:cNvSpPr txBox="1"/>
            <p:nvPr/>
          </p:nvSpPr>
          <p:spPr>
            <a:xfrm>
              <a:off x="4426391" y="4461744"/>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识别</a:t>
              </a:r>
              <a:endParaRPr sz="800">
                <a:solidFill>
                  <a:schemeClr val="dk1"/>
                </a:solidFill>
                <a:latin typeface="Arial"/>
                <a:ea typeface="Arial"/>
                <a:cs typeface="Arial"/>
                <a:sym typeface="Arial"/>
              </a:endParaRPr>
            </a:p>
          </p:txBody>
        </p:sp>
        <p:sp>
          <p:nvSpPr>
            <p:cNvPr id="841" name="Google Shape;841;p14"/>
            <p:cNvSpPr txBox="1"/>
            <p:nvPr/>
          </p:nvSpPr>
          <p:spPr>
            <a:xfrm>
              <a:off x="4768264" y="4182320"/>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监控</a:t>
              </a:r>
              <a:endParaRPr sz="800">
                <a:solidFill>
                  <a:schemeClr val="dk1"/>
                </a:solidFill>
                <a:latin typeface="Arial"/>
                <a:ea typeface="Arial"/>
                <a:cs typeface="Arial"/>
                <a:sym typeface="Arial"/>
              </a:endParaRPr>
            </a:p>
          </p:txBody>
        </p:sp>
        <p:cxnSp>
          <p:nvCxnSpPr>
            <p:cNvPr id="842" name="Google Shape;842;p14"/>
            <p:cNvCxnSpPr/>
            <p:nvPr/>
          </p:nvCxnSpPr>
          <p:spPr>
            <a:xfrm>
              <a:off x="5767225" y="4277259"/>
              <a:ext cx="0" cy="207781"/>
            </a:xfrm>
            <a:prstGeom prst="straightConnector1">
              <a:avLst/>
            </a:prstGeom>
            <a:noFill/>
            <a:ln cap="flat" cmpd="sng" w="9525">
              <a:solidFill>
                <a:srgbClr val="00B0F0"/>
              </a:solidFill>
              <a:prstDash val="solid"/>
              <a:round/>
              <a:headEnd len="sm" w="sm" type="none"/>
              <a:tailEnd len="sm" w="sm" type="none"/>
            </a:ln>
          </p:spPr>
        </p:cxnSp>
        <p:sp>
          <p:nvSpPr>
            <p:cNvPr id="843" name="Google Shape;843;p14"/>
            <p:cNvSpPr txBox="1"/>
            <p:nvPr/>
          </p:nvSpPr>
          <p:spPr>
            <a:xfrm>
              <a:off x="5307646" y="4015463"/>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选路</a:t>
              </a:r>
              <a:endParaRPr sz="800">
                <a:solidFill>
                  <a:schemeClr val="dk1"/>
                </a:solidFill>
                <a:latin typeface="Arial"/>
                <a:ea typeface="Arial"/>
                <a:cs typeface="Arial"/>
                <a:sym typeface="Arial"/>
              </a:endParaRPr>
            </a:p>
          </p:txBody>
        </p:sp>
        <p:sp>
          <p:nvSpPr>
            <p:cNvPr id="844" name="Google Shape;844;p14"/>
            <p:cNvSpPr/>
            <p:nvPr/>
          </p:nvSpPr>
          <p:spPr>
            <a:xfrm>
              <a:off x="5969061" y="4572711"/>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cxnSp>
          <p:nvCxnSpPr>
            <p:cNvPr id="845" name="Google Shape;845;p14"/>
            <p:cNvCxnSpPr/>
            <p:nvPr/>
          </p:nvCxnSpPr>
          <p:spPr>
            <a:xfrm flipH="1">
              <a:off x="6036572" y="4381150"/>
              <a:ext cx="125873" cy="199767"/>
            </a:xfrm>
            <a:prstGeom prst="straightConnector1">
              <a:avLst/>
            </a:prstGeom>
            <a:noFill/>
            <a:ln cap="flat" cmpd="sng" w="9525">
              <a:solidFill>
                <a:srgbClr val="00B0F0"/>
              </a:solidFill>
              <a:prstDash val="solid"/>
              <a:round/>
              <a:headEnd len="sm" w="sm" type="none"/>
              <a:tailEnd len="sm" w="sm" type="none"/>
            </a:ln>
          </p:spPr>
        </p:cxnSp>
        <p:sp>
          <p:nvSpPr>
            <p:cNvPr id="846" name="Google Shape;846;p14"/>
            <p:cNvSpPr txBox="1"/>
            <p:nvPr/>
          </p:nvSpPr>
          <p:spPr>
            <a:xfrm>
              <a:off x="5788826" y="4134632"/>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HQoS</a:t>
              </a:r>
              <a:endParaRPr sz="800">
                <a:solidFill>
                  <a:schemeClr val="dk1"/>
                </a:solidFill>
                <a:latin typeface="Arial"/>
                <a:ea typeface="Arial"/>
                <a:cs typeface="Arial"/>
                <a:sym typeface="Arial"/>
              </a:endParaRPr>
            </a:p>
          </p:txBody>
        </p:sp>
        <p:sp>
          <p:nvSpPr>
            <p:cNvPr id="847" name="Google Shape;847;p14"/>
            <p:cNvSpPr/>
            <p:nvPr/>
          </p:nvSpPr>
          <p:spPr>
            <a:xfrm>
              <a:off x="6220093" y="4700695"/>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cxnSp>
          <p:nvCxnSpPr>
            <p:cNvPr id="848" name="Google Shape;848;p14"/>
            <p:cNvCxnSpPr/>
            <p:nvPr/>
          </p:nvCxnSpPr>
          <p:spPr>
            <a:xfrm flipH="1" rot="10800000">
              <a:off x="6279446" y="4605132"/>
              <a:ext cx="159405" cy="123245"/>
            </a:xfrm>
            <a:prstGeom prst="straightConnector1">
              <a:avLst/>
            </a:prstGeom>
            <a:noFill/>
            <a:ln cap="flat" cmpd="sng" w="9525">
              <a:solidFill>
                <a:srgbClr val="00B0F0"/>
              </a:solidFill>
              <a:prstDash val="solid"/>
              <a:round/>
              <a:headEnd len="sm" w="sm" type="none"/>
              <a:tailEnd len="sm" w="sm" type="none"/>
            </a:ln>
          </p:spPr>
        </p:cxnSp>
        <p:sp>
          <p:nvSpPr>
            <p:cNvPr id="849" name="Google Shape;849;p14"/>
            <p:cNvSpPr txBox="1"/>
            <p:nvPr/>
          </p:nvSpPr>
          <p:spPr>
            <a:xfrm>
              <a:off x="6153278" y="4453635"/>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优化</a:t>
              </a:r>
              <a:endParaRPr sz="800">
                <a:solidFill>
                  <a:schemeClr val="dk1"/>
                </a:solidFill>
                <a:latin typeface="Arial"/>
                <a:ea typeface="Arial"/>
                <a:cs typeface="Arial"/>
                <a:sym typeface="Arial"/>
              </a:endParaRPr>
            </a:p>
          </p:txBody>
        </p:sp>
        <p:sp>
          <p:nvSpPr>
            <p:cNvPr id="850" name="Google Shape;850;p14"/>
            <p:cNvSpPr/>
            <p:nvPr/>
          </p:nvSpPr>
          <p:spPr>
            <a:xfrm>
              <a:off x="6220297" y="4975609"/>
              <a:ext cx="81343" cy="78399"/>
            </a:xfrm>
            <a:prstGeom prst="ellipse">
              <a:avLst/>
            </a:prstGeom>
            <a:solidFill>
              <a:srgbClr val="00B0F0"/>
            </a:solidFill>
            <a:ln>
              <a:noFill/>
            </a:ln>
          </p:spPr>
          <p:txBody>
            <a:bodyPr anchorCtr="0" anchor="t" bIns="34275" lIns="68550" spcFirstLastPara="1" rIns="68550" wrap="square" tIns="34275">
              <a:noAutofit/>
            </a:bodyPr>
            <a:lstStyle/>
            <a:p>
              <a:pPr indent="0" lvl="0" marL="0" marR="0" rtl="0" algn="l">
                <a:spcBef>
                  <a:spcPts val="0"/>
                </a:spcBef>
                <a:spcAft>
                  <a:spcPts val="0"/>
                </a:spcAft>
                <a:buNone/>
              </a:pPr>
              <a:r>
                <a:t/>
              </a:r>
              <a:endParaRPr sz="1000">
                <a:solidFill>
                  <a:schemeClr val="dk1"/>
                </a:solidFill>
                <a:latin typeface="Arial"/>
                <a:ea typeface="Arial"/>
                <a:cs typeface="Arial"/>
                <a:sym typeface="Arial"/>
              </a:endParaRPr>
            </a:p>
          </p:txBody>
        </p:sp>
        <p:sp>
          <p:nvSpPr>
            <p:cNvPr id="851" name="Google Shape;851;p14"/>
            <p:cNvSpPr txBox="1"/>
            <p:nvPr/>
          </p:nvSpPr>
          <p:spPr>
            <a:xfrm>
              <a:off x="6220093" y="4868157"/>
              <a:ext cx="930248" cy="29336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800">
                  <a:solidFill>
                    <a:schemeClr val="dk1"/>
                  </a:solidFill>
                  <a:latin typeface="Arial"/>
                  <a:ea typeface="Arial"/>
                  <a:cs typeface="Arial"/>
                  <a:sym typeface="Arial"/>
                </a:rPr>
                <a:t>安全</a:t>
              </a:r>
              <a:endParaRPr sz="800">
                <a:solidFill>
                  <a:schemeClr val="dk1"/>
                </a:solidFill>
                <a:latin typeface="Arial"/>
                <a:ea typeface="Arial"/>
                <a:cs typeface="Arial"/>
                <a:sym typeface="Arial"/>
              </a:endParaRPr>
            </a:p>
          </p:txBody>
        </p:sp>
        <p:cxnSp>
          <p:nvCxnSpPr>
            <p:cNvPr id="852" name="Google Shape;852;p14"/>
            <p:cNvCxnSpPr/>
            <p:nvPr/>
          </p:nvCxnSpPr>
          <p:spPr>
            <a:xfrm rot="10800000">
              <a:off x="6302744" y="5020998"/>
              <a:ext cx="240689" cy="0"/>
            </a:xfrm>
            <a:prstGeom prst="straightConnector1">
              <a:avLst/>
            </a:prstGeom>
            <a:noFill/>
            <a:ln cap="flat" cmpd="sng" w="9525">
              <a:solidFill>
                <a:srgbClr val="00B0F0"/>
              </a:solidFill>
              <a:prstDash val="solid"/>
              <a:round/>
              <a:headEnd len="sm" w="sm" type="none"/>
              <a:tailEnd len="sm" w="sm" type="none"/>
            </a:ln>
          </p:spPr>
        </p:cxnSp>
      </p:grpSp>
      <p:sp>
        <p:nvSpPr>
          <p:cNvPr id="853" name="Google Shape;853;p14"/>
          <p:cNvSpPr/>
          <p:nvPr/>
        </p:nvSpPr>
        <p:spPr>
          <a:xfrm>
            <a:off x="674937" y="4811626"/>
            <a:ext cx="1390627" cy="953063"/>
          </a:xfrm>
          <a:prstGeom prst="rect">
            <a:avLst/>
          </a:prstGeom>
          <a:solidFill>
            <a:srgbClr val="008FF0">
              <a:alpha val="1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854" name="Google Shape;854;p14"/>
          <p:cNvSpPr/>
          <p:nvPr/>
        </p:nvSpPr>
        <p:spPr>
          <a:xfrm>
            <a:off x="2336072" y="4811626"/>
            <a:ext cx="1800210" cy="953063"/>
          </a:xfrm>
          <a:prstGeom prst="rect">
            <a:avLst/>
          </a:prstGeom>
          <a:solidFill>
            <a:srgbClr val="008FF0">
              <a:alpha val="1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855" name="Google Shape;855;p14"/>
          <p:cNvSpPr/>
          <p:nvPr/>
        </p:nvSpPr>
        <p:spPr>
          <a:xfrm rot="-5400000">
            <a:off x="2994777" y="5057035"/>
            <a:ext cx="550977" cy="706460"/>
          </a:xfrm>
          <a:prstGeom prst="homePlate">
            <a:avLst>
              <a:gd fmla="val 34579" name="adj"/>
            </a:avLst>
          </a:prstGeom>
          <a:noFill/>
          <a:ln cap="flat" cmpd="sng" w="9525">
            <a:solidFill>
              <a:srgbClr val="00B0F0"/>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00">
              <a:solidFill>
                <a:schemeClr val="dk1"/>
              </a:solidFill>
              <a:latin typeface="Arial"/>
              <a:ea typeface="Arial"/>
              <a:cs typeface="Arial"/>
              <a:sym typeface="Arial"/>
            </a:endParaRPr>
          </a:p>
        </p:txBody>
      </p:sp>
      <p:sp>
        <p:nvSpPr>
          <p:cNvPr id="856" name="Google Shape;856;p14"/>
          <p:cNvSpPr/>
          <p:nvPr/>
        </p:nvSpPr>
        <p:spPr>
          <a:xfrm>
            <a:off x="761695" y="4457285"/>
            <a:ext cx="1029923" cy="42772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1000">
                <a:solidFill>
                  <a:schemeClr val="dk1"/>
                </a:solidFill>
                <a:latin typeface="Arial"/>
                <a:ea typeface="Arial"/>
                <a:cs typeface="Arial"/>
                <a:sym typeface="Arial"/>
              </a:rPr>
              <a:t>传统WAN</a:t>
            </a:r>
            <a:endParaRPr/>
          </a:p>
        </p:txBody>
      </p:sp>
      <p:sp>
        <p:nvSpPr>
          <p:cNvPr id="857" name="Google Shape;857;p14"/>
          <p:cNvSpPr/>
          <p:nvPr/>
        </p:nvSpPr>
        <p:spPr>
          <a:xfrm>
            <a:off x="707932" y="5679202"/>
            <a:ext cx="1029923" cy="42772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性能需求：●●</a:t>
            </a:r>
            <a:endParaRPr sz="800">
              <a:solidFill>
                <a:schemeClr val="dk1"/>
              </a:solidFill>
              <a:latin typeface="Arial"/>
              <a:ea typeface="Arial"/>
              <a:cs typeface="Arial"/>
              <a:sym typeface="Arial"/>
            </a:endParaRPr>
          </a:p>
        </p:txBody>
      </p:sp>
      <p:sp>
        <p:nvSpPr>
          <p:cNvPr id="858" name="Google Shape;858;p14"/>
          <p:cNvSpPr/>
          <p:nvPr/>
        </p:nvSpPr>
        <p:spPr>
          <a:xfrm>
            <a:off x="2538436" y="5679202"/>
            <a:ext cx="1194333" cy="42772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rPr lang="en-US" sz="800">
                <a:solidFill>
                  <a:schemeClr val="dk1"/>
                </a:solidFill>
                <a:latin typeface="Arial"/>
                <a:ea typeface="Arial"/>
                <a:cs typeface="Arial"/>
                <a:sym typeface="Arial"/>
              </a:rPr>
              <a:t>性能需求：●●●●●</a:t>
            </a:r>
            <a:endParaRPr sz="800">
              <a:solidFill>
                <a:schemeClr val="dk1"/>
              </a:solidFill>
              <a:latin typeface="Arial"/>
              <a:ea typeface="Arial"/>
              <a:cs typeface="Arial"/>
              <a:sym typeface="Arial"/>
            </a:endParaRPr>
          </a:p>
        </p:txBody>
      </p:sp>
      <p:sp>
        <p:nvSpPr>
          <p:cNvPr id="859" name="Google Shape;859;p14"/>
          <p:cNvSpPr/>
          <p:nvPr/>
        </p:nvSpPr>
        <p:spPr>
          <a:xfrm>
            <a:off x="4585946" y="1003568"/>
            <a:ext cx="7124087" cy="540955"/>
          </a:xfrm>
          <a:prstGeom prst="rect">
            <a:avLst/>
          </a:prstGeom>
          <a:solidFill>
            <a:srgbClr val="C00000"/>
          </a:solidFill>
          <a:ln>
            <a:noFill/>
          </a:ln>
        </p:spPr>
        <p:txBody>
          <a:bodyPr anchorCtr="0" anchor="ctr" bIns="0" lIns="0" spcFirstLastPara="1" rIns="0" wrap="square" tIns="0">
            <a:noAutofit/>
          </a:bodyPr>
          <a:lstStyle/>
          <a:p>
            <a:pPr indent="0" lvl="0" marL="0" marR="0" rtl="0" algn="ctr">
              <a:lnSpc>
                <a:spcPct val="103062"/>
              </a:lnSpc>
              <a:spcBef>
                <a:spcPts val="0"/>
              </a:spcBef>
              <a:spcAft>
                <a:spcPts val="0"/>
              </a:spcAft>
              <a:buNone/>
            </a:pPr>
            <a:r>
              <a:rPr b="1" lang="en-US" sz="1600">
                <a:solidFill>
                  <a:schemeClr val="lt1"/>
                </a:solidFill>
                <a:latin typeface="Arial"/>
                <a:ea typeface="Arial"/>
                <a:cs typeface="Arial"/>
                <a:sym typeface="Arial"/>
              </a:rPr>
              <a:t>创新异构转发，3x业界的转发性能</a:t>
            </a:r>
            <a:endParaRPr b="1" sz="1600">
              <a:solidFill>
                <a:schemeClr val="lt1"/>
              </a:solidFill>
              <a:latin typeface="Arial"/>
              <a:ea typeface="Arial"/>
              <a:cs typeface="Arial"/>
              <a:sym typeface="Arial"/>
            </a:endParaRPr>
          </a:p>
        </p:txBody>
      </p:sp>
      <p:sp>
        <p:nvSpPr>
          <p:cNvPr id="860" name="Google Shape;860;p14"/>
          <p:cNvSpPr/>
          <p:nvPr/>
        </p:nvSpPr>
        <p:spPr>
          <a:xfrm>
            <a:off x="4228404" y="3356124"/>
            <a:ext cx="304190" cy="453877"/>
          </a:xfrm>
          <a:prstGeom prst="rightArrow">
            <a:avLst>
              <a:gd fmla="val 48186" name="adj1"/>
              <a:gd fmla="val 50000" name="adj2"/>
            </a:avLst>
          </a:prstGeom>
          <a:solidFill>
            <a:srgbClr val="00B0F0">
              <a:alpha val="30196"/>
            </a:srgbClr>
          </a:solid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1" sz="1467">
              <a:solidFill>
                <a:schemeClr val="dk1"/>
              </a:solidFill>
              <a:latin typeface="Arial"/>
              <a:ea typeface="Arial"/>
              <a:cs typeface="Arial"/>
              <a:sym typeface="Arial"/>
            </a:endParaRPr>
          </a:p>
        </p:txBody>
      </p:sp>
      <p:grpSp>
        <p:nvGrpSpPr>
          <p:cNvPr id="861" name="Google Shape;861;p14"/>
          <p:cNvGrpSpPr/>
          <p:nvPr/>
        </p:nvGrpSpPr>
        <p:grpSpPr>
          <a:xfrm>
            <a:off x="4610288" y="1876942"/>
            <a:ext cx="7106078" cy="1614142"/>
            <a:chOff x="4610288" y="1876942"/>
            <a:chExt cx="5496533" cy="1248535"/>
          </a:xfrm>
        </p:grpSpPr>
        <p:sp>
          <p:nvSpPr>
            <p:cNvPr id="862" name="Google Shape;862;p14"/>
            <p:cNvSpPr/>
            <p:nvPr/>
          </p:nvSpPr>
          <p:spPr>
            <a:xfrm>
              <a:off x="5025226" y="1876942"/>
              <a:ext cx="1318700" cy="1229599"/>
            </a:xfrm>
            <a:prstGeom prst="round1Rect">
              <a:avLst>
                <a:gd fmla="val 0" name="adj"/>
              </a:avLst>
            </a:prstGeom>
            <a:solidFill>
              <a:srgbClr val="0C0C0C"/>
            </a:solidFill>
            <a:ln cap="flat" cmpd="sng" w="9525">
              <a:solidFill>
                <a:srgbClr val="30B5C5"/>
              </a:solidFill>
              <a:prstDash val="solid"/>
              <a:miter lim="8000"/>
              <a:headEnd len="sm" w="sm" type="none"/>
              <a:tailEnd len="sm" w="sm" type="none"/>
            </a:ln>
          </p:spPr>
          <p:txBody>
            <a:bodyPr anchorCtr="0" anchor="ctr" bIns="14500" lIns="0" spcFirstLastPara="1" rIns="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863" name="Google Shape;863;p14"/>
            <p:cNvSpPr/>
            <p:nvPr/>
          </p:nvSpPr>
          <p:spPr>
            <a:xfrm>
              <a:off x="5255447" y="2147307"/>
              <a:ext cx="573084" cy="838688"/>
            </a:xfrm>
            <a:prstGeom prst="rect">
              <a:avLst/>
            </a:prstGeom>
            <a:solidFill>
              <a:srgbClr val="4472C4">
                <a:alpha val="50196"/>
              </a:srgbClr>
            </a:solidFill>
            <a:ln cap="flat" cmpd="sng" w="12700">
              <a:solidFill>
                <a:srgbClr val="31538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24">
                <a:solidFill>
                  <a:schemeClr val="lt1"/>
                </a:solidFill>
                <a:latin typeface="Arial"/>
                <a:ea typeface="Arial"/>
                <a:cs typeface="Arial"/>
                <a:sym typeface="Arial"/>
              </a:endParaRPr>
            </a:p>
          </p:txBody>
        </p:sp>
        <p:grpSp>
          <p:nvGrpSpPr>
            <p:cNvPr id="864" name="Google Shape;864;p14"/>
            <p:cNvGrpSpPr/>
            <p:nvPr/>
          </p:nvGrpSpPr>
          <p:grpSpPr>
            <a:xfrm>
              <a:off x="5180532" y="1967793"/>
              <a:ext cx="272784" cy="105318"/>
              <a:chOff x="3485830" y="5377111"/>
              <a:chExt cx="151449" cy="135708"/>
            </a:xfrm>
          </p:grpSpPr>
          <p:grpSp>
            <p:nvGrpSpPr>
              <p:cNvPr id="865" name="Google Shape;865;p14"/>
              <p:cNvGrpSpPr/>
              <p:nvPr/>
            </p:nvGrpSpPr>
            <p:grpSpPr>
              <a:xfrm>
                <a:off x="3485830" y="5377111"/>
                <a:ext cx="151449" cy="135708"/>
                <a:chOff x="3114040" y="4022272"/>
                <a:chExt cx="345440" cy="241118"/>
              </a:xfrm>
            </p:grpSpPr>
            <p:grpSp>
              <p:nvGrpSpPr>
                <p:cNvPr id="866" name="Google Shape;866;p14"/>
                <p:cNvGrpSpPr/>
                <p:nvPr/>
              </p:nvGrpSpPr>
              <p:grpSpPr>
                <a:xfrm>
                  <a:off x="3114040" y="4022272"/>
                  <a:ext cx="345440" cy="241118"/>
                  <a:chOff x="2943185" y="4022272"/>
                  <a:chExt cx="516295" cy="241118"/>
                </a:xfrm>
              </p:grpSpPr>
              <p:cxnSp>
                <p:nvCxnSpPr>
                  <p:cNvPr id="867" name="Google Shape;867;p14"/>
                  <p:cNvCxnSpPr/>
                  <p:nvPr/>
                </p:nvCxnSpPr>
                <p:spPr>
                  <a:xfrm flipH="1" rot="10800000">
                    <a:off x="2943185" y="4027170"/>
                    <a:ext cx="516295" cy="3810"/>
                  </a:xfrm>
                  <a:prstGeom prst="straightConnector1">
                    <a:avLst/>
                  </a:prstGeom>
                  <a:noFill/>
                  <a:ln cap="flat" cmpd="sng" w="9525">
                    <a:solidFill>
                      <a:srgbClr val="FFFFFF"/>
                    </a:solidFill>
                    <a:prstDash val="solid"/>
                    <a:miter lim="8000"/>
                    <a:headEnd len="sm" w="sm" type="none"/>
                    <a:tailEnd len="sm" w="sm" type="none"/>
                  </a:ln>
                </p:spPr>
              </p:cxnSp>
              <p:grpSp>
                <p:nvGrpSpPr>
                  <p:cNvPr id="868" name="Google Shape;868;p14"/>
                  <p:cNvGrpSpPr/>
                  <p:nvPr/>
                </p:nvGrpSpPr>
                <p:grpSpPr>
                  <a:xfrm>
                    <a:off x="2943185" y="4022272"/>
                    <a:ext cx="516295" cy="241118"/>
                    <a:chOff x="2943185" y="4022272"/>
                    <a:chExt cx="516295" cy="241118"/>
                  </a:xfrm>
                </p:grpSpPr>
                <p:cxnSp>
                  <p:nvCxnSpPr>
                    <p:cNvPr id="869" name="Google Shape;869;p14"/>
                    <p:cNvCxnSpPr/>
                    <p:nvPr/>
                  </p:nvCxnSpPr>
                  <p:spPr>
                    <a:xfrm flipH="1" rot="10800000">
                      <a:off x="2943185" y="4259580"/>
                      <a:ext cx="516295" cy="3810"/>
                    </a:xfrm>
                    <a:prstGeom prst="straightConnector1">
                      <a:avLst/>
                    </a:prstGeom>
                    <a:noFill/>
                    <a:ln cap="flat" cmpd="sng" w="9525">
                      <a:solidFill>
                        <a:srgbClr val="FFFFFF"/>
                      </a:solidFill>
                      <a:prstDash val="solid"/>
                      <a:miter lim="8000"/>
                      <a:headEnd len="sm" w="sm" type="none"/>
                      <a:tailEnd len="sm" w="sm" type="none"/>
                    </a:ln>
                  </p:spPr>
                </p:cxnSp>
                <p:cxnSp>
                  <p:nvCxnSpPr>
                    <p:cNvPr id="870" name="Google Shape;870;p14"/>
                    <p:cNvCxnSpPr/>
                    <p:nvPr/>
                  </p:nvCxnSpPr>
                  <p:spPr>
                    <a:xfrm>
                      <a:off x="3459480" y="4022272"/>
                      <a:ext cx="0" cy="237308"/>
                    </a:xfrm>
                    <a:prstGeom prst="straightConnector1">
                      <a:avLst/>
                    </a:prstGeom>
                    <a:noFill/>
                    <a:ln cap="flat" cmpd="sng" w="9525">
                      <a:solidFill>
                        <a:srgbClr val="FFFFFF"/>
                      </a:solidFill>
                      <a:prstDash val="solid"/>
                      <a:miter lim="8000"/>
                      <a:headEnd len="sm" w="sm" type="none"/>
                      <a:tailEnd len="sm" w="sm" type="none"/>
                    </a:ln>
                  </p:spPr>
                </p:cxnSp>
              </p:grpSp>
            </p:grpSp>
            <p:cxnSp>
              <p:nvCxnSpPr>
                <p:cNvPr id="871" name="Google Shape;871;p14"/>
                <p:cNvCxnSpPr/>
                <p:nvPr/>
              </p:nvCxnSpPr>
              <p:spPr>
                <a:xfrm>
                  <a:off x="3403600" y="4030980"/>
                  <a:ext cx="0" cy="228600"/>
                </a:xfrm>
                <a:prstGeom prst="straightConnector1">
                  <a:avLst/>
                </a:prstGeom>
                <a:noFill/>
                <a:ln cap="flat" cmpd="sng" w="9525">
                  <a:solidFill>
                    <a:srgbClr val="00B050"/>
                  </a:solidFill>
                  <a:prstDash val="solid"/>
                  <a:miter lim="8000"/>
                  <a:headEnd len="sm" w="sm" type="none"/>
                  <a:tailEnd len="sm" w="sm" type="none"/>
                </a:ln>
              </p:spPr>
            </p:cxnSp>
            <p:cxnSp>
              <p:nvCxnSpPr>
                <p:cNvPr id="872" name="Google Shape;872;p14"/>
                <p:cNvCxnSpPr/>
                <p:nvPr/>
              </p:nvCxnSpPr>
              <p:spPr>
                <a:xfrm>
                  <a:off x="3350260" y="4030980"/>
                  <a:ext cx="0" cy="228600"/>
                </a:xfrm>
                <a:prstGeom prst="straightConnector1">
                  <a:avLst/>
                </a:prstGeom>
                <a:noFill/>
                <a:ln cap="flat" cmpd="sng" w="9525">
                  <a:solidFill>
                    <a:srgbClr val="00B050"/>
                  </a:solidFill>
                  <a:prstDash val="solid"/>
                  <a:miter lim="8000"/>
                  <a:headEnd len="sm" w="sm" type="none"/>
                  <a:tailEnd len="sm" w="sm" type="none"/>
                </a:ln>
              </p:spPr>
            </p:cxnSp>
            <p:cxnSp>
              <p:nvCxnSpPr>
                <p:cNvPr id="873" name="Google Shape;873;p14"/>
                <p:cNvCxnSpPr/>
                <p:nvPr/>
              </p:nvCxnSpPr>
              <p:spPr>
                <a:xfrm>
                  <a:off x="3291840" y="4030980"/>
                  <a:ext cx="0" cy="228600"/>
                </a:xfrm>
                <a:prstGeom prst="straightConnector1">
                  <a:avLst/>
                </a:prstGeom>
                <a:noFill/>
                <a:ln cap="flat" cmpd="sng" w="9525">
                  <a:solidFill>
                    <a:srgbClr val="00B050"/>
                  </a:solidFill>
                  <a:prstDash val="solid"/>
                  <a:miter lim="8000"/>
                  <a:headEnd len="sm" w="sm" type="none"/>
                  <a:tailEnd len="sm" w="sm" type="none"/>
                </a:ln>
              </p:spPr>
            </p:cxnSp>
            <p:cxnSp>
              <p:nvCxnSpPr>
                <p:cNvPr id="874" name="Google Shape;874;p14"/>
                <p:cNvCxnSpPr/>
                <p:nvPr/>
              </p:nvCxnSpPr>
              <p:spPr>
                <a:xfrm>
                  <a:off x="3241040" y="4030980"/>
                  <a:ext cx="0" cy="228600"/>
                </a:xfrm>
                <a:prstGeom prst="straightConnector1">
                  <a:avLst/>
                </a:prstGeom>
                <a:noFill/>
                <a:ln cap="flat" cmpd="sng" w="9525">
                  <a:solidFill>
                    <a:srgbClr val="00B050"/>
                  </a:solidFill>
                  <a:prstDash val="solid"/>
                  <a:miter lim="8000"/>
                  <a:headEnd len="sm" w="sm" type="none"/>
                  <a:tailEnd len="sm" w="sm" type="none"/>
                </a:ln>
              </p:spPr>
            </p:cxnSp>
            <p:cxnSp>
              <p:nvCxnSpPr>
                <p:cNvPr id="875" name="Google Shape;875;p14"/>
                <p:cNvCxnSpPr/>
                <p:nvPr/>
              </p:nvCxnSpPr>
              <p:spPr>
                <a:xfrm>
                  <a:off x="3193712" y="4030980"/>
                  <a:ext cx="0" cy="228600"/>
                </a:xfrm>
                <a:prstGeom prst="straightConnector1">
                  <a:avLst/>
                </a:prstGeom>
                <a:noFill/>
                <a:ln cap="flat" cmpd="sng" w="9525">
                  <a:solidFill>
                    <a:srgbClr val="00B050"/>
                  </a:solidFill>
                  <a:prstDash val="solid"/>
                  <a:miter lim="8000"/>
                  <a:headEnd len="sm" w="sm" type="none"/>
                  <a:tailEnd len="sm" w="sm" type="none"/>
                </a:ln>
              </p:spPr>
            </p:cxnSp>
          </p:grpSp>
          <p:sp>
            <p:nvSpPr>
              <p:cNvPr id="876" name="Google Shape;876;p14"/>
              <p:cNvSpPr/>
              <p:nvPr/>
            </p:nvSpPr>
            <p:spPr>
              <a:xfrm>
                <a:off x="3520760" y="5382012"/>
                <a:ext cx="116519" cy="128663"/>
              </a:xfrm>
              <a:prstGeom prst="rect">
                <a:avLst/>
              </a:prstGeom>
              <a:solidFill>
                <a:srgbClr val="00B0F0">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624">
                  <a:solidFill>
                    <a:schemeClr val="lt1"/>
                  </a:solidFill>
                  <a:latin typeface="Arial"/>
                  <a:ea typeface="Arial"/>
                  <a:cs typeface="Arial"/>
                  <a:sym typeface="Arial"/>
                </a:endParaRPr>
              </a:p>
            </p:txBody>
          </p:sp>
        </p:grpSp>
        <p:cxnSp>
          <p:nvCxnSpPr>
            <p:cNvPr id="877" name="Google Shape;877;p14"/>
            <p:cNvCxnSpPr>
              <a:stCxn id="876" idx="3"/>
            </p:cNvCxnSpPr>
            <p:nvPr/>
          </p:nvCxnSpPr>
          <p:spPr>
            <a:xfrm>
              <a:off x="5453316" y="2021522"/>
              <a:ext cx="105600" cy="122100"/>
            </a:xfrm>
            <a:prstGeom prst="bentConnector2">
              <a:avLst/>
            </a:prstGeom>
            <a:solidFill>
              <a:schemeClr val="accent1"/>
            </a:solidFill>
            <a:ln cap="flat" cmpd="sng" w="9525">
              <a:solidFill>
                <a:schemeClr val="lt1"/>
              </a:solidFill>
              <a:prstDash val="solid"/>
              <a:round/>
              <a:headEnd len="sm" w="sm" type="none"/>
              <a:tailEnd len="med" w="med" type="stealth"/>
            </a:ln>
          </p:spPr>
        </p:cxnSp>
        <p:grpSp>
          <p:nvGrpSpPr>
            <p:cNvPr id="878" name="Google Shape;878;p14"/>
            <p:cNvGrpSpPr/>
            <p:nvPr/>
          </p:nvGrpSpPr>
          <p:grpSpPr>
            <a:xfrm>
              <a:off x="5321077" y="2232373"/>
              <a:ext cx="439193" cy="590667"/>
              <a:chOff x="4124068" y="4044688"/>
              <a:chExt cx="519370" cy="1169946"/>
            </a:xfrm>
          </p:grpSpPr>
          <p:sp>
            <p:nvSpPr>
              <p:cNvPr id="879" name="Google Shape;879;p14"/>
              <p:cNvSpPr/>
              <p:nvPr/>
            </p:nvSpPr>
            <p:spPr>
              <a:xfrm>
                <a:off x="4124068" y="4044688"/>
                <a:ext cx="519370" cy="126856"/>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10.20.11.200</a:t>
                </a:r>
                <a:endParaRPr b="1" sz="281">
                  <a:solidFill>
                    <a:schemeClr val="lt1"/>
                  </a:solidFill>
                  <a:latin typeface="Arial"/>
                  <a:ea typeface="Arial"/>
                  <a:cs typeface="Arial"/>
                  <a:sym typeface="Arial"/>
                </a:endParaRPr>
              </a:p>
            </p:txBody>
          </p:sp>
          <p:sp>
            <p:nvSpPr>
              <p:cNvPr id="880" name="Google Shape;880;p14"/>
              <p:cNvSpPr/>
              <p:nvPr/>
            </p:nvSpPr>
            <p:spPr>
              <a:xfrm>
                <a:off x="4124068" y="4217358"/>
                <a:ext cx="519370" cy="126856"/>
              </a:xfrm>
              <a:prstGeom prst="rect">
                <a:avLst/>
              </a:prstGeom>
              <a:solidFill>
                <a:srgbClr val="00B050"/>
              </a:soli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10.20.11.220</a:t>
                </a:r>
                <a:endParaRPr b="1" sz="281">
                  <a:solidFill>
                    <a:schemeClr val="lt1"/>
                  </a:solidFill>
                  <a:latin typeface="Arial"/>
                  <a:ea typeface="Arial"/>
                  <a:cs typeface="Arial"/>
                  <a:sym typeface="Arial"/>
                </a:endParaRPr>
              </a:p>
            </p:txBody>
          </p:sp>
          <p:sp>
            <p:nvSpPr>
              <p:cNvPr id="881" name="Google Shape;881;p14"/>
              <p:cNvSpPr/>
              <p:nvPr/>
            </p:nvSpPr>
            <p:spPr>
              <a:xfrm>
                <a:off x="4124068" y="4390028"/>
                <a:ext cx="519370" cy="126856"/>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10.30.11.210</a:t>
                </a:r>
                <a:endParaRPr b="1" sz="281">
                  <a:solidFill>
                    <a:schemeClr val="lt1"/>
                  </a:solidFill>
                  <a:latin typeface="Arial"/>
                  <a:ea typeface="Arial"/>
                  <a:cs typeface="Arial"/>
                  <a:sym typeface="Arial"/>
                </a:endParaRPr>
              </a:p>
            </p:txBody>
          </p:sp>
          <p:sp>
            <p:nvSpPr>
              <p:cNvPr id="882" name="Google Shape;882;p14"/>
              <p:cNvSpPr/>
              <p:nvPr/>
            </p:nvSpPr>
            <p:spPr>
              <a:xfrm>
                <a:off x="4124068" y="4742441"/>
                <a:ext cx="519370" cy="126856"/>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10.20.22.200</a:t>
                </a:r>
                <a:endParaRPr b="1" sz="281">
                  <a:solidFill>
                    <a:schemeClr val="lt1"/>
                  </a:solidFill>
                  <a:latin typeface="Arial"/>
                  <a:ea typeface="Arial"/>
                  <a:cs typeface="Arial"/>
                  <a:sym typeface="Arial"/>
                </a:endParaRPr>
              </a:p>
            </p:txBody>
          </p:sp>
          <p:sp>
            <p:nvSpPr>
              <p:cNvPr id="883" name="Google Shape;883;p14"/>
              <p:cNvSpPr/>
              <p:nvPr/>
            </p:nvSpPr>
            <p:spPr>
              <a:xfrm>
                <a:off x="4124068" y="4915109"/>
                <a:ext cx="519370" cy="126855"/>
              </a:xfrm>
              <a:prstGeom prst="rect">
                <a:avLst/>
              </a:prstGeom>
              <a:solidFill>
                <a:srgbClr val="00B050"/>
              </a:soli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10.20.22.220</a:t>
                </a:r>
                <a:endParaRPr b="1" sz="281">
                  <a:solidFill>
                    <a:schemeClr val="lt1"/>
                  </a:solidFill>
                  <a:latin typeface="Arial"/>
                  <a:ea typeface="Arial"/>
                  <a:cs typeface="Arial"/>
                  <a:sym typeface="Arial"/>
                </a:endParaRPr>
              </a:p>
            </p:txBody>
          </p:sp>
          <p:sp>
            <p:nvSpPr>
              <p:cNvPr id="884" name="Google Shape;884;p14"/>
              <p:cNvSpPr/>
              <p:nvPr/>
            </p:nvSpPr>
            <p:spPr>
              <a:xfrm>
                <a:off x="4124068" y="5087779"/>
                <a:ext cx="519370" cy="126855"/>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281">
                    <a:solidFill>
                      <a:schemeClr val="lt1"/>
                    </a:solidFill>
                    <a:latin typeface="Arial"/>
                    <a:ea typeface="Arial"/>
                    <a:cs typeface="Arial"/>
                    <a:sym typeface="Arial"/>
                  </a:rPr>
                  <a:t>10.30.22.210</a:t>
                </a:r>
                <a:endParaRPr b="1" sz="281">
                  <a:solidFill>
                    <a:schemeClr val="lt1"/>
                  </a:solidFill>
                  <a:latin typeface="Arial"/>
                  <a:ea typeface="Arial"/>
                  <a:cs typeface="Arial"/>
                  <a:sym typeface="Arial"/>
                </a:endParaRPr>
              </a:p>
            </p:txBody>
          </p:sp>
        </p:grpSp>
        <p:sp>
          <p:nvSpPr>
            <p:cNvPr id="885" name="Google Shape;885;p14"/>
            <p:cNvSpPr txBox="1"/>
            <p:nvPr/>
          </p:nvSpPr>
          <p:spPr>
            <a:xfrm rot="5400000">
              <a:off x="5567140" y="2306854"/>
              <a:ext cx="99762" cy="428707"/>
            </a:xfrm>
            <a:prstGeom prst="rect">
              <a:avLst/>
            </a:prstGeom>
            <a:noFill/>
            <a:ln>
              <a:noFill/>
            </a:ln>
          </p:spPr>
          <p:txBody>
            <a:bodyPr anchorCtr="0" anchor="t" bIns="45700" lIns="91425" spcFirstLastPara="1" rIns="91425" wrap="square" tIns="45700">
              <a:spAutoFit/>
            </a:bodyPr>
            <a:lstStyle/>
            <a:p>
              <a:pPr indent="0" lvl="0" marL="0" marR="0" rtl="0" algn="ctr">
                <a:lnSpc>
                  <a:spcPct val="343710"/>
                </a:lnSpc>
                <a:spcBef>
                  <a:spcPts val="0"/>
                </a:spcBef>
                <a:spcAft>
                  <a:spcPts val="0"/>
                </a:spcAft>
                <a:buNone/>
              </a:pPr>
              <a:r>
                <a:rPr lang="en-US" sz="938">
                  <a:solidFill>
                    <a:schemeClr val="lt1"/>
                  </a:solidFill>
                  <a:latin typeface="Microsoft YaHei"/>
                  <a:ea typeface="Microsoft YaHei"/>
                  <a:cs typeface="Microsoft YaHei"/>
                  <a:sym typeface="Microsoft YaHei"/>
                </a:rPr>
                <a:t>…</a:t>
              </a:r>
              <a:endParaRPr sz="938">
                <a:solidFill>
                  <a:schemeClr val="lt1"/>
                </a:solidFill>
                <a:latin typeface="Microsoft YaHei"/>
                <a:ea typeface="Microsoft YaHei"/>
                <a:cs typeface="Microsoft YaHei"/>
                <a:sym typeface="Microsoft YaHei"/>
              </a:endParaRPr>
            </a:p>
          </p:txBody>
        </p:sp>
        <p:sp>
          <p:nvSpPr>
            <p:cNvPr id="886" name="Google Shape;886;p14"/>
            <p:cNvSpPr/>
            <p:nvPr/>
          </p:nvSpPr>
          <p:spPr>
            <a:xfrm>
              <a:off x="5259320" y="2806459"/>
              <a:ext cx="574196"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lt1"/>
                  </a:solidFill>
                  <a:latin typeface="Arial"/>
                  <a:ea typeface="Arial"/>
                  <a:cs typeface="Arial"/>
                  <a:sym typeface="Arial"/>
                </a:rPr>
                <a:t>ACL/FIB</a:t>
              </a:r>
              <a:endParaRPr/>
            </a:p>
          </p:txBody>
        </p:sp>
        <p:sp>
          <p:nvSpPr>
            <p:cNvPr id="887" name="Google Shape;887;p14"/>
            <p:cNvSpPr/>
            <p:nvPr/>
          </p:nvSpPr>
          <p:spPr>
            <a:xfrm>
              <a:off x="6089931" y="2222040"/>
              <a:ext cx="144724" cy="736297"/>
            </a:xfrm>
            <a:prstGeom prst="rect">
              <a:avLst/>
            </a:prstGeom>
            <a:noFill/>
            <a:ln cap="flat" cmpd="sng" w="9525">
              <a:solidFill>
                <a:srgbClr val="31538F"/>
              </a:solidFill>
              <a:prstDash val="solid"/>
              <a:miter lim="8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b="1" lang="en-US" sz="843">
                  <a:solidFill>
                    <a:schemeClr val="lt1"/>
                  </a:solidFill>
                  <a:latin typeface="Arial"/>
                  <a:ea typeface="Arial"/>
                  <a:cs typeface="Arial"/>
                  <a:sym typeface="Arial"/>
                </a:rPr>
                <a:t>∑</a:t>
              </a:r>
              <a:endParaRPr sz="938">
                <a:solidFill>
                  <a:schemeClr val="lt1"/>
                </a:solidFill>
                <a:latin typeface="Arial"/>
                <a:ea typeface="Arial"/>
                <a:cs typeface="Arial"/>
                <a:sym typeface="Arial"/>
              </a:endParaRPr>
            </a:p>
          </p:txBody>
        </p:sp>
        <p:grpSp>
          <p:nvGrpSpPr>
            <p:cNvPr id="888" name="Google Shape;888;p14"/>
            <p:cNvGrpSpPr/>
            <p:nvPr/>
          </p:nvGrpSpPr>
          <p:grpSpPr>
            <a:xfrm>
              <a:off x="5760268" y="2346557"/>
              <a:ext cx="329664" cy="370015"/>
              <a:chOff x="4541062" y="4188596"/>
              <a:chExt cx="333678" cy="440284"/>
            </a:xfrm>
          </p:grpSpPr>
          <p:cxnSp>
            <p:nvCxnSpPr>
              <p:cNvPr id="889" name="Google Shape;889;p14"/>
              <p:cNvCxnSpPr/>
              <p:nvPr/>
            </p:nvCxnSpPr>
            <p:spPr>
              <a:xfrm>
                <a:off x="4541062" y="4188596"/>
                <a:ext cx="333678" cy="0"/>
              </a:xfrm>
              <a:prstGeom prst="straightConnector1">
                <a:avLst/>
              </a:prstGeom>
              <a:solidFill>
                <a:schemeClr val="accent1"/>
              </a:solidFill>
              <a:ln cap="flat" cmpd="sng" w="9525">
                <a:solidFill>
                  <a:schemeClr val="lt1"/>
                </a:solidFill>
                <a:prstDash val="solid"/>
                <a:round/>
                <a:headEnd len="sm" w="sm" type="none"/>
                <a:tailEnd len="sm" w="sm" type="triangle"/>
              </a:ln>
            </p:spPr>
          </p:cxnSp>
          <p:cxnSp>
            <p:nvCxnSpPr>
              <p:cNvPr id="890" name="Google Shape;890;p14"/>
              <p:cNvCxnSpPr/>
              <p:nvPr/>
            </p:nvCxnSpPr>
            <p:spPr>
              <a:xfrm>
                <a:off x="4541062" y="4628880"/>
                <a:ext cx="333678" cy="0"/>
              </a:xfrm>
              <a:prstGeom prst="straightConnector1">
                <a:avLst/>
              </a:prstGeom>
              <a:solidFill>
                <a:schemeClr val="accent1"/>
              </a:solidFill>
              <a:ln cap="flat" cmpd="sng" w="9525">
                <a:solidFill>
                  <a:schemeClr val="lt1"/>
                </a:solidFill>
                <a:prstDash val="solid"/>
                <a:round/>
                <a:headEnd len="sm" w="sm" type="none"/>
                <a:tailEnd len="sm" w="sm" type="triangle"/>
              </a:ln>
            </p:spPr>
          </p:cxnSp>
        </p:grpSp>
        <p:sp>
          <p:nvSpPr>
            <p:cNvPr id="891" name="Google Shape;891;p14"/>
            <p:cNvSpPr/>
            <p:nvPr/>
          </p:nvSpPr>
          <p:spPr>
            <a:xfrm>
              <a:off x="5778202" y="2211643"/>
              <a:ext cx="394660"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chemeClr val="lt1"/>
                  </a:solidFill>
                  <a:latin typeface="Arial"/>
                  <a:ea typeface="Arial"/>
                  <a:cs typeface="Arial"/>
                  <a:sym typeface="Arial"/>
                </a:rPr>
                <a:t>match</a:t>
              </a:r>
              <a:endParaRPr/>
            </a:p>
          </p:txBody>
        </p:sp>
        <p:sp>
          <p:nvSpPr>
            <p:cNvPr id="892" name="Google Shape;892;p14"/>
            <p:cNvSpPr/>
            <p:nvPr/>
          </p:nvSpPr>
          <p:spPr>
            <a:xfrm>
              <a:off x="5790075" y="2582338"/>
              <a:ext cx="394660" cy="1846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00">
                  <a:solidFill>
                    <a:schemeClr val="lt1"/>
                  </a:solidFill>
                  <a:latin typeface="Arial"/>
                  <a:ea typeface="Arial"/>
                  <a:cs typeface="Arial"/>
                  <a:sym typeface="Arial"/>
                </a:rPr>
                <a:t>match</a:t>
              </a:r>
              <a:endParaRPr/>
            </a:p>
          </p:txBody>
        </p:sp>
        <p:sp>
          <p:nvSpPr>
            <p:cNvPr id="893" name="Google Shape;893;p14"/>
            <p:cNvSpPr/>
            <p:nvPr/>
          </p:nvSpPr>
          <p:spPr>
            <a:xfrm>
              <a:off x="6684767" y="1887499"/>
              <a:ext cx="1382962" cy="1229599"/>
            </a:xfrm>
            <a:prstGeom prst="round1Rect">
              <a:avLst>
                <a:gd fmla="val 0" name="adj"/>
              </a:avLst>
            </a:prstGeom>
            <a:solidFill>
              <a:srgbClr val="0C0C0C"/>
            </a:soli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894" name="Google Shape;894;p14"/>
            <p:cNvSpPr/>
            <p:nvPr/>
          </p:nvSpPr>
          <p:spPr>
            <a:xfrm>
              <a:off x="8378052" y="1895877"/>
              <a:ext cx="1262797" cy="1229600"/>
            </a:xfrm>
            <a:prstGeom prst="round1Rect">
              <a:avLst>
                <a:gd fmla="val 0" name="adj"/>
              </a:avLst>
            </a:prstGeom>
            <a:solidFill>
              <a:srgbClr val="0C0C0C"/>
            </a:soli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grpSp>
          <p:nvGrpSpPr>
            <p:cNvPr id="895" name="Google Shape;895;p14"/>
            <p:cNvGrpSpPr/>
            <p:nvPr/>
          </p:nvGrpSpPr>
          <p:grpSpPr>
            <a:xfrm>
              <a:off x="8443740" y="1983149"/>
              <a:ext cx="1141274" cy="1091561"/>
              <a:chOff x="4950333" y="4901296"/>
              <a:chExt cx="1433018" cy="1497715"/>
            </a:xfrm>
          </p:grpSpPr>
          <p:sp>
            <p:nvSpPr>
              <p:cNvPr id="896" name="Google Shape;896;p14"/>
              <p:cNvSpPr/>
              <p:nvPr/>
            </p:nvSpPr>
            <p:spPr>
              <a:xfrm>
                <a:off x="4950333" y="4901296"/>
                <a:ext cx="1433018" cy="331703"/>
              </a:xfrm>
              <a:prstGeom prst="frame">
                <a:avLst>
                  <a:gd fmla="val 6886" name="adj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900">
                    <a:solidFill>
                      <a:schemeClr val="lt1"/>
                    </a:solidFill>
                    <a:latin typeface="Arial"/>
                    <a:ea typeface="Arial"/>
                    <a:cs typeface="Arial"/>
                    <a:sym typeface="Arial"/>
                  </a:rPr>
                  <a:t>SA加速器</a:t>
                </a:r>
                <a:endParaRPr/>
              </a:p>
            </p:txBody>
          </p:sp>
          <p:sp>
            <p:nvSpPr>
              <p:cNvPr id="897" name="Google Shape;897;p14"/>
              <p:cNvSpPr/>
              <p:nvPr/>
            </p:nvSpPr>
            <p:spPr>
              <a:xfrm>
                <a:off x="4950334" y="5289967"/>
                <a:ext cx="1433017" cy="331703"/>
              </a:xfrm>
              <a:prstGeom prst="frame">
                <a:avLst>
                  <a:gd fmla="val 6886" name="adj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900">
                    <a:solidFill>
                      <a:schemeClr val="lt1"/>
                    </a:solidFill>
                    <a:latin typeface="Arial"/>
                    <a:ea typeface="Arial"/>
                    <a:cs typeface="Arial"/>
                    <a:sym typeface="Arial"/>
                  </a:rPr>
                  <a:t>QoS加速器</a:t>
                </a:r>
                <a:endParaRPr/>
              </a:p>
            </p:txBody>
          </p:sp>
          <p:sp>
            <p:nvSpPr>
              <p:cNvPr id="898" name="Google Shape;898;p14"/>
              <p:cNvSpPr/>
              <p:nvPr/>
            </p:nvSpPr>
            <p:spPr>
              <a:xfrm>
                <a:off x="4950334" y="5678637"/>
                <a:ext cx="1433017" cy="331703"/>
              </a:xfrm>
              <a:prstGeom prst="frame">
                <a:avLst>
                  <a:gd fmla="val 6886" name="adj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900">
                    <a:solidFill>
                      <a:schemeClr val="lt1"/>
                    </a:solidFill>
                    <a:latin typeface="Arial"/>
                    <a:ea typeface="Arial"/>
                    <a:cs typeface="Arial"/>
                    <a:sym typeface="Arial"/>
                  </a:rPr>
                  <a:t>SEC加速器</a:t>
                </a:r>
                <a:endParaRPr/>
              </a:p>
            </p:txBody>
          </p:sp>
          <p:sp>
            <p:nvSpPr>
              <p:cNvPr id="899" name="Google Shape;899;p14"/>
              <p:cNvSpPr/>
              <p:nvPr/>
            </p:nvSpPr>
            <p:spPr>
              <a:xfrm>
                <a:off x="4950334" y="6067308"/>
                <a:ext cx="1433017" cy="331703"/>
              </a:xfrm>
              <a:prstGeom prst="frame">
                <a:avLst>
                  <a:gd fmla="val 8009" name="adj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rPr b="1" lang="en-US" sz="900">
                    <a:solidFill>
                      <a:schemeClr val="lt1"/>
                    </a:solidFill>
                    <a:latin typeface="Arial"/>
                    <a:ea typeface="Arial"/>
                    <a:cs typeface="Arial"/>
                    <a:sym typeface="Arial"/>
                  </a:rPr>
                  <a:t>Optimization加速器</a:t>
                </a:r>
                <a:endParaRPr/>
              </a:p>
            </p:txBody>
          </p:sp>
        </p:grpSp>
        <p:grpSp>
          <p:nvGrpSpPr>
            <p:cNvPr id="900" name="Google Shape;900;p14"/>
            <p:cNvGrpSpPr/>
            <p:nvPr/>
          </p:nvGrpSpPr>
          <p:grpSpPr>
            <a:xfrm>
              <a:off x="6792621" y="2112862"/>
              <a:ext cx="1179222" cy="838591"/>
              <a:chOff x="7431431" y="4400730"/>
              <a:chExt cx="1383662" cy="983976"/>
            </a:xfrm>
          </p:grpSpPr>
          <p:grpSp>
            <p:nvGrpSpPr>
              <p:cNvPr id="901" name="Google Shape;901;p14"/>
              <p:cNvGrpSpPr/>
              <p:nvPr/>
            </p:nvGrpSpPr>
            <p:grpSpPr>
              <a:xfrm>
                <a:off x="7431431" y="4400730"/>
                <a:ext cx="1383662" cy="983959"/>
                <a:chOff x="5134837" y="3301912"/>
                <a:chExt cx="1205012" cy="904951"/>
              </a:xfrm>
            </p:grpSpPr>
            <p:grpSp>
              <p:nvGrpSpPr>
                <p:cNvPr id="902" name="Google Shape;902;p14"/>
                <p:cNvGrpSpPr/>
                <p:nvPr/>
              </p:nvGrpSpPr>
              <p:grpSpPr>
                <a:xfrm>
                  <a:off x="5134837" y="3301912"/>
                  <a:ext cx="1205012" cy="904951"/>
                  <a:chOff x="5160097" y="3395845"/>
                  <a:chExt cx="1131221" cy="849535"/>
                </a:xfrm>
              </p:grpSpPr>
              <p:sp>
                <p:nvSpPr>
                  <p:cNvPr id="903" name="Google Shape;903;p14"/>
                  <p:cNvSpPr/>
                  <p:nvPr/>
                </p:nvSpPr>
                <p:spPr>
                  <a:xfrm>
                    <a:off x="5160097" y="3400675"/>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4" name="Google Shape;904;p14"/>
                  <p:cNvSpPr/>
                  <p:nvPr/>
                </p:nvSpPr>
                <p:spPr>
                  <a:xfrm>
                    <a:off x="5476211" y="3397931"/>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5" name="Google Shape;905;p14"/>
                  <p:cNvSpPr/>
                  <p:nvPr/>
                </p:nvSpPr>
                <p:spPr>
                  <a:xfrm>
                    <a:off x="5792325" y="3397931"/>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6" name="Google Shape;906;p14"/>
                  <p:cNvSpPr/>
                  <p:nvPr/>
                </p:nvSpPr>
                <p:spPr>
                  <a:xfrm>
                    <a:off x="6108438" y="3395845"/>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7" name="Google Shape;907;p14"/>
                  <p:cNvSpPr/>
                  <p:nvPr/>
                </p:nvSpPr>
                <p:spPr>
                  <a:xfrm>
                    <a:off x="5160097" y="3643721"/>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8" name="Google Shape;908;p14"/>
                  <p:cNvSpPr/>
                  <p:nvPr/>
                </p:nvSpPr>
                <p:spPr>
                  <a:xfrm>
                    <a:off x="5476211" y="3640977"/>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09" name="Google Shape;909;p14"/>
                  <p:cNvSpPr/>
                  <p:nvPr/>
                </p:nvSpPr>
                <p:spPr>
                  <a:xfrm>
                    <a:off x="5792325" y="3640977"/>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0" name="Google Shape;910;p14"/>
                  <p:cNvSpPr/>
                  <p:nvPr/>
                </p:nvSpPr>
                <p:spPr>
                  <a:xfrm>
                    <a:off x="6108438" y="3638891"/>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1" name="Google Shape;911;p14"/>
                  <p:cNvSpPr/>
                  <p:nvPr/>
                </p:nvSpPr>
                <p:spPr>
                  <a:xfrm>
                    <a:off x="5160097" y="3871614"/>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2" name="Google Shape;912;p14"/>
                  <p:cNvSpPr/>
                  <p:nvPr/>
                </p:nvSpPr>
                <p:spPr>
                  <a:xfrm>
                    <a:off x="5476211" y="3868870"/>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3" name="Google Shape;913;p14"/>
                  <p:cNvSpPr/>
                  <p:nvPr/>
                </p:nvSpPr>
                <p:spPr>
                  <a:xfrm>
                    <a:off x="5792325" y="3868870"/>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4" name="Google Shape;914;p14"/>
                  <p:cNvSpPr/>
                  <p:nvPr/>
                </p:nvSpPr>
                <p:spPr>
                  <a:xfrm>
                    <a:off x="6108438" y="3866784"/>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5" name="Google Shape;915;p14"/>
                  <p:cNvSpPr/>
                  <p:nvPr/>
                </p:nvSpPr>
                <p:spPr>
                  <a:xfrm>
                    <a:off x="5160097" y="4099816"/>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6" name="Google Shape;916;p14"/>
                  <p:cNvSpPr/>
                  <p:nvPr/>
                </p:nvSpPr>
                <p:spPr>
                  <a:xfrm>
                    <a:off x="5476211" y="4097072"/>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7" name="Google Shape;917;p14"/>
                  <p:cNvSpPr/>
                  <p:nvPr/>
                </p:nvSpPr>
                <p:spPr>
                  <a:xfrm>
                    <a:off x="5792325" y="4097072"/>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sp>
                <p:nvSpPr>
                  <p:cNvPr id="918" name="Google Shape;918;p14"/>
                  <p:cNvSpPr/>
                  <p:nvPr/>
                </p:nvSpPr>
                <p:spPr>
                  <a:xfrm>
                    <a:off x="6108438" y="4094986"/>
                    <a:ext cx="182880" cy="145564"/>
                  </a:xfrm>
                  <a:prstGeom prst="rect">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9525">
                    <a:solidFill>
                      <a:srgbClr val="30B5C5"/>
                    </a:solidFill>
                    <a:prstDash val="solid"/>
                    <a:miter lim="8000"/>
                    <a:headEnd len="sm" w="sm" type="none"/>
                    <a:tailEnd len="sm" w="sm" type="none"/>
                  </a:ln>
                </p:spPr>
                <p:txBody>
                  <a:bodyPr anchorCtr="0" anchor="ctr" bIns="14500" lIns="14500" spcFirstLastPara="1" rIns="14500" wrap="square" tIns="14500">
                    <a:noAutofit/>
                  </a:bodyPr>
                  <a:lstStyle/>
                  <a:p>
                    <a:pPr indent="0" lvl="0" marL="0" marR="0" rtl="0" algn="ctr">
                      <a:spcBef>
                        <a:spcPts val="0"/>
                      </a:spcBef>
                      <a:spcAft>
                        <a:spcPts val="0"/>
                      </a:spcAft>
                      <a:buNone/>
                    </a:pPr>
                    <a:r>
                      <a:t/>
                    </a:r>
                    <a:endParaRPr b="1" sz="1125">
                      <a:solidFill>
                        <a:schemeClr val="lt1"/>
                      </a:solidFill>
                      <a:latin typeface="Arial"/>
                      <a:ea typeface="Arial"/>
                      <a:cs typeface="Arial"/>
                      <a:sym typeface="Arial"/>
                    </a:endParaRPr>
                  </a:p>
                </p:txBody>
              </p:sp>
            </p:grpSp>
            <p:cxnSp>
              <p:nvCxnSpPr>
                <p:cNvPr id="919" name="Google Shape;919;p14"/>
                <p:cNvCxnSpPr/>
                <p:nvPr/>
              </p:nvCxnSpPr>
              <p:spPr>
                <a:xfrm>
                  <a:off x="5334266" y="3376571"/>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0" name="Google Shape;920;p14"/>
                <p:cNvCxnSpPr/>
                <p:nvPr/>
              </p:nvCxnSpPr>
              <p:spPr>
                <a:xfrm>
                  <a:off x="6003115" y="3376571"/>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1" name="Google Shape;921;p14"/>
                <p:cNvCxnSpPr/>
                <p:nvPr/>
              </p:nvCxnSpPr>
              <p:spPr>
                <a:xfrm>
                  <a:off x="5334266" y="3646872"/>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2" name="Google Shape;922;p14"/>
                <p:cNvCxnSpPr/>
                <p:nvPr/>
              </p:nvCxnSpPr>
              <p:spPr>
                <a:xfrm>
                  <a:off x="6007734" y="3649388"/>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3" name="Google Shape;923;p14"/>
                <p:cNvCxnSpPr/>
                <p:nvPr/>
              </p:nvCxnSpPr>
              <p:spPr>
                <a:xfrm>
                  <a:off x="5334266" y="3889727"/>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4" name="Google Shape;924;p14"/>
                <p:cNvCxnSpPr/>
                <p:nvPr/>
              </p:nvCxnSpPr>
              <p:spPr>
                <a:xfrm>
                  <a:off x="6007734" y="3881100"/>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5" name="Google Shape;925;p14"/>
                <p:cNvCxnSpPr/>
                <p:nvPr/>
              </p:nvCxnSpPr>
              <p:spPr>
                <a:xfrm>
                  <a:off x="5329646" y="4124188"/>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6" name="Google Shape;926;p14"/>
                <p:cNvCxnSpPr/>
                <p:nvPr/>
              </p:nvCxnSpPr>
              <p:spPr>
                <a:xfrm>
                  <a:off x="6007734" y="4124188"/>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7" name="Google Shape;927;p14"/>
                <p:cNvCxnSpPr>
                  <a:endCxn id="907" idx="0"/>
                </p:cNvCxnSpPr>
                <p:nvPr/>
              </p:nvCxnSpPr>
              <p:spPr>
                <a:xfrm>
                  <a:off x="5232242" y="3468457"/>
                  <a:ext cx="0" cy="9750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8" name="Google Shape;928;p14"/>
                <p:cNvCxnSpPr/>
                <p:nvPr/>
              </p:nvCxnSpPr>
              <p:spPr>
                <a:xfrm>
                  <a:off x="5235364" y="3963535"/>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29" name="Google Shape;929;p14"/>
                <p:cNvCxnSpPr/>
                <p:nvPr/>
              </p:nvCxnSpPr>
              <p:spPr>
                <a:xfrm>
                  <a:off x="5568975" y="3453579"/>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0" name="Google Shape;930;p14"/>
                <p:cNvCxnSpPr/>
                <p:nvPr/>
              </p:nvCxnSpPr>
              <p:spPr>
                <a:xfrm>
                  <a:off x="5566159" y="3953605"/>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1" name="Google Shape;931;p14"/>
                <p:cNvCxnSpPr/>
                <p:nvPr/>
              </p:nvCxnSpPr>
              <p:spPr>
                <a:xfrm>
                  <a:off x="5905681" y="3451687"/>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2" name="Google Shape;932;p14"/>
                <p:cNvCxnSpPr/>
                <p:nvPr/>
              </p:nvCxnSpPr>
              <p:spPr>
                <a:xfrm>
                  <a:off x="5897135" y="3958602"/>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3" name="Google Shape;933;p14"/>
                <p:cNvCxnSpPr/>
                <p:nvPr/>
              </p:nvCxnSpPr>
              <p:spPr>
                <a:xfrm>
                  <a:off x="6243398" y="3459193"/>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4" name="Google Shape;934;p14"/>
                <p:cNvCxnSpPr/>
                <p:nvPr/>
              </p:nvCxnSpPr>
              <p:spPr>
                <a:xfrm>
                  <a:off x="6237809" y="3962681"/>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5" name="Google Shape;935;p14"/>
                <p:cNvCxnSpPr/>
                <p:nvPr/>
              </p:nvCxnSpPr>
              <p:spPr>
                <a:xfrm>
                  <a:off x="5666381" y="3376571"/>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6" name="Google Shape;936;p14"/>
                <p:cNvCxnSpPr/>
                <p:nvPr/>
              </p:nvCxnSpPr>
              <p:spPr>
                <a:xfrm>
                  <a:off x="5666381" y="3643542"/>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7" name="Google Shape;937;p14"/>
                <p:cNvCxnSpPr/>
                <p:nvPr/>
              </p:nvCxnSpPr>
              <p:spPr>
                <a:xfrm>
                  <a:off x="5666381" y="3878789"/>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8" name="Google Shape;938;p14"/>
                <p:cNvCxnSpPr/>
                <p:nvPr/>
              </p:nvCxnSpPr>
              <p:spPr>
                <a:xfrm>
                  <a:off x="5666381" y="4125268"/>
                  <a:ext cx="137306" cy="0"/>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39" name="Google Shape;939;p14"/>
                <p:cNvCxnSpPr/>
                <p:nvPr/>
              </p:nvCxnSpPr>
              <p:spPr>
                <a:xfrm>
                  <a:off x="5220522" y="3715872"/>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40" name="Google Shape;940;p14"/>
                <p:cNvCxnSpPr/>
                <p:nvPr/>
              </p:nvCxnSpPr>
              <p:spPr>
                <a:xfrm>
                  <a:off x="5573613" y="3721940"/>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41" name="Google Shape;941;p14"/>
                <p:cNvCxnSpPr/>
                <p:nvPr/>
              </p:nvCxnSpPr>
              <p:spPr>
                <a:xfrm>
                  <a:off x="5911759" y="3718094"/>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cxnSp>
              <p:nvCxnSpPr>
                <p:cNvPr id="942" name="Google Shape;942;p14"/>
                <p:cNvCxnSpPr/>
                <p:nvPr/>
              </p:nvCxnSpPr>
              <p:spPr>
                <a:xfrm>
                  <a:off x="6248032" y="3721940"/>
                  <a:ext cx="1" cy="97626"/>
                </a:xfrm>
                <a:prstGeom prst="straightConnector1">
                  <a:avLst/>
                </a:prstGeom>
                <a:gradFill>
                  <a:gsLst>
                    <a:gs pos="0">
                      <a:srgbClr val="00ADED">
                        <a:alpha val="0"/>
                      </a:srgbClr>
                    </a:gs>
                    <a:gs pos="68000">
                      <a:srgbClr val="00ADED">
                        <a:alpha val="0"/>
                      </a:srgbClr>
                    </a:gs>
                    <a:gs pos="100000">
                      <a:srgbClr val="30B5C5">
                        <a:alpha val="50196"/>
                      </a:srgbClr>
                    </a:gs>
                  </a:gsLst>
                  <a:path path="circle">
                    <a:fillToRect b="100%" l="0%" r="100%" t="0%"/>
                  </a:path>
                  <a:tileRect b="0%" l="-100%" r="0%" t="-100%"/>
                </a:gradFill>
                <a:ln cap="flat" cmpd="sng" w="19050">
                  <a:solidFill>
                    <a:srgbClr val="30B5C5">
                      <a:alpha val="50196"/>
                    </a:srgbClr>
                  </a:solidFill>
                  <a:prstDash val="solid"/>
                  <a:miter lim="8000"/>
                  <a:headEnd len="sm" w="sm" type="none"/>
                  <a:tailEnd len="sm" w="sm" type="none"/>
                </a:ln>
              </p:spPr>
            </p:cxnSp>
          </p:grpSp>
          <p:pic>
            <p:nvPicPr>
              <p:cNvPr descr="https://ss2.bdstatic.com/70cFvnSh_Q1YnxGkpoWK1HF6hhy/it/u=1846321171,69128287&amp;fm=26&amp;gp=0.jpg" id="943" name="Google Shape;943;p14"/>
              <p:cNvPicPr preferRelativeResize="0"/>
              <p:nvPr/>
            </p:nvPicPr>
            <p:blipFill rotWithShape="1">
              <a:blip r:embed="rId3">
                <a:alphaModFix/>
              </a:blip>
              <a:srcRect b="12426" l="5924" r="86581" t="65412"/>
              <a:stretch/>
            </p:blipFill>
            <p:spPr>
              <a:xfrm>
                <a:off x="7436735" y="4418280"/>
                <a:ext cx="210811" cy="156640"/>
              </a:xfrm>
              <a:prstGeom prst="rect">
                <a:avLst/>
              </a:prstGeom>
              <a:noFill/>
              <a:ln>
                <a:noFill/>
              </a:ln>
            </p:spPr>
          </p:pic>
          <p:pic>
            <p:nvPicPr>
              <p:cNvPr descr="https://ss2.bdstatic.com/70cFvnSh_Q1YnxGkpoWK1HF6hhy/it/u=1846321171,69128287&amp;fm=26&amp;gp=0.jpg" id="944" name="Google Shape;944;p14"/>
              <p:cNvPicPr preferRelativeResize="0"/>
              <p:nvPr/>
            </p:nvPicPr>
            <p:blipFill rotWithShape="1">
              <a:blip r:embed="rId3">
                <a:alphaModFix/>
              </a:blip>
              <a:srcRect b="12426" l="5924" r="86581" t="70379"/>
              <a:stretch/>
            </p:blipFill>
            <p:spPr>
              <a:xfrm>
                <a:off x="7821293" y="4418281"/>
                <a:ext cx="210811" cy="153461"/>
              </a:xfrm>
              <a:prstGeom prst="rect">
                <a:avLst/>
              </a:prstGeom>
              <a:noFill/>
              <a:ln>
                <a:noFill/>
              </a:ln>
            </p:spPr>
          </p:pic>
          <p:pic>
            <p:nvPicPr>
              <p:cNvPr descr="https://ss2.bdstatic.com/70cFvnSh_Q1YnxGkpoWK1HF6hhy/it/u=1846321171,69128287&amp;fm=26&amp;gp=0.jpg" id="945" name="Google Shape;945;p14"/>
              <p:cNvPicPr preferRelativeResize="0"/>
              <p:nvPr/>
            </p:nvPicPr>
            <p:blipFill rotWithShape="1">
              <a:blip r:embed="rId3">
                <a:alphaModFix/>
              </a:blip>
              <a:srcRect b="18156" l="5924" r="86581" t="65412"/>
              <a:stretch/>
            </p:blipFill>
            <p:spPr>
              <a:xfrm>
                <a:off x="8213056" y="4415299"/>
                <a:ext cx="210811" cy="148279"/>
              </a:xfrm>
              <a:prstGeom prst="rect">
                <a:avLst/>
              </a:prstGeom>
              <a:noFill/>
              <a:ln>
                <a:noFill/>
              </a:ln>
            </p:spPr>
          </p:pic>
          <p:pic>
            <p:nvPicPr>
              <p:cNvPr descr="https://ss2.bdstatic.com/70cFvnSh_Q1YnxGkpoWK1HF6hhy/it/u=1846321171,69128287&amp;fm=26&amp;gp=0.jpg" id="946" name="Google Shape;946;p14"/>
              <p:cNvPicPr preferRelativeResize="0"/>
              <p:nvPr/>
            </p:nvPicPr>
            <p:blipFill rotWithShape="1">
              <a:blip r:embed="rId3">
                <a:alphaModFix/>
              </a:blip>
              <a:srcRect b="19702" l="5924" r="86581" t="65412"/>
              <a:stretch/>
            </p:blipFill>
            <p:spPr>
              <a:xfrm>
                <a:off x="8597777" y="4412574"/>
                <a:ext cx="210811" cy="151005"/>
              </a:xfrm>
              <a:prstGeom prst="rect">
                <a:avLst/>
              </a:prstGeom>
              <a:noFill/>
              <a:ln>
                <a:noFill/>
              </a:ln>
            </p:spPr>
          </p:pic>
          <p:pic>
            <p:nvPicPr>
              <p:cNvPr descr="https://ss2.bdstatic.com/70cFvnSh_Q1YnxGkpoWK1HF6hhy/it/u=1846321171,69128287&amp;fm=26&amp;gp=0.jpg" id="947" name="Google Shape;947;p14"/>
              <p:cNvPicPr preferRelativeResize="0"/>
              <p:nvPr/>
            </p:nvPicPr>
            <p:blipFill rotWithShape="1">
              <a:blip r:embed="rId3">
                <a:alphaModFix/>
              </a:blip>
              <a:srcRect b="12426" l="5924" r="86581" t="70379"/>
              <a:stretch/>
            </p:blipFill>
            <p:spPr>
              <a:xfrm>
                <a:off x="7436574" y="4700907"/>
                <a:ext cx="210811" cy="153461"/>
              </a:xfrm>
              <a:prstGeom prst="rect">
                <a:avLst/>
              </a:prstGeom>
              <a:noFill/>
              <a:ln>
                <a:noFill/>
              </a:ln>
            </p:spPr>
          </p:pic>
          <p:pic>
            <p:nvPicPr>
              <p:cNvPr descr="https://ss2.bdstatic.com/70cFvnSh_Q1YnxGkpoWK1HF6hhy/it/u=1846321171,69128287&amp;fm=26&amp;gp=0.jpg" id="948" name="Google Shape;948;p14"/>
              <p:cNvPicPr preferRelativeResize="0"/>
              <p:nvPr/>
            </p:nvPicPr>
            <p:blipFill rotWithShape="1">
              <a:blip r:embed="rId3">
                <a:alphaModFix/>
              </a:blip>
              <a:srcRect b="18156" l="5924" r="86581" t="65412"/>
              <a:stretch/>
            </p:blipFill>
            <p:spPr>
              <a:xfrm>
                <a:off x="7828336" y="4697925"/>
                <a:ext cx="210811" cy="148279"/>
              </a:xfrm>
              <a:prstGeom prst="rect">
                <a:avLst/>
              </a:prstGeom>
              <a:noFill/>
              <a:ln>
                <a:noFill/>
              </a:ln>
            </p:spPr>
          </p:pic>
          <p:pic>
            <p:nvPicPr>
              <p:cNvPr descr="https://ss2.bdstatic.com/70cFvnSh_Q1YnxGkpoWK1HF6hhy/it/u=1846321171,69128287&amp;fm=26&amp;gp=0.jpg" id="949" name="Google Shape;949;p14"/>
              <p:cNvPicPr preferRelativeResize="0"/>
              <p:nvPr/>
            </p:nvPicPr>
            <p:blipFill rotWithShape="1">
              <a:blip r:embed="rId3">
                <a:alphaModFix/>
              </a:blip>
              <a:srcRect b="19702" l="5924" r="86581" t="65412"/>
              <a:stretch/>
            </p:blipFill>
            <p:spPr>
              <a:xfrm>
                <a:off x="8213056" y="4695199"/>
                <a:ext cx="210811" cy="151005"/>
              </a:xfrm>
              <a:prstGeom prst="rect">
                <a:avLst/>
              </a:prstGeom>
              <a:noFill/>
              <a:ln>
                <a:noFill/>
              </a:ln>
            </p:spPr>
          </p:pic>
          <p:pic>
            <p:nvPicPr>
              <p:cNvPr descr="https://ss2.bdstatic.com/70cFvnSh_Q1YnxGkpoWK1HF6hhy/it/u=1846321171,69128287&amp;fm=26&amp;gp=0.jpg" id="950" name="Google Shape;950;p14"/>
              <p:cNvPicPr preferRelativeResize="0"/>
              <p:nvPr/>
            </p:nvPicPr>
            <p:blipFill rotWithShape="1">
              <a:blip r:embed="rId3">
                <a:alphaModFix/>
              </a:blip>
              <a:srcRect b="12426" l="5924" r="86581" t="65412"/>
              <a:stretch/>
            </p:blipFill>
            <p:spPr>
              <a:xfrm>
                <a:off x="8599023" y="4689836"/>
                <a:ext cx="210811" cy="156640"/>
              </a:xfrm>
              <a:prstGeom prst="rect">
                <a:avLst/>
              </a:prstGeom>
              <a:noFill/>
              <a:ln>
                <a:noFill/>
              </a:ln>
            </p:spPr>
          </p:pic>
          <p:pic>
            <p:nvPicPr>
              <p:cNvPr descr="https://ss2.bdstatic.com/70cFvnSh_Q1YnxGkpoWK1HF6hhy/it/u=1846321171,69128287&amp;fm=26&amp;gp=0.jpg" id="951" name="Google Shape;951;p14"/>
              <p:cNvPicPr preferRelativeResize="0"/>
              <p:nvPr/>
            </p:nvPicPr>
            <p:blipFill rotWithShape="1">
              <a:blip r:embed="rId3">
                <a:alphaModFix/>
              </a:blip>
              <a:srcRect b="18156" l="5924" r="86581" t="65412"/>
              <a:stretch/>
            </p:blipFill>
            <p:spPr>
              <a:xfrm>
                <a:off x="7441455" y="4964794"/>
                <a:ext cx="210811" cy="148279"/>
              </a:xfrm>
              <a:prstGeom prst="rect">
                <a:avLst/>
              </a:prstGeom>
              <a:noFill/>
              <a:ln>
                <a:noFill/>
              </a:ln>
            </p:spPr>
          </p:pic>
          <p:pic>
            <p:nvPicPr>
              <p:cNvPr descr="https://ss2.bdstatic.com/70cFvnSh_Q1YnxGkpoWK1HF6hhy/it/u=1846321171,69128287&amp;fm=26&amp;gp=0.jpg" id="952" name="Google Shape;952;p14"/>
              <p:cNvPicPr preferRelativeResize="0"/>
              <p:nvPr/>
            </p:nvPicPr>
            <p:blipFill rotWithShape="1">
              <a:blip r:embed="rId3">
                <a:alphaModFix/>
              </a:blip>
              <a:srcRect b="19702" l="5924" r="86581" t="65412"/>
              <a:stretch/>
            </p:blipFill>
            <p:spPr>
              <a:xfrm>
                <a:off x="7826175" y="4962068"/>
                <a:ext cx="210811" cy="151005"/>
              </a:xfrm>
              <a:prstGeom prst="rect">
                <a:avLst/>
              </a:prstGeom>
              <a:noFill/>
              <a:ln>
                <a:noFill/>
              </a:ln>
            </p:spPr>
          </p:pic>
          <p:pic>
            <p:nvPicPr>
              <p:cNvPr descr="https://ss2.bdstatic.com/70cFvnSh_Q1YnxGkpoWK1HF6hhy/it/u=1846321171,69128287&amp;fm=26&amp;gp=0.jpg" id="953" name="Google Shape;953;p14"/>
              <p:cNvPicPr preferRelativeResize="0"/>
              <p:nvPr/>
            </p:nvPicPr>
            <p:blipFill rotWithShape="1">
              <a:blip r:embed="rId3">
                <a:alphaModFix/>
              </a:blip>
              <a:srcRect b="12426" l="5924" r="86581" t="65412"/>
              <a:stretch/>
            </p:blipFill>
            <p:spPr>
              <a:xfrm>
                <a:off x="8212142" y="4956705"/>
                <a:ext cx="210811" cy="156640"/>
              </a:xfrm>
              <a:prstGeom prst="rect">
                <a:avLst/>
              </a:prstGeom>
              <a:noFill/>
              <a:ln>
                <a:noFill/>
              </a:ln>
            </p:spPr>
          </p:pic>
          <p:pic>
            <p:nvPicPr>
              <p:cNvPr descr="https://ss2.bdstatic.com/70cFvnSh_Q1YnxGkpoWK1HF6hhy/it/u=1846321171,69128287&amp;fm=26&amp;gp=0.jpg" id="954" name="Google Shape;954;p14"/>
              <p:cNvPicPr preferRelativeResize="0"/>
              <p:nvPr/>
            </p:nvPicPr>
            <p:blipFill rotWithShape="1">
              <a:blip r:embed="rId3">
                <a:alphaModFix/>
              </a:blip>
              <a:srcRect b="12426" l="5924" r="86581" t="70379"/>
              <a:stretch/>
            </p:blipFill>
            <p:spPr>
              <a:xfrm>
                <a:off x="8596859" y="4951190"/>
                <a:ext cx="210811" cy="153461"/>
              </a:xfrm>
              <a:prstGeom prst="rect">
                <a:avLst/>
              </a:prstGeom>
              <a:noFill/>
              <a:ln>
                <a:noFill/>
              </a:ln>
            </p:spPr>
          </p:pic>
          <p:pic>
            <p:nvPicPr>
              <p:cNvPr descr="https://ss2.bdstatic.com/70cFvnSh_Q1YnxGkpoWK1HF6hhy/it/u=1846321171,69128287&amp;fm=26&amp;gp=0.jpg" id="955" name="Google Shape;955;p14"/>
              <p:cNvPicPr preferRelativeResize="0"/>
              <p:nvPr/>
            </p:nvPicPr>
            <p:blipFill rotWithShape="1">
              <a:blip r:embed="rId3">
                <a:alphaModFix/>
              </a:blip>
              <a:srcRect b="19702" l="5924" r="86581" t="65412"/>
              <a:stretch/>
            </p:blipFill>
            <p:spPr>
              <a:xfrm>
                <a:off x="7443210" y="5233429"/>
                <a:ext cx="210811" cy="151005"/>
              </a:xfrm>
              <a:prstGeom prst="rect">
                <a:avLst/>
              </a:prstGeom>
              <a:noFill/>
              <a:ln>
                <a:noFill/>
              </a:ln>
            </p:spPr>
          </p:pic>
          <p:pic>
            <p:nvPicPr>
              <p:cNvPr descr="https://ss2.bdstatic.com/70cFvnSh_Q1YnxGkpoWK1HF6hhy/it/u=1846321171,69128287&amp;fm=26&amp;gp=0.jpg" id="956" name="Google Shape;956;p14"/>
              <p:cNvPicPr preferRelativeResize="0"/>
              <p:nvPr/>
            </p:nvPicPr>
            <p:blipFill rotWithShape="1">
              <a:blip r:embed="rId3">
                <a:alphaModFix/>
              </a:blip>
              <a:srcRect b="12426" l="5924" r="86581" t="65412"/>
              <a:stretch/>
            </p:blipFill>
            <p:spPr>
              <a:xfrm>
                <a:off x="7829177" y="5228066"/>
                <a:ext cx="210811" cy="156640"/>
              </a:xfrm>
              <a:prstGeom prst="rect">
                <a:avLst/>
              </a:prstGeom>
              <a:noFill/>
              <a:ln>
                <a:noFill/>
              </a:ln>
            </p:spPr>
          </p:pic>
          <p:pic>
            <p:nvPicPr>
              <p:cNvPr descr="https://ss2.bdstatic.com/70cFvnSh_Q1YnxGkpoWK1HF6hhy/it/u=1846321171,69128287&amp;fm=26&amp;gp=0.jpg" id="957" name="Google Shape;957;p14"/>
              <p:cNvPicPr preferRelativeResize="0"/>
              <p:nvPr/>
            </p:nvPicPr>
            <p:blipFill rotWithShape="1">
              <a:blip r:embed="rId3">
                <a:alphaModFix/>
              </a:blip>
              <a:srcRect b="12426" l="5924" r="86581" t="70379"/>
              <a:stretch/>
            </p:blipFill>
            <p:spPr>
              <a:xfrm>
                <a:off x="8213894" y="5222550"/>
                <a:ext cx="210811" cy="153461"/>
              </a:xfrm>
              <a:prstGeom prst="rect">
                <a:avLst/>
              </a:prstGeom>
              <a:noFill/>
              <a:ln>
                <a:noFill/>
              </a:ln>
            </p:spPr>
          </p:pic>
          <p:pic>
            <p:nvPicPr>
              <p:cNvPr descr="https://ss2.bdstatic.com/70cFvnSh_Q1YnxGkpoWK1HF6hhy/it/u=1846321171,69128287&amp;fm=26&amp;gp=0.jpg" id="958" name="Google Shape;958;p14"/>
              <p:cNvPicPr preferRelativeResize="0"/>
              <p:nvPr/>
            </p:nvPicPr>
            <p:blipFill rotWithShape="1">
              <a:blip r:embed="rId3">
                <a:alphaModFix/>
              </a:blip>
              <a:srcRect b="18156" l="5924" r="86581" t="65412"/>
              <a:stretch/>
            </p:blipFill>
            <p:spPr>
              <a:xfrm>
                <a:off x="8597777" y="5219088"/>
                <a:ext cx="210811" cy="148279"/>
              </a:xfrm>
              <a:prstGeom prst="rect">
                <a:avLst/>
              </a:prstGeom>
              <a:noFill/>
              <a:ln>
                <a:noFill/>
              </a:ln>
            </p:spPr>
          </p:pic>
        </p:grpSp>
        <p:grpSp>
          <p:nvGrpSpPr>
            <p:cNvPr id="959" name="Google Shape;959;p14"/>
            <p:cNvGrpSpPr/>
            <p:nvPr/>
          </p:nvGrpSpPr>
          <p:grpSpPr>
            <a:xfrm>
              <a:off x="9650028" y="2272390"/>
              <a:ext cx="456793" cy="560569"/>
              <a:chOff x="9936887" y="4646246"/>
              <a:chExt cx="676385" cy="560569"/>
            </a:xfrm>
          </p:grpSpPr>
          <p:cxnSp>
            <p:nvCxnSpPr>
              <p:cNvPr id="960" name="Google Shape;960;p14"/>
              <p:cNvCxnSpPr/>
              <p:nvPr/>
            </p:nvCxnSpPr>
            <p:spPr>
              <a:xfrm>
                <a:off x="9946465" y="4933396"/>
                <a:ext cx="400108" cy="0"/>
              </a:xfrm>
              <a:prstGeom prst="straightConnector1">
                <a:avLst/>
              </a:prstGeom>
              <a:noFill/>
              <a:ln cap="flat" cmpd="sng" w="12700">
                <a:solidFill>
                  <a:srgbClr val="00B050"/>
                </a:solidFill>
                <a:prstDash val="solid"/>
                <a:miter lim="8000"/>
                <a:headEnd len="sm" w="sm" type="none"/>
                <a:tailEnd len="sm" w="sm" type="none"/>
              </a:ln>
            </p:spPr>
          </p:cxnSp>
          <p:cxnSp>
            <p:nvCxnSpPr>
              <p:cNvPr id="961" name="Google Shape;961;p14"/>
              <p:cNvCxnSpPr/>
              <p:nvPr/>
            </p:nvCxnSpPr>
            <p:spPr>
              <a:xfrm flipH="1" rot="10800000">
                <a:off x="9936887" y="4933396"/>
                <a:ext cx="409686" cy="273419"/>
              </a:xfrm>
              <a:prstGeom prst="straightConnector1">
                <a:avLst/>
              </a:prstGeom>
              <a:noFill/>
              <a:ln cap="flat" cmpd="sng" w="12700">
                <a:solidFill>
                  <a:srgbClr val="00B050"/>
                </a:solidFill>
                <a:prstDash val="solid"/>
                <a:miter lim="8000"/>
                <a:headEnd len="sm" w="sm" type="none"/>
                <a:tailEnd len="sm" w="sm" type="none"/>
              </a:ln>
            </p:spPr>
          </p:cxnSp>
          <p:cxnSp>
            <p:nvCxnSpPr>
              <p:cNvPr id="962" name="Google Shape;962;p14"/>
              <p:cNvCxnSpPr/>
              <p:nvPr/>
            </p:nvCxnSpPr>
            <p:spPr>
              <a:xfrm>
                <a:off x="9954081" y="4646246"/>
                <a:ext cx="392492" cy="287150"/>
              </a:xfrm>
              <a:prstGeom prst="straightConnector1">
                <a:avLst/>
              </a:prstGeom>
              <a:noFill/>
              <a:ln cap="flat" cmpd="sng" w="12700">
                <a:solidFill>
                  <a:srgbClr val="00B050"/>
                </a:solidFill>
                <a:prstDash val="solid"/>
                <a:miter lim="8000"/>
                <a:headEnd len="sm" w="sm" type="none"/>
                <a:tailEnd len="sm" w="sm" type="none"/>
              </a:ln>
            </p:spPr>
          </p:cxnSp>
          <p:cxnSp>
            <p:nvCxnSpPr>
              <p:cNvPr id="963" name="Google Shape;963;p14"/>
              <p:cNvCxnSpPr/>
              <p:nvPr/>
            </p:nvCxnSpPr>
            <p:spPr>
              <a:xfrm>
                <a:off x="10318491" y="4934164"/>
                <a:ext cx="294781" cy="0"/>
              </a:xfrm>
              <a:prstGeom prst="straightConnector1">
                <a:avLst/>
              </a:prstGeom>
              <a:noFill/>
              <a:ln cap="flat" cmpd="sng" w="38100">
                <a:solidFill>
                  <a:srgbClr val="00B050"/>
                </a:solidFill>
                <a:prstDash val="solid"/>
                <a:miter lim="8000"/>
                <a:headEnd len="sm" w="sm" type="none"/>
                <a:tailEnd len="sm" w="sm" type="stealth"/>
              </a:ln>
            </p:spPr>
          </p:cxnSp>
        </p:grpSp>
        <p:grpSp>
          <p:nvGrpSpPr>
            <p:cNvPr id="964" name="Google Shape;964;p14"/>
            <p:cNvGrpSpPr/>
            <p:nvPr/>
          </p:nvGrpSpPr>
          <p:grpSpPr>
            <a:xfrm>
              <a:off x="6377522" y="2283501"/>
              <a:ext cx="293766" cy="545180"/>
              <a:chOff x="3138503" y="3564737"/>
              <a:chExt cx="569829" cy="607309"/>
            </a:xfrm>
          </p:grpSpPr>
          <p:cxnSp>
            <p:nvCxnSpPr>
              <p:cNvPr id="965" name="Google Shape;965;p14"/>
              <p:cNvCxnSpPr/>
              <p:nvPr/>
            </p:nvCxnSpPr>
            <p:spPr>
              <a:xfrm>
                <a:off x="3153753" y="3883219"/>
                <a:ext cx="528788" cy="0"/>
              </a:xfrm>
              <a:prstGeom prst="straightConnector1">
                <a:avLst/>
              </a:prstGeom>
              <a:noFill/>
              <a:ln cap="flat" cmpd="sng" w="12700">
                <a:solidFill>
                  <a:srgbClr val="00B050"/>
                </a:solidFill>
                <a:prstDash val="solid"/>
                <a:miter lim="8000"/>
                <a:headEnd len="sm" w="sm" type="none"/>
                <a:tailEnd len="sm" w="sm" type="stealth"/>
              </a:ln>
            </p:spPr>
          </p:cxnSp>
          <p:cxnSp>
            <p:nvCxnSpPr>
              <p:cNvPr id="966" name="Google Shape;966;p14"/>
              <p:cNvCxnSpPr/>
              <p:nvPr/>
            </p:nvCxnSpPr>
            <p:spPr>
              <a:xfrm>
                <a:off x="3153753" y="3564737"/>
                <a:ext cx="554579" cy="2296"/>
              </a:xfrm>
              <a:prstGeom prst="straightConnector1">
                <a:avLst/>
              </a:prstGeom>
              <a:noFill/>
              <a:ln cap="flat" cmpd="sng" w="12700">
                <a:solidFill>
                  <a:srgbClr val="00B050"/>
                </a:solidFill>
                <a:prstDash val="solid"/>
                <a:miter lim="8000"/>
                <a:headEnd len="sm" w="sm" type="none"/>
                <a:tailEnd len="sm" w="sm" type="stealth"/>
              </a:ln>
            </p:spPr>
          </p:cxnSp>
          <p:cxnSp>
            <p:nvCxnSpPr>
              <p:cNvPr id="967" name="Google Shape;967;p14"/>
              <p:cNvCxnSpPr/>
              <p:nvPr/>
            </p:nvCxnSpPr>
            <p:spPr>
              <a:xfrm>
                <a:off x="3138503" y="4172046"/>
                <a:ext cx="569829" cy="0"/>
              </a:xfrm>
              <a:prstGeom prst="straightConnector1">
                <a:avLst/>
              </a:prstGeom>
              <a:noFill/>
              <a:ln cap="flat" cmpd="sng" w="12700">
                <a:solidFill>
                  <a:srgbClr val="00B050"/>
                </a:solidFill>
                <a:prstDash val="solid"/>
                <a:miter lim="8000"/>
                <a:headEnd len="sm" w="sm" type="none"/>
                <a:tailEnd len="sm" w="sm" type="stealth"/>
              </a:ln>
            </p:spPr>
          </p:cxnSp>
        </p:grpSp>
        <p:grpSp>
          <p:nvGrpSpPr>
            <p:cNvPr id="968" name="Google Shape;968;p14"/>
            <p:cNvGrpSpPr/>
            <p:nvPr/>
          </p:nvGrpSpPr>
          <p:grpSpPr>
            <a:xfrm>
              <a:off x="8075106" y="2316712"/>
              <a:ext cx="293766" cy="545180"/>
              <a:chOff x="3138503" y="3564737"/>
              <a:chExt cx="569829" cy="607309"/>
            </a:xfrm>
          </p:grpSpPr>
          <p:cxnSp>
            <p:nvCxnSpPr>
              <p:cNvPr id="969" name="Google Shape;969;p14"/>
              <p:cNvCxnSpPr/>
              <p:nvPr/>
            </p:nvCxnSpPr>
            <p:spPr>
              <a:xfrm>
                <a:off x="3153753" y="3883219"/>
                <a:ext cx="528788" cy="0"/>
              </a:xfrm>
              <a:prstGeom prst="straightConnector1">
                <a:avLst/>
              </a:prstGeom>
              <a:noFill/>
              <a:ln cap="flat" cmpd="sng" w="12700">
                <a:solidFill>
                  <a:srgbClr val="00B050"/>
                </a:solidFill>
                <a:prstDash val="solid"/>
                <a:miter lim="8000"/>
                <a:headEnd len="sm" w="sm" type="none"/>
                <a:tailEnd len="sm" w="sm" type="stealth"/>
              </a:ln>
            </p:spPr>
          </p:cxnSp>
          <p:cxnSp>
            <p:nvCxnSpPr>
              <p:cNvPr id="970" name="Google Shape;970;p14"/>
              <p:cNvCxnSpPr/>
              <p:nvPr/>
            </p:nvCxnSpPr>
            <p:spPr>
              <a:xfrm>
                <a:off x="3153753" y="3564737"/>
                <a:ext cx="554579" cy="2296"/>
              </a:xfrm>
              <a:prstGeom prst="straightConnector1">
                <a:avLst/>
              </a:prstGeom>
              <a:noFill/>
              <a:ln cap="flat" cmpd="sng" w="12700">
                <a:solidFill>
                  <a:srgbClr val="00B050"/>
                </a:solidFill>
                <a:prstDash val="solid"/>
                <a:miter lim="8000"/>
                <a:headEnd len="sm" w="sm" type="none"/>
                <a:tailEnd len="sm" w="sm" type="stealth"/>
              </a:ln>
            </p:spPr>
          </p:cxnSp>
          <p:cxnSp>
            <p:nvCxnSpPr>
              <p:cNvPr id="971" name="Google Shape;971;p14"/>
              <p:cNvCxnSpPr/>
              <p:nvPr/>
            </p:nvCxnSpPr>
            <p:spPr>
              <a:xfrm>
                <a:off x="3138503" y="4172046"/>
                <a:ext cx="569829" cy="0"/>
              </a:xfrm>
              <a:prstGeom prst="straightConnector1">
                <a:avLst/>
              </a:prstGeom>
              <a:noFill/>
              <a:ln cap="flat" cmpd="sng" w="12700">
                <a:solidFill>
                  <a:srgbClr val="00B050"/>
                </a:solidFill>
                <a:prstDash val="solid"/>
                <a:miter lim="8000"/>
                <a:headEnd len="sm" w="sm" type="none"/>
                <a:tailEnd len="sm" w="sm" type="stealth"/>
              </a:ln>
            </p:spPr>
          </p:cxnSp>
        </p:grpSp>
        <p:grpSp>
          <p:nvGrpSpPr>
            <p:cNvPr id="972" name="Google Shape;972;p14"/>
            <p:cNvGrpSpPr/>
            <p:nvPr/>
          </p:nvGrpSpPr>
          <p:grpSpPr>
            <a:xfrm>
              <a:off x="4610288" y="2282862"/>
              <a:ext cx="395503" cy="543119"/>
              <a:chOff x="4682423" y="4659780"/>
              <a:chExt cx="632981" cy="543119"/>
            </a:xfrm>
          </p:grpSpPr>
          <p:cxnSp>
            <p:nvCxnSpPr>
              <p:cNvPr id="973" name="Google Shape;973;p14"/>
              <p:cNvCxnSpPr/>
              <p:nvPr/>
            </p:nvCxnSpPr>
            <p:spPr>
              <a:xfrm>
                <a:off x="4682423" y="4943620"/>
                <a:ext cx="230233" cy="0"/>
              </a:xfrm>
              <a:prstGeom prst="straightConnector1">
                <a:avLst/>
              </a:prstGeom>
              <a:noFill/>
              <a:ln cap="flat" cmpd="sng" w="38100">
                <a:solidFill>
                  <a:srgbClr val="00B050"/>
                </a:solidFill>
                <a:prstDash val="solid"/>
                <a:miter lim="8000"/>
                <a:headEnd len="sm" w="sm" type="none"/>
                <a:tailEnd len="sm" w="sm" type="none"/>
              </a:ln>
            </p:spPr>
          </p:cxnSp>
          <p:grpSp>
            <p:nvGrpSpPr>
              <p:cNvPr id="974" name="Google Shape;974;p14"/>
              <p:cNvGrpSpPr/>
              <p:nvPr/>
            </p:nvGrpSpPr>
            <p:grpSpPr>
              <a:xfrm>
                <a:off x="4912656" y="4659780"/>
                <a:ext cx="402748" cy="543119"/>
                <a:chOff x="5053693" y="4657366"/>
                <a:chExt cx="550754" cy="543119"/>
              </a:xfrm>
            </p:grpSpPr>
            <p:cxnSp>
              <p:nvCxnSpPr>
                <p:cNvPr id="975" name="Google Shape;975;p14"/>
                <p:cNvCxnSpPr/>
                <p:nvPr/>
              </p:nvCxnSpPr>
              <p:spPr>
                <a:xfrm>
                  <a:off x="5053694" y="4941206"/>
                  <a:ext cx="527602" cy="0"/>
                </a:xfrm>
                <a:prstGeom prst="straightConnector1">
                  <a:avLst/>
                </a:prstGeom>
                <a:noFill/>
                <a:ln cap="flat" cmpd="sng" w="12700">
                  <a:solidFill>
                    <a:srgbClr val="00B050"/>
                  </a:solidFill>
                  <a:prstDash val="solid"/>
                  <a:miter lim="8000"/>
                  <a:headEnd len="sm" w="sm" type="none"/>
                  <a:tailEnd len="sm" w="sm" type="stealth"/>
                </a:ln>
              </p:spPr>
            </p:cxnSp>
            <p:cxnSp>
              <p:nvCxnSpPr>
                <p:cNvPr id="976" name="Google Shape;976;p14"/>
                <p:cNvCxnSpPr/>
                <p:nvPr/>
              </p:nvCxnSpPr>
              <p:spPr>
                <a:xfrm flipH="1" rot="10800000">
                  <a:off x="5053693" y="4657366"/>
                  <a:ext cx="550754" cy="283842"/>
                </a:xfrm>
                <a:prstGeom prst="straightConnector1">
                  <a:avLst/>
                </a:prstGeom>
                <a:noFill/>
                <a:ln cap="flat" cmpd="sng" w="12700">
                  <a:solidFill>
                    <a:srgbClr val="00B050"/>
                  </a:solidFill>
                  <a:prstDash val="solid"/>
                  <a:miter lim="8000"/>
                  <a:headEnd len="sm" w="sm" type="none"/>
                  <a:tailEnd len="sm" w="sm" type="stealth"/>
                </a:ln>
              </p:spPr>
            </p:cxnSp>
            <p:cxnSp>
              <p:nvCxnSpPr>
                <p:cNvPr id="977" name="Google Shape;977;p14"/>
                <p:cNvCxnSpPr/>
                <p:nvPr/>
              </p:nvCxnSpPr>
              <p:spPr>
                <a:xfrm>
                  <a:off x="5061309" y="4945594"/>
                  <a:ext cx="543138" cy="254891"/>
                </a:xfrm>
                <a:prstGeom prst="straightConnector1">
                  <a:avLst/>
                </a:prstGeom>
                <a:noFill/>
                <a:ln cap="flat" cmpd="sng" w="12700">
                  <a:solidFill>
                    <a:srgbClr val="00B050"/>
                  </a:solidFill>
                  <a:prstDash val="solid"/>
                  <a:miter lim="8000"/>
                  <a:headEnd len="sm" w="sm" type="none"/>
                  <a:tailEnd len="sm" w="sm" type="stealth"/>
                </a:ln>
              </p:spPr>
            </p:cxnSp>
          </p:grpSp>
        </p:grpSp>
      </p:grpSp>
      <p:sp>
        <p:nvSpPr>
          <p:cNvPr id="978" name="Google Shape;978;p14"/>
          <p:cNvSpPr/>
          <p:nvPr/>
        </p:nvSpPr>
        <p:spPr>
          <a:xfrm>
            <a:off x="4952100" y="3655097"/>
            <a:ext cx="20713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首次引入专业NP</a:t>
            </a:r>
            <a:endParaRPr/>
          </a:p>
        </p:txBody>
      </p:sp>
      <p:sp>
        <p:nvSpPr>
          <p:cNvPr id="979" name="Google Shape;979;p14"/>
          <p:cNvSpPr txBox="1"/>
          <p:nvPr/>
        </p:nvSpPr>
        <p:spPr>
          <a:xfrm>
            <a:off x="6873572" y="3638450"/>
            <a:ext cx="2548837" cy="443394"/>
          </a:xfrm>
          <a:prstGeom prst="rect">
            <a:avLst/>
          </a:prstGeom>
          <a:noFill/>
          <a:ln>
            <a:noFill/>
          </a:ln>
        </p:spPr>
        <p:txBody>
          <a:bodyPr anchorCtr="0" anchor="t" bIns="57125" lIns="114250" spcFirstLastPara="1" rIns="114250" wrap="square" tIns="57125">
            <a:noAutofit/>
          </a:bodyPr>
          <a:lstStyle/>
          <a:p>
            <a:pPr indent="0" lvl="0" marL="0" marR="0" rtl="0" algn="ctr">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多核CPU分流负荷</a:t>
            </a:r>
            <a:endParaRPr b="1" sz="1600">
              <a:solidFill>
                <a:schemeClr val="dk1"/>
              </a:solidFill>
              <a:latin typeface="Arial"/>
              <a:ea typeface="Arial"/>
              <a:cs typeface="Arial"/>
              <a:sym typeface="Arial"/>
            </a:endParaRPr>
          </a:p>
        </p:txBody>
      </p:sp>
      <p:sp>
        <p:nvSpPr>
          <p:cNvPr id="980" name="Google Shape;980;p14"/>
          <p:cNvSpPr txBox="1"/>
          <p:nvPr/>
        </p:nvSpPr>
        <p:spPr>
          <a:xfrm>
            <a:off x="9166409" y="3626517"/>
            <a:ext cx="2319229" cy="467261"/>
          </a:xfrm>
          <a:prstGeom prst="rect">
            <a:avLst/>
          </a:prstGeom>
          <a:noFill/>
          <a:ln>
            <a:noFill/>
          </a:ln>
        </p:spPr>
        <p:txBody>
          <a:bodyPr anchorCtr="0" anchor="t" bIns="57125" lIns="114250" spcFirstLastPara="1" rIns="114250" wrap="square" tIns="57125">
            <a:noAutofit/>
          </a:bodyPr>
          <a:lstStyle/>
          <a:p>
            <a:pPr indent="0" lvl="0" marL="0" marR="0" rtl="0" algn="ctr">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独有硬件加速器</a:t>
            </a:r>
            <a:endParaRPr b="1" sz="1600">
              <a:solidFill>
                <a:schemeClr val="dk1"/>
              </a:solidFill>
              <a:latin typeface="Arial"/>
              <a:ea typeface="Arial"/>
              <a:cs typeface="Arial"/>
              <a:sym typeface="Arial"/>
            </a:endParaRPr>
          </a:p>
          <a:p>
            <a:pPr indent="0" lvl="0" marL="0" marR="0" rtl="0" algn="ctr">
              <a:spcBef>
                <a:spcPts val="0"/>
              </a:spcBef>
              <a:spcAft>
                <a:spcPts val="0"/>
              </a:spcAft>
              <a:buClr>
                <a:schemeClr val="dk1"/>
              </a:buClr>
              <a:buSzPts val="1100"/>
              <a:buFont typeface="Arial"/>
              <a:buNone/>
            </a:pPr>
            <a:r>
              <a:rPr b="0" lang="en-US" sz="1100">
                <a:solidFill>
                  <a:schemeClr val="dk1"/>
                </a:solidFill>
                <a:latin typeface="Arial"/>
                <a:ea typeface="Arial"/>
                <a:cs typeface="Arial"/>
                <a:sym typeface="Arial"/>
              </a:rPr>
              <a:t>SA, QoS, IPSec, 优化加速</a:t>
            </a:r>
            <a:endParaRPr b="0" sz="1100">
              <a:solidFill>
                <a:schemeClr val="dk1"/>
              </a:solidFill>
              <a:latin typeface="Arial"/>
              <a:ea typeface="Arial"/>
              <a:cs typeface="Arial"/>
              <a:sym typeface="Arial"/>
            </a:endParaRPr>
          </a:p>
        </p:txBody>
      </p:sp>
      <p:sp>
        <p:nvSpPr>
          <p:cNvPr id="981" name="Google Shape;981;p14"/>
          <p:cNvSpPr/>
          <p:nvPr/>
        </p:nvSpPr>
        <p:spPr>
          <a:xfrm rot="5400000">
            <a:off x="5856982" y="4224132"/>
            <a:ext cx="200211" cy="287939"/>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82" name="Google Shape;982;p14"/>
          <p:cNvSpPr/>
          <p:nvPr/>
        </p:nvSpPr>
        <p:spPr>
          <a:xfrm rot="5400000">
            <a:off x="7993394" y="4224132"/>
            <a:ext cx="200211" cy="287939"/>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83" name="Google Shape;983;p14"/>
          <p:cNvSpPr/>
          <p:nvPr/>
        </p:nvSpPr>
        <p:spPr>
          <a:xfrm rot="5400000">
            <a:off x="10225917" y="4244879"/>
            <a:ext cx="200211" cy="287939"/>
          </a:xfrm>
          <a:prstGeom prst="chevron">
            <a:avLst>
              <a:gd fmla="val 50000" name="adj"/>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84" name="Google Shape;984;p14"/>
          <p:cNvSpPr/>
          <p:nvPr/>
        </p:nvSpPr>
        <p:spPr>
          <a:xfrm>
            <a:off x="4916055" y="4683883"/>
            <a:ext cx="2161054" cy="1177245"/>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400">
                <a:solidFill>
                  <a:schemeClr val="dk1"/>
                </a:solidFill>
                <a:latin typeface="Arial"/>
                <a:ea typeface="Arial"/>
                <a:cs typeface="Arial"/>
                <a:sym typeface="Arial"/>
              </a:rPr>
              <a:t>L3流量超快转发</a:t>
            </a:r>
            <a:endParaRPr b="1" sz="14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en-US" sz="1050">
                <a:solidFill>
                  <a:srgbClr val="1D1D1A"/>
                </a:solidFill>
                <a:latin typeface="Arial"/>
                <a:ea typeface="Arial"/>
                <a:cs typeface="Arial"/>
                <a:sym typeface="Arial"/>
              </a:rPr>
              <a:t>NP卸载L3流量，内置自研芯片加速算法，提升ACL，FIB等原子操作速度</a:t>
            </a:r>
            <a:endParaRPr sz="1050">
              <a:solidFill>
                <a:srgbClr val="1D1D1A"/>
              </a:solidFill>
              <a:latin typeface="Arial"/>
              <a:ea typeface="Arial"/>
              <a:cs typeface="Arial"/>
              <a:sym typeface="Arial"/>
            </a:endParaRPr>
          </a:p>
        </p:txBody>
      </p:sp>
      <p:sp>
        <p:nvSpPr>
          <p:cNvPr id="985" name="Google Shape;985;p14"/>
          <p:cNvSpPr/>
          <p:nvPr/>
        </p:nvSpPr>
        <p:spPr>
          <a:xfrm>
            <a:off x="4991191" y="4606700"/>
            <a:ext cx="2014164" cy="1254428"/>
          </a:xfrm>
          <a:prstGeom prst="rect">
            <a:avLst/>
          </a:prstGeom>
          <a:noFill/>
          <a:ln cap="flat" cmpd="sng" w="9525">
            <a:solidFill>
              <a:srgbClr val="A5A5A5"/>
            </a:solidFill>
            <a:prstDash val="solid"/>
            <a:round/>
            <a:headEnd len="sm" w="sm" type="none"/>
            <a:tailEnd len="sm" w="sm" type="none"/>
          </a:ln>
        </p:spPr>
        <p:txBody>
          <a:bodyPr anchorCtr="0" anchor="t" bIns="45700" lIns="35950" spcFirstLastPara="1" rIns="35950" wrap="square" tIns="45700">
            <a:noAutofit/>
          </a:bodyPr>
          <a:lstStyle/>
          <a:p>
            <a:pPr indent="0" lvl="0" marL="0" marR="0" rtl="0" algn="ctr">
              <a:lnSpc>
                <a:spcPct val="200000"/>
              </a:lnSpc>
              <a:spcBef>
                <a:spcPts val="0"/>
              </a:spcBef>
              <a:spcAft>
                <a:spcPts val="0"/>
              </a:spcAft>
              <a:buNone/>
            </a:pPr>
            <a:r>
              <a:t/>
            </a:r>
            <a:endParaRPr sz="1100">
              <a:solidFill>
                <a:srgbClr val="1D1D1A"/>
              </a:solidFill>
              <a:latin typeface="Arial"/>
              <a:ea typeface="Arial"/>
              <a:cs typeface="Arial"/>
              <a:sym typeface="Arial"/>
            </a:endParaRPr>
          </a:p>
        </p:txBody>
      </p:sp>
      <p:sp>
        <p:nvSpPr>
          <p:cNvPr id="986" name="Google Shape;986;p14"/>
          <p:cNvSpPr/>
          <p:nvPr/>
        </p:nvSpPr>
        <p:spPr>
          <a:xfrm>
            <a:off x="7052677" y="4683883"/>
            <a:ext cx="2161054" cy="1177245"/>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400">
                <a:solidFill>
                  <a:schemeClr val="dk1"/>
                </a:solidFill>
                <a:latin typeface="Arial"/>
                <a:ea typeface="Arial"/>
                <a:cs typeface="Arial"/>
                <a:sym typeface="Arial"/>
              </a:rPr>
              <a:t>L4~L7业务处理</a:t>
            </a:r>
            <a:endParaRPr b="1" sz="14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en-US" sz="1050">
                <a:solidFill>
                  <a:srgbClr val="1D1D1A"/>
                </a:solidFill>
                <a:latin typeface="Arial"/>
                <a:ea typeface="Arial"/>
                <a:cs typeface="Arial"/>
                <a:sym typeface="Arial"/>
              </a:rPr>
              <a:t>基于流量路由，QoS，VPN，安全等策略预计算分流保序，绑定多核并行处理，发挥多核优势</a:t>
            </a:r>
            <a:endParaRPr sz="1050">
              <a:solidFill>
                <a:srgbClr val="1D1D1A"/>
              </a:solidFill>
              <a:latin typeface="Arial"/>
              <a:ea typeface="Arial"/>
              <a:cs typeface="Arial"/>
              <a:sym typeface="Arial"/>
            </a:endParaRPr>
          </a:p>
        </p:txBody>
      </p:sp>
      <p:sp>
        <p:nvSpPr>
          <p:cNvPr id="987" name="Google Shape;987;p14"/>
          <p:cNvSpPr/>
          <p:nvPr/>
        </p:nvSpPr>
        <p:spPr>
          <a:xfrm>
            <a:off x="7127813" y="4606700"/>
            <a:ext cx="2014164" cy="1254428"/>
          </a:xfrm>
          <a:prstGeom prst="rect">
            <a:avLst/>
          </a:prstGeom>
          <a:noFill/>
          <a:ln cap="flat" cmpd="sng" w="9525">
            <a:solidFill>
              <a:srgbClr val="A5A5A5"/>
            </a:solidFill>
            <a:prstDash val="solid"/>
            <a:round/>
            <a:headEnd len="sm" w="sm" type="none"/>
            <a:tailEnd len="sm" w="sm" type="none"/>
          </a:ln>
        </p:spPr>
        <p:txBody>
          <a:bodyPr anchorCtr="0" anchor="t" bIns="45700" lIns="35950" spcFirstLastPara="1" rIns="35950" wrap="square" tIns="45700">
            <a:noAutofit/>
          </a:bodyPr>
          <a:lstStyle/>
          <a:p>
            <a:pPr indent="0" lvl="0" marL="0" marR="0" rtl="0" algn="ctr">
              <a:lnSpc>
                <a:spcPct val="200000"/>
              </a:lnSpc>
              <a:spcBef>
                <a:spcPts val="0"/>
              </a:spcBef>
              <a:spcAft>
                <a:spcPts val="0"/>
              </a:spcAft>
              <a:buNone/>
            </a:pPr>
            <a:r>
              <a:t/>
            </a:r>
            <a:endParaRPr sz="1100">
              <a:solidFill>
                <a:srgbClr val="1D1D1A"/>
              </a:solidFill>
              <a:latin typeface="Arial"/>
              <a:ea typeface="Arial"/>
              <a:cs typeface="Arial"/>
              <a:sym typeface="Arial"/>
            </a:endParaRPr>
          </a:p>
        </p:txBody>
      </p:sp>
      <p:sp>
        <p:nvSpPr>
          <p:cNvPr id="988" name="Google Shape;988;p14"/>
          <p:cNvSpPr/>
          <p:nvPr/>
        </p:nvSpPr>
        <p:spPr>
          <a:xfrm>
            <a:off x="9242235" y="4689106"/>
            <a:ext cx="2122802" cy="900246"/>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400">
                <a:solidFill>
                  <a:schemeClr val="dk1"/>
                </a:solidFill>
                <a:latin typeface="Arial"/>
                <a:ea typeface="Arial"/>
                <a:cs typeface="Arial"/>
                <a:sym typeface="Arial"/>
              </a:rPr>
              <a:t>特定业务硬件加速</a:t>
            </a:r>
            <a:endParaRPr b="1" sz="14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lang="en-US" sz="1050">
                <a:solidFill>
                  <a:srgbClr val="1D1D1A"/>
                </a:solidFill>
                <a:latin typeface="Arial"/>
                <a:ea typeface="Arial"/>
                <a:cs typeface="Arial"/>
                <a:sym typeface="Arial"/>
              </a:rPr>
              <a:t>独立硬件逻辑模块，不占用CPU，单业务处理效率2倍</a:t>
            </a:r>
            <a:endParaRPr sz="1050">
              <a:solidFill>
                <a:srgbClr val="1D1D1A"/>
              </a:solidFill>
              <a:latin typeface="Arial"/>
              <a:ea typeface="Arial"/>
              <a:cs typeface="Arial"/>
              <a:sym typeface="Arial"/>
            </a:endParaRPr>
          </a:p>
        </p:txBody>
      </p:sp>
      <p:sp>
        <p:nvSpPr>
          <p:cNvPr id="989" name="Google Shape;989;p14"/>
          <p:cNvSpPr/>
          <p:nvPr/>
        </p:nvSpPr>
        <p:spPr>
          <a:xfrm>
            <a:off x="9284682" y="4611923"/>
            <a:ext cx="2014164" cy="1254428"/>
          </a:xfrm>
          <a:prstGeom prst="rect">
            <a:avLst/>
          </a:prstGeom>
          <a:noFill/>
          <a:ln cap="flat" cmpd="sng" w="9525">
            <a:solidFill>
              <a:srgbClr val="A5A5A5"/>
            </a:solidFill>
            <a:prstDash val="solid"/>
            <a:round/>
            <a:headEnd len="sm" w="sm" type="none"/>
            <a:tailEnd len="sm" w="sm" type="none"/>
          </a:ln>
        </p:spPr>
        <p:txBody>
          <a:bodyPr anchorCtr="0" anchor="t" bIns="45700" lIns="35950" spcFirstLastPara="1" rIns="35950" wrap="square" tIns="45700">
            <a:noAutofit/>
          </a:bodyPr>
          <a:lstStyle/>
          <a:p>
            <a:pPr indent="0" lvl="0" marL="0" marR="0" rtl="0" algn="ctr">
              <a:lnSpc>
                <a:spcPct val="200000"/>
              </a:lnSpc>
              <a:spcBef>
                <a:spcPts val="0"/>
              </a:spcBef>
              <a:spcAft>
                <a:spcPts val="0"/>
              </a:spcAft>
              <a:buNone/>
            </a:pPr>
            <a:r>
              <a:t/>
            </a:r>
            <a:endParaRPr sz="1100">
              <a:solidFill>
                <a:srgbClr val="1D1D1A"/>
              </a:solidFill>
              <a:latin typeface="Arial"/>
              <a:ea typeface="Arial"/>
              <a:cs typeface="Arial"/>
              <a:sym typeface="Arial"/>
            </a:endParaRPr>
          </a:p>
        </p:txBody>
      </p:sp>
      <p:sp>
        <p:nvSpPr>
          <p:cNvPr id="990" name="Google Shape;990;p14"/>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3x业界性能</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5"/>
          <p:cNvSpPr/>
          <p:nvPr/>
        </p:nvSpPr>
        <p:spPr>
          <a:xfrm>
            <a:off x="754955" y="2743899"/>
            <a:ext cx="10743308" cy="3399236"/>
          </a:xfrm>
          <a:prstGeom prst="rect">
            <a:avLst/>
          </a:prstGeom>
          <a:solidFill>
            <a:srgbClr val="F2F2F2"/>
          </a:solidFill>
          <a:ln>
            <a:noFill/>
          </a:ln>
        </p:spPr>
        <p:txBody>
          <a:bodyPr anchorCtr="0" anchor="ctr" bIns="45700" lIns="91425" spcFirstLastPara="1" rIns="91425" wrap="square" tIns="45700">
            <a:noAutofit/>
          </a:bodyPr>
          <a:lstStyle/>
          <a:p>
            <a:pPr indent="-342514" lvl="0" marL="342514" marR="0" rtl="0" algn="l">
              <a:spcBef>
                <a:spcPts val="0"/>
              </a:spcBef>
              <a:spcAft>
                <a:spcPts val="0"/>
              </a:spcAft>
              <a:buNone/>
            </a:pPr>
            <a:r>
              <a:t/>
            </a:r>
            <a:endParaRPr sz="1798">
              <a:solidFill>
                <a:srgbClr val="000000"/>
              </a:solidFill>
              <a:latin typeface="Arial"/>
              <a:ea typeface="Arial"/>
              <a:cs typeface="Arial"/>
              <a:sym typeface="Arial"/>
            </a:endParaRPr>
          </a:p>
        </p:txBody>
      </p:sp>
      <p:sp>
        <p:nvSpPr>
          <p:cNvPr id="997" name="Google Shape;997;p15"/>
          <p:cNvSpPr/>
          <p:nvPr/>
        </p:nvSpPr>
        <p:spPr>
          <a:xfrm>
            <a:off x="754955" y="1129548"/>
            <a:ext cx="10743308" cy="1522625"/>
          </a:xfrm>
          <a:prstGeom prst="rect">
            <a:avLst/>
          </a:prstGeom>
          <a:solidFill>
            <a:srgbClr val="F2F2F2"/>
          </a:solidFill>
          <a:ln>
            <a:noFill/>
          </a:ln>
        </p:spPr>
        <p:txBody>
          <a:bodyPr anchorCtr="0" anchor="ctr" bIns="45700" lIns="91425" spcFirstLastPara="1" rIns="91425" wrap="square" tIns="45700">
            <a:noAutofit/>
          </a:bodyPr>
          <a:lstStyle/>
          <a:p>
            <a:pPr indent="-342514" lvl="0" marL="342514" marR="0" rtl="0" algn="l">
              <a:spcBef>
                <a:spcPts val="0"/>
              </a:spcBef>
              <a:spcAft>
                <a:spcPts val="0"/>
              </a:spcAft>
              <a:buNone/>
            </a:pPr>
            <a:r>
              <a:t/>
            </a:r>
            <a:endParaRPr sz="1798">
              <a:solidFill>
                <a:srgbClr val="000000"/>
              </a:solidFill>
              <a:latin typeface="Arial"/>
              <a:ea typeface="Arial"/>
              <a:cs typeface="Arial"/>
              <a:sym typeface="Arial"/>
            </a:endParaRPr>
          </a:p>
        </p:txBody>
      </p:sp>
      <p:pic>
        <p:nvPicPr>
          <p:cNvPr id="998" name="Google Shape;998;p15"/>
          <p:cNvPicPr preferRelativeResize="0"/>
          <p:nvPr/>
        </p:nvPicPr>
        <p:blipFill rotWithShape="1">
          <a:blip r:embed="rId3">
            <a:alphaModFix/>
          </a:blip>
          <a:srcRect b="0" l="0" r="0" t="0"/>
          <a:stretch/>
        </p:blipFill>
        <p:spPr>
          <a:xfrm>
            <a:off x="3650581" y="1045151"/>
            <a:ext cx="3687477" cy="2074207"/>
          </a:xfrm>
          <a:prstGeom prst="rect">
            <a:avLst/>
          </a:prstGeom>
          <a:noFill/>
          <a:ln>
            <a:noFill/>
          </a:ln>
        </p:spPr>
      </p:pic>
      <p:sp>
        <p:nvSpPr>
          <p:cNvPr id="999" name="Google Shape;999;p15"/>
          <p:cNvSpPr txBox="1"/>
          <p:nvPr/>
        </p:nvSpPr>
        <p:spPr>
          <a:xfrm>
            <a:off x="721956" y="372754"/>
            <a:ext cx="10729635" cy="539538"/>
          </a:xfrm>
          <a:prstGeom prst="rect">
            <a:avLst/>
          </a:prstGeom>
          <a:noFill/>
          <a:ln>
            <a:noFill/>
          </a:ln>
        </p:spPr>
        <p:txBody>
          <a:bodyPr anchorCtr="0" anchor="t" bIns="46775" lIns="89950" spcFirstLastPara="1" rIns="89950" wrap="square" tIns="46775">
            <a:noAutofit/>
          </a:bodyPr>
          <a:lstStyle/>
          <a:p>
            <a:pPr indent="0" lvl="0" marL="0" marR="0" rtl="0" algn="l">
              <a:lnSpc>
                <a:spcPct val="90000"/>
              </a:lnSpc>
              <a:spcBef>
                <a:spcPts val="0"/>
              </a:spcBef>
              <a:spcAft>
                <a:spcPts val="0"/>
              </a:spcAft>
              <a:buClr>
                <a:srgbClr val="000000"/>
              </a:buClr>
              <a:buSzPts val="2400"/>
              <a:buFont typeface="Arial"/>
              <a:buNone/>
            </a:pPr>
            <a:r>
              <a:rPr b="1" lang="en-US" sz="2400">
                <a:solidFill>
                  <a:srgbClr val="000000"/>
                </a:solidFill>
                <a:latin typeface="Arial"/>
                <a:ea typeface="Arial"/>
                <a:cs typeface="Arial"/>
                <a:sym typeface="Arial"/>
              </a:rPr>
              <a:t>Tolly实测：</a:t>
            </a:r>
            <a:r>
              <a:rPr b="1" lang="en-US" sz="2400">
                <a:solidFill>
                  <a:srgbClr val="000000"/>
                </a:solidFill>
                <a:latin typeface="Microsoft Yahei"/>
                <a:ea typeface="Microsoft Yahei"/>
                <a:cs typeface="Microsoft Yahei"/>
                <a:sym typeface="Microsoft Yahei"/>
              </a:rPr>
              <a:t> NetEngine </a:t>
            </a:r>
            <a:r>
              <a:rPr b="1" lang="en-US" sz="2400">
                <a:solidFill>
                  <a:srgbClr val="000000"/>
                </a:solidFill>
                <a:latin typeface="Arial"/>
                <a:ea typeface="Arial"/>
                <a:cs typeface="Arial"/>
                <a:sym typeface="Arial"/>
              </a:rPr>
              <a:t>AR转发性能全面领先友商</a:t>
            </a:r>
            <a:endParaRPr/>
          </a:p>
        </p:txBody>
      </p:sp>
      <p:sp>
        <p:nvSpPr>
          <p:cNvPr id="1000" name="Google Shape;1000;p15"/>
          <p:cNvSpPr txBox="1"/>
          <p:nvPr/>
        </p:nvSpPr>
        <p:spPr>
          <a:xfrm>
            <a:off x="3890787" y="1336890"/>
            <a:ext cx="59559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00000"/>
                </a:solidFill>
                <a:latin typeface="Arial"/>
                <a:ea typeface="Arial"/>
                <a:cs typeface="Arial"/>
                <a:sym typeface="Arial"/>
              </a:rPr>
              <a:t>Tolly实测：</a:t>
            </a:r>
            <a:r>
              <a:rPr b="1" lang="en-US" sz="1599">
                <a:solidFill>
                  <a:srgbClr val="C00000"/>
                </a:solidFill>
                <a:latin typeface="Arial"/>
                <a:ea typeface="Arial"/>
                <a:cs typeface="Arial"/>
                <a:sym typeface="Arial"/>
              </a:rPr>
              <a:t>全系列</a:t>
            </a:r>
            <a:r>
              <a:rPr b="1" lang="en-US" sz="1600">
                <a:solidFill>
                  <a:srgbClr val="000000"/>
                </a:solidFill>
                <a:latin typeface="Arial"/>
                <a:ea typeface="Arial"/>
                <a:cs typeface="Arial"/>
                <a:sym typeface="Arial"/>
              </a:rPr>
              <a:t>NetEngine </a:t>
            </a:r>
            <a:r>
              <a:rPr b="1" lang="en-US" sz="1599">
                <a:solidFill>
                  <a:srgbClr val="000000"/>
                </a:solidFill>
                <a:latin typeface="Arial"/>
                <a:ea typeface="Arial"/>
                <a:cs typeface="Arial"/>
                <a:sym typeface="Arial"/>
              </a:rPr>
              <a:t>AR，</a:t>
            </a:r>
            <a:r>
              <a:rPr b="1" lang="en-US" sz="1599">
                <a:solidFill>
                  <a:srgbClr val="C00000"/>
                </a:solidFill>
                <a:latin typeface="Arial"/>
                <a:ea typeface="Arial"/>
                <a:cs typeface="Arial"/>
                <a:sym typeface="Arial"/>
              </a:rPr>
              <a:t>3大性能指标</a:t>
            </a:r>
            <a:r>
              <a:rPr b="1" lang="en-US" sz="1599">
                <a:solidFill>
                  <a:srgbClr val="000000"/>
                </a:solidFill>
                <a:latin typeface="Arial"/>
                <a:ea typeface="Arial"/>
                <a:cs typeface="Arial"/>
                <a:sym typeface="Arial"/>
              </a:rPr>
              <a:t>全面领先友商</a:t>
            </a:r>
            <a:endParaRPr/>
          </a:p>
        </p:txBody>
      </p:sp>
      <p:grpSp>
        <p:nvGrpSpPr>
          <p:cNvPr id="1001" name="Google Shape;1001;p15"/>
          <p:cNvGrpSpPr/>
          <p:nvPr/>
        </p:nvGrpSpPr>
        <p:grpSpPr>
          <a:xfrm>
            <a:off x="930798" y="1183241"/>
            <a:ext cx="1108913" cy="1784791"/>
            <a:chOff x="1191701" y="3171345"/>
            <a:chExt cx="924001" cy="1487176"/>
          </a:xfrm>
        </p:grpSpPr>
        <p:pic>
          <p:nvPicPr>
            <p:cNvPr id="1002" name="Google Shape;1002;p15"/>
            <p:cNvPicPr preferRelativeResize="0"/>
            <p:nvPr/>
          </p:nvPicPr>
          <p:blipFill rotWithShape="1">
            <a:blip r:embed="rId4">
              <a:alphaModFix/>
            </a:blip>
            <a:srcRect b="0" l="0" r="0" t="0"/>
            <a:stretch/>
          </p:blipFill>
          <p:spPr>
            <a:xfrm>
              <a:off x="1257690" y="3171345"/>
              <a:ext cx="858012" cy="1207205"/>
            </a:xfrm>
            <a:prstGeom prst="roundRect">
              <a:avLst>
                <a:gd fmla="val 8594" name="adj"/>
              </a:avLst>
            </a:prstGeom>
            <a:solidFill>
              <a:srgbClr val="ECECEC"/>
            </a:solidFill>
            <a:ln>
              <a:noFill/>
            </a:ln>
          </p:spPr>
        </p:pic>
        <p:sp>
          <p:nvSpPr>
            <p:cNvPr id="1003" name="Google Shape;1003;p15"/>
            <p:cNvSpPr/>
            <p:nvPr/>
          </p:nvSpPr>
          <p:spPr>
            <a:xfrm>
              <a:off x="1191701" y="3660831"/>
              <a:ext cx="706437" cy="99769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000000"/>
                </a:solidFill>
                <a:latin typeface="Arial"/>
                <a:ea typeface="Arial"/>
                <a:cs typeface="Arial"/>
                <a:sym typeface="Arial"/>
              </a:endParaRPr>
            </a:p>
          </p:txBody>
        </p:sp>
      </p:grpSp>
      <p:sp>
        <p:nvSpPr>
          <p:cNvPr id="1004" name="Google Shape;1004;p15"/>
          <p:cNvSpPr/>
          <p:nvPr/>
        </p:nvSpPr>
        <p:spPr>
          <a:xfrm>
            <a:off x="7184206" y="1658012"/>
            <a:ext cx="4314057" cy="830997"/>
          </a:xfrm>
          <a:prstGeom prst="rect">
            <a:avLst/>
          </a:prstGeom>
          <a:noFill/>
          <a:ln>
            <a:noFill/>
          </a:ln>
        </p:spPr>
        <p:txBody>
          <a:bodyPr anchorCtr="0" anchor="t" bIns="45700" lIns="91425" spcFirstLastPara="1" rIns="91425" wrap="square" tIns="45700">
            <a:spAutoFit/>
          </a:bodyPr>
          <a:lstStyle/>
          <a:p>
            <a:pPr indent="-171381" lvl="0" marL="171381" marR="0" rtl="0" algn="l">
              <a:lnSpc>
                <a:spcPct val="200000"/>
              </a:lnSpc>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实测数据</a:t>
            </a:r>
            <a:r>
              <a:rPr lang="en-US" sz="1200">
                <a:solidFill>
                  <a:srgbClr val="C00000"/>
                </a:solidFill>
                <a:latin typeface="Arial"/>
                <a:ea typeface="Arial"/>
                <a:cs typeface="Arial"/>
                <a:sym typeface="Arial"/>
              </a:rPr>
              <a:t>超过华为彩页宣称值</a:t>
            </a:r>
            <a:endParaRPr sz="1200">
              <a:solidFill>
                <a:srgbClr val="C00000"/>
              </a:solidFill>
              <a:latin typeface="Arial"/>
              <a:ea typeface="Arial"/>
              <a:cs typeface="Arial"/>
              <a:sym typeface="Arial"/>
            </a:endParaRPr>
          </a:p>
          <a:p>
            <a:pPr indent="-171381" lvl="0" marL="171381" marR="0" rtl="0" algn="l">
              <a:lnSpc>
                <a:spcPct val="200000"/>
              </a:lnSpc>
              <a:spcBef>
                <a:spcPts val="0"/>
              </a:spcBef>
              <a:spcAft>
                <a:spcPts val="0"/>
              </a:spcAft>
              <a:buClr>
                <a:srgbClr val="000000"/>
              </a:buClr>
              <a:buSzPts val="1200"/>
              <a:buFont typeface="Arial"/>
              <a:buChar char="•"/>
            </a:pPr>
            <a:r>
              <a:rPr lang="en-US" sz="1200">
                <a:solidFill>
                  <a:srgbClr val="000000"/>
                </a:solidFill>
                <a:latin typeface="Arial"/>
                <a:ea typeface="Arial"/>
                <a:cs typeface="Arial"/>
                <a:sym typeface="Arial"/>
              </a:rPr>
              <a:t>无需购买License，实测数据</a:t>
            </a:r>
            <a:r>
              <a:rPr lang="en-US" sz="1200">
                <a:solidFill>
                  <a:srgbClr val="C00000"/>
                </a:solidFill>
                <a:latin typeface="Arial"/>
                <a:ea typeface="Arial"/>
                <a:cs typeface="Arial"/>
                <a:sym typeface="Arial"/>
              </a:rPr>
              <a:t>领先友商三档License性能值</a:t>
            </a:r>
            <a:endParaRPr sz="1100">
              <a:solidFill>
                <a:srgbClr val="C00000"/>
              </a:solidFill>
              <a:latin typeface="Arial"/>
              <a:ea typeface="Arial"/>
              <a:cs typeface="Arial"/>
              <a:sym typeface="Arial"/>
            </a:endParaRPr>
          </a:p>
        </p:txBody>
      </p:sp>
      <p:sp>
        <p:nvSpPr>
          <p:cNvPr id="1005" name="Google Shape;1005;p15"/>
          <p:cNvSpPr/>
          <p:nvPr/>
        </p:nvSpPr>
        <p:spPr>
          <a:xfrm>
            <a:off x="1896720" y="1795449"/>
            <a:ext cx="2045162" cy="43088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中立第三方</a:t>
            </a:r>
            <a:endParaRPr sz="1100">
              <a:solidFill>
                <a:srgbClr val="000000"/>
              </a:solidFill>
              <a:latin typeface="Arial"/>
              <a:ea typeface="Arial"/>
              <a:cs typeface="Arial"/>
              <a:sym typeface="Arial"/>
            </a:endParaRPr>
          </a:p>
          <a:p>
            <a:pPr indent="0" lvl="0" marL="0" marR="0" rtl="0" algn="ctr">
              <a:spcBef>
                <a:spcPts val="0"/>
              </a:spcBef>
              <a:spcAft>
                <a:spcPts val="0"/>
              </a:spcAft>
              <a:buNone/>
            </a:pPr>
            <a:r>
              <a:rPr lang="en-US" sz="1100">
                <a:solidFill>
                  <a:srgbClr val="000000"/>
                </a:solidFill>
                <a:latin typeface="Arial"/>
                <a:ea typeface="Arial"/>
                <a:cs typeface="Arial"/>
                <a:sym typeface="Arial"/>
              </a:rPr>
              <a:t>国际权威测评机构 · 美国</a:t>
            </a:r>
            <a:endParaRPr sz="1100">
              <a:solidFill>
                <a:srgbClr val="000000"/>
              </a:solidFill>
              <a:latin typeface="Arial"/>
              <a:ea typeface="Arial"/>
              <a:cs typeface="Arial"/>
              <a:sym typeface="Arial"/>
            </a:endParaRPr>
          </a:p>
        </p:txBody>
      </p:sp>
      <p:cxnSp>
        <p:nvCxnSpPr>
          <p:cNvPr id="1006" name="Google Shape;1006;p15"/>
          <p:cNvCxnSpPr/>
          <p:nvPr/>
        </p:nvCxnSpPr>
        <p:spPr>
          <a:xfrm>
            <a:off x="3854345" y="1200486"/>
            <a:ext cx="0" cy="1370521"/>
          </a:xfrm>
          <a:prstGeom prst="straightConnector1">
            <a:avLst/>
          </a:prstGeom>
          <a:noFill/>
          <a:ln cap="flat" cmpd="sng" w="9525">
            <a:solidFill>
              <a:schemeClr val="dk1"/>
            </a:solidFill>
            <a:prstDash val="solid"/>
            <a:round/>
            <a:headEnd len="sm" w="sm" type="none"/>
            <a:tailEnd len="sm" w="sm" type="none"/>
          </a:ln>
        </p:spPr>
      </p:cxnSp>
      <p:grpSp>
        <p:nvGrpSpPr>
          <p:cNvPr id="1007" name="Google Shape;1007;p15"/>
          <p:cNvGrpSpPr/>
          <p:nvPr/>
        </p:nvGrpSpPr>
        <p:grpSpPr>
          <a:xfrm>
            <a:off x="1009992" y="3440477"/>
            <a:ext cx="4288452" cy="2664680"/>
            <a:chOff x="1280041" y="3244334"/>
            <a:chExt cx="4290127" cy="2873972"/>
          </a:xfrm>
        </p:grpSpPr>
        <p:grpSp>
          <p:nvGrpSpPr>
            <p:cNvPr id="1008" name="Google Shape;1008;p15"/>
            <p:cNvGrpSpPr/>
            <p:nvPr/>
          </p:nvGrpSpPr>
          <p:grpSpPr>
            <a:xfrm>
              <a:off x="1280041" y="3293255"/>
              <a:ext cx="2903290" cy="2825051"/>
              <a:chOff x="1232899" y="2429962"/>
              <a:chExt cx="3411694" cy="3899660"/>
            </a:xfrm>
          </p:grpSpPr>
          <p:sp>
            <p:nvSpPr>
              <p:cNvPr id="1009" name="Google Shape;1009;p15"/>
              <p:cNvSpPr txBox="1"/>
              <p:nvPr/>
            </p:nvSpPr>
            <p:spPr>
              <a:xfrm>
                <a:off x="1868052" y="5688364"/>
                <a:ext cx="723317" cy="3894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友商</a:t>
                </a:r>
                <a:endParaRPr/>
              </a:p>
            </p:txBody>
          </p:sp>
          <p:sp>
            <p:nvSpPr>
              <p:cNvPr id="1010" name="Google Shape;1010;p15"/>
              <p:cNvSpPr txBox="1"/>
              <p:nvPr/>
            </p:nvSpPr>
            <p:spPr>
              <a:xfrm>
                <a:off x="2010877" y="2992008"/>
                <a:ext cx="620360" cy="687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00000"/>
                    </a:solidFill>
                    <a:latin typeface="Arial"/>
                    <a:ea typeface="Arial"/>
                    <a:cs typeface="Arial"/>
                    <a:sym typeface="Arial"/>
                  </a:rPr>
                  <a:t>2x</a:t>
                </a:r>
                <a:endParaRPr b="1" sz="2400">
                  <a:solidFill>
                    <a:srgbClr val="C00000"/>
                  </a:solidFill>
                  <a:latin typeface="Arial"/>
                  <a:ea typeface="Arial"/>
                  <a:cs typeface="Arial"/>
                  <a:sym typeface="Arial"/>
                </a:endParaRPr>
              </a:p>
            </p:txBody>
          </p:sp>
          <p:sp>
            <p:nvSpPr>
              <p:cNvPr id="1011" name="Google Shape;1011;p15"/>
              <p:cNvSpPr/>
              <p:nvPr/>
            </p:nvSpPr>
            <p:spPr>
              <a:xfrm rot="-5400000">
                <a:off x="2509528" y="3146137"/>
                <a:ext cx="468664" cy="334834"/>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399">
                  <a:solidFill>
                    <a:srgbClr val="C00000"/>
                  </a:solidFill>
                  <a:latin typeface="Arial"/>
                  <a:ea typeface="Arial"/>
                  <a:cs typeface="Arial"/>
                  <a:sym typeface="Arial"/>
                </a:endParaRPr>
              </a:p>
            </p:txBody>
          </p:sp>
          <p:sp>
            <p:nvSpPr>
              <p:cNvPr id="1012" name="Google Shape;1012;p15"/>
              <p:cNvSpPr/>
              <p:nvPr/>
            </p:nvSpPr>
            <p:spPr>
              <a:xfrm>
                <a:off x="1232899" y="2429962"/>
                <a:ext cx="3411694" cy="3765355"/>
              </a:xfrm>
              <a:prstGeom prst="roundRect">
                <a:avLst>
                  <a:gd fmla="val 3115" name="adj"/>
                </a:avLst>
              </a:prstGeom>
              <a:no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99">
                  <a:solidFill>
                    <a:srgbClr val="666666"/>
                  </a:solidFill>
                  <a:latin typeface="Calibri"/>
                  <a:ea typeface="Calibri"/>
                  <a:cs typeface="Calibri"/>
                  <a:sym typeface="Calibri"/>
                </a:endParaRPr>
              </a:p>
            </p:txBody>
          </p:sp>
          <p:sp>
            <p:nvSpPr>
              <p:cNvPr id="1013" name="Google Shape;1013;p15"/>
              <p:cNvSpPr txBox="1"/>
              <p:nvPr/>
            </p:nvSpPr>
            <p:spPr>
              <a:xfrm>
                <a:off x="3034259" y="5688366"/>
                <a:ext cx="1204067" cy="6412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00000"/>
                    </a:solidFill>
                    <a:latin typeface="Arial"/>
                    <a:ea typeface="Arial"/>
                    <a:cs typeface="Arial"/>
                    <a:sym typeface="Arial"/>
                  </a:rPr>
                  <a:t>华为 AR6121</a:t>
                </a:r>
                <a:endParaRPr b="1" sz="1100">
                  <a:solidFill>
                    <a:srgbClr val="C00000"/>
                  </a:solidFill>
                  <a:latin typeface="Arial"/>
                  <a:ea typeface="Arial"/>
                  <a:cs typeface="Arial"/>
                  <a:sym typeface="Arial"/>
                </a:endParaRPr>
              </a:p>
              <a:p>
                <a:pPr indent="0" lvl="0" marL="0" marR="0" rtl="0" algn="l">
                  <a:spcBef>
                    <a:spcPts val="0"/>
                  </a:spcBef>
                  <a:spcAft>
                    <a:spcPts val="0"/>
                  </a:spcAft>
                  <a:buNone/>
                </a:pPr>
                <a:r>
                  <a:t/>
                </a:r>
                <a:endParaRPr sz="1100">
                  <a:solidFill>
                    <a:srgbClr val="666666"/>
                  </a:solidFill>
                  <a:latin typeface="Arial"/>
                  <a:ea typeface="Arial"/>
                  <a:cs typeface="Arial"/>
                  <a:sym typeface="Arial"/>
                </a:endParaRPr>
              </a:p>
            </p:txBody>
          </p:sp>
          <p:sp>
            <p:nvSpPr>
              <p:cNvPr id="1014" name="Google Shape;1014;p15"/>
              <p:cNvSpPr txBox="1"/>
              <p:nvPr/>
            </p:nvSpPr>
            <p:spPr>
              <a:xfrm>
                <a:off x="3376216" y="3557654"/>
                <a:ext cx="458297" cy="4123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0000"/>
                    </a:solidFill>
                    <a:latin typeface="Arial"/>
                    <a:ea typeface="Arial"/>
                    <a:cs typeface="Arial"/>
                    <a:sym typeface="Arial"/>
                  </a:rPr>
                  <a:t>4G</a:t>
                </a:r>
                <a:endParaRPr sz="1399">
                  <a:solidFill>
                    <a:srgbClr val="666666"/>
                  </a:solidFill>
                  <a:latin typeface="Arial"/>
                  <a:ea typeface="Arial"/>
                  <a:cs typeface="Arial"/>
                  <a:sym typeface="Arial"/>
                </a:endParaRPr>
              </a:p>
            </p:txBody>
          </p:sp>
          <p:sp>
            <p:nvSpPr>
              <p:cNvPr id="1015" name="Google Shape;1015;p15"/>
              <p:cNvSpPr txBox="1"/>
              <p:nvPr/>
            </p:nvSpPr>
            <p:spPr>
              <a:xfrm>
                <a:off x="2071364" y="4467892"/>
                <a:ext cx="1010157" cy="3894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F7F7F"/>
                    </a:solidFill>
                    <a:latin typeface="Arial"/>
                    <a:ea typeface="Arial"/>
                    <a:cs typeface="Arial"/>
                    <a:sym typeface="Arial"/>
                  </a:rPr>
                  <a:t>2G</a:t>
                </a:r>
                <a:endParaRPr sz="1399">
                  <a:solidFill>
                    <a:srgbClr val="666666"/>
                  </a:solidFill>
                  <a:latin typeface="Arial"/>
                  <a:ea typeface="Arial"/>
                  <a:cs typeface="Arial"/>
                  <a:sym typeface="Arial"/>
                </a:endParaRPr>
              </a:p>
            </p:txBody>
          </p:sp>
        </p:grpSp>
        <p:sp>
          <p:nvSpPr>
            <p:cNvPr id="1016" name="Google Shape;1016;p15"/>
            <p:cNvSpPr/>
            <p:nvPr/>
          </p:nvSpPr>
          <p:spPr>
            <a:xfrm>
              <a:off x="5385437" y="3244334"/>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599">
                <a:solidFill>
                  <a:srgbClr val="000000"/>
                </a:solidFill>
                <a:latin typeface="Arial"/>
                <a:ea typeface="Arial"/>
                <a:cs typeface="Arial"/>
                <a:sym typeface="Arial"/>
              </a:endParaRPr>
            </a:p>
          </p:txBody>
        </p:sp>
        <p:sp>
          <p:nvSpPr>
            <p:cNvPr id="1017" name="Google Shape;1017;p15"/>
            <p:cNvSpPr/>
            <p:nvPr/>
          </p:nvSpPr>
          <p:spPr>
            <a:xfrm flipH="1">
              <a:off x="2988403" y="4386488"/>
              <a:ext cx="621128" cy="127049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FFFFFF"/>
                </a:solidFill>
                <a:latin typeface="Arial"/>
                <a:ea typeface="Arial"/>
                <a:cs typeface="Arial"/>
                <a:sym typeface="Arial"/>
              </a:endParaRPr>
            </a:p>
          </p:txBody>
        </p:sp>
        <p:sp>
          <p:nvSpPr>
            <p:cNvPr id="1018" name="Google Shape;1018;p15"/>
            <p:cNvSpPr/>
            <p:nvPr/>
          </p:nvSpPr>
          <p:spPr>
            <a:xfrm>
              <a:off x="1820545" y="5004020"/>
              <a:ext cx="615528" cy="652960"/>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rgbClr val="000000"/>
                </a:solidFill>
                <a:latin typeface="Arial"/>
                <a:ea typeface="Arial"/>
                <a:cs typeface="Arial"/>
                <a:sym typeface="Arial"/>
              </a:endParaRPr>
            </a:p>
          </p:txBody>
        </p:sp>
        <p:sp>
          <p:nvSpPr>
            <p:cNvPr id="1019" name="Google Shape;1019;p15"/>
            <p:cNvSpPr txBox="1"/>
            <p:nvPr/>
          </p:nvSpPr>
          <p:spPr>
            <a:xfrm>
              <a:off x="1895078" y="3378889"/>
              <a:ext cx="19583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99">
                  <a:solidFill>
                    <a:srgbClr val="000000"/>
                  </a:solidFill>
                  <a:latin typeface="Arial"/>
                  <a:ea typeface="Arial"/>
                  <a:cs typeface="Arial"/>
                  <a:sym typeface="Arial"/>
                </a:rPr>
                <a:t>基础性能（ IMIX ）</a:t>
              </a:r>
              <a:endParaRPr/>
            </a:p>
          </p:txBody>
        </p:sp>
      </p:grpSp>
      <p:grpSp>
        <p:nvGrpSpPr>
          <p:cNvPr id="1020" name="Google Shape;1020;p15"/>
          <p:cNvGrpSpPr/>
          <p:nvPr/>
        </p:nvGrpSpPr>
        <p:grpSpPr>
          <a:xfrm>
            <a:off x="4554448" y="3440477"/>
            <a:ext cx="4288452" cy="2664680"/>
            <a:chOff x="1280041" y="3244334"/>
            <a:chExt cx="4290127" cy="2873972"/>
          </a:xfrm>
        </p:grpSpPr>
        <p:grpSp>
          <p:nvGrpSpPr>
            <p:cNvPr id="1021" name="Google Shape;1021;p15"/>
            <p:cNvGrpSpPr/>
            <p:nvPr/>
          </p:nvGrpSpPr>
          <p:grpSpPr>
            <a:xfrm>
              <a:off x="1280041" y="3293255"/>
              <a:ext cx="2903290" cy="2825051"/>
              <a:chOff x="1232899" y="2429962"/>
              <a:chExt cx="3411694" cy="3899660"/>
            </a:xfrm>
          </p:grpSpPr>
          <p:sp>
            <p:nvSpPr>
              <p:cNvPr id="1022" name="Google Shape;1022;p15"/>
              <p:cNvSpPr txBox="1"/>
              <p:nvPr/>
            </p:nvSpPr>
            <p:spPr>
              <a:xfrm>
                <a:off x="1868052" y="5688364"/>
                <a:ext cx="987917" cy="40195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友商</a:t>
                </a:r>
                <a:endParaRPr/>
              </a:p>
            </p:txBody>
          </p:sp>
          <p:sp>
            <p:nvSpPr>
              <p:cNvPr id="1023" name="Google Shape;1023;p15"/>
              <p:cNvSpPr txBox="1"/>
              <p:nvPr/>
            </p:nvSpPr>
            <p:spPr>
              <a:xfrm>
                <a:off x="2056102" y="3008897"/>
                <a:ext cx="620360" cy="687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00000"/>
                    </a:solidFill>
                    <a:latin typeface="Arial"/>
                    <a:ea typeface="Arial"/>
                    <a:cs typeface="Arial"/>
                    <a:sym typeface="Arial"/>
                  </a:rPr>
                  <a:t>5x</a:t>
                </a:r>
                <a:endParaRPr b="1" sz="2400">
                  <a:solidFill>
                    <a:srgbClr val="C00000"/>
                  </a:solidFill>
                  <a:latin typeface="Arial"/>
                  <a:ea typeface="Arial"/>
                  <a:cs typeface="Arial"/>
                  <a:sym typeface="Arial"/>
                </a:endParaRPr>
              </a:p>
            </p:txBody>
          </p:sp>
          <p:sp>
            <p:nvSpPr>
              <p:cNvPr id="1024" name="Google Shape;1024;p15"/>
              <p:cNvSpPr/>
              <p:nvPr/>
            </p:nvSpPr>
            <p:spPr>
              <a:xfrm rot="-5400000">
                <a:off x="2509528" y="3146137"/>
                <a:ext cx="468664" cy="334834"/>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399">
                  <a:solidFill>
                    <a:srgbClr val="C00000"/>
                  </a:solidFill>
                  <a:latin typeface="Arial"/>
                  <a:ea typeface="Arial"/>
                  <a:cs typeface="Arial"/>
                  <a:sym typeface="Arial"/>
                </a:endParaRPr>
              </a:p>
            </p:txBody>
          </p:sp>
          <p:sp>
            <p:nvSpPr>
              <p:cNvPr id="1025" name="Google Shape;1025;p15"/>
              <p:cNvSpPr/>
              <p:nvPr/>
            </p:nvSpPr>
            <p:spPr>
              <a:xfrm>
                <a:off x="1232899" y="2429962"/>
                <a:ext cx="3411694" cy="3765355"/>
              </a:xfrm>
              <a:prstGeom prst="roundRect">
                <a:avLst>
                  <a:gd fmla="val 3115" name="adj"/>
                </a:avLst>
              </a:prstGeom>
              <a:no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99">
                  <a:solidFill>
                    <a:srgbClr val="666666"/>
                  </a:solidFill>
                  <a:latin typeface="Calibri"/>
                  <a:ea typeface="Calibri"/>
                  <a:cs typeface="Calibri"/>
                  <a:sym typeface="Calibri"/>
                </a:endParaRPr>
              </a:p>
            </p:txBody>
          </p:sp>
          <p:sp>
            <p:nvSpPr>
              <p:cNvPr id="1026" name="Google Shape;1026;p15"/>
              <p:cNvSpPr txBox="1"/>
              <p:nvPr/>
            </p:nvSpPr>
            <p:spPr>
              <a:xfrm>
                <a:off x="3034259" y="5688366"/>
                <a:ext cx="1204067" cy="6412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00000"/>
                    </a:solidFill>
                    <a:latin typeface="Arial"/>
                    <a:ea typeface="Arial"/>
                    <a:cs typeface="Arial"/>
                    <a:sym typeface="Arial"/>
                  </a:rPr>
                  <a:t>华为 AR6121</a:t>
                </a:r>
                <a:endParaRPr b="1" sz="1100">
                  <a:solidFill>
                    <a:srgbClr val="C00000"/>
                  </a:solidFill>
                  <a:latin typeface="Arial"/>
                  <a:ea typeface="Arial"/>
                  <a:cs typeface="Arial"/>
                  <a:sym typeface="Arial"/>
                </a:endParaRPr>
              </a:p>
              <a:p>
                <a:pPr indent="0" lvl="0" marL="0" marR="0" rtl="0" algn="l">
                  <a:spcBef>
                    <a:spcPts val="0"/>
                  </a:spcBef>
                  <a:spcAft>
                    <a:spcPts val="0"/>
                  </a:spcAft>
                  <a:buNone/>
                </a:pPr>
                <a:r>
                  <a:t/>
                </a:r>
                <a:endParaRPr sz="1100">
                  <a:solidFill>
                    <a:srgbClr val="666666"/>
                  </a:solidFill>
                  <a:latin typeface="Arial"/>
                  <a:ea typeface="Arial"/>
                  <a:cs typeface="Arial"/>
                  <a:sym typeface="Arial"/>
                </a:endParaRPr>
              </a:p>
            </p:txBody>
          </p:sp>
          <p:sp>
            <p:nvSpPr>
              <p:cNvPr id="1027" name="Google Shape;1027;p15"/>
              <p:cNvSpPr txBox="1"/>
              <p:nvPr/>
            </p:nvSpPr>
            <p:spPr>
              <a:xfrm>
                <a:off x="3281827" y="3814028"/>
                <a:ext cx="708929" cy="4123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0000"/>
                    </a:solidFill>
                    <a:latin typeface="Arial"/>
                    <a:ea typeface="Arial"/>
                    <a:cs typeface="Arial"/>
                    <a:sym typeface="Arial"/>
                  </a:rPr>
                  <a:t>2.32G</a:t>
                </a:r>
                <a:endParaRPr sz="1399">
                  <a:solidFill>
                    <a:srgbClr val="666666"/>
                  </a:solidFill>
                  <a:latin typeface="Arial"/>
                  <a:ea typeface="Arial"/>
                  <a:cs typeface="Arial"/>
                  <a:sym typeface="Arial"/>
                </a:endParaRPr>
              </a:p>
            </p:txBody>
          </p:sp>
          <p:sp>
            <p:nvSpPr>
              <p:cNvPr id="1028" name="Google Shape;1028;p15"/>
              <p:cNvSpPr txBox="1"/>
              <p:nvPr/>
            </p:nvSpPr>
            <p:spPr>
              <a:xfrm>
                <a:off x="1911445" y="4737208"/>
                <a:ext cx="720255" cy="3894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F7F7F"/>
                    </a:solidFill>
                    <a:latin typeface="Arial"/>
                    <a:ea typeface="Arial"/>
                    <a:cs typeface="Arial"/>
                    <a:sym typeface="Arial"/>
                  </a:rPr>
                  <a:t>456M</a:t>
                </a:r>
                <a:endParaRPr sz="1399">
                  <a:solidFill>
                    <a:srgbClr val="666666"/>
                  </a:solidFill>
                  <a:latin typeface="Arial"/>
                  <a:ea typeface="Arial"/>
                  <a:cs typeface="Arial"/>
                  <a:sym typeface="Arial"/>
                </a:endParaRPr>
              </a:p>
            </p:txBody>
          </p:sp>
        </p:grpSp>
        <p:sp>
          <p:nvSpPr>
            <p:cNvPr id="1029" name="Google Shape;1029;p15"/>
            <p:cNvSpPr/>
            <p:nvPr/>
          </p:nvSpPr>
          <p:spPr>
            <a:xfrm>
              <a:off x="5385437" y="3244334"/>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599">
                <a:solidFill>
                  <a:srgbClr val="000000"/>
                </a:solidFill>
                <a:latin typeface="Arial"/>
                <a:ea typeface="Arial"/>
                <a:cs typeface="Arial"/>
                <a:sym typeface="Arial"/>
              </a:endParaRPr>
            </a:p>
          </p:txBody>
        </p:sp>
        <p:sp>
          <p:nvSpPr>
            <p:cNvPr id="1030" name="Google Shape;1030;p15"/>
            <p:cNvSpPr/>
            <p:nvPr/>
          </p:nvSpPr>
          <p:spPr>
            <a:xfrm flipH="1">
              <a:off x="2988403" y="4600078"/>
              <a:ext cx="621128" cy="1056902"/>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FFFFFF"/>
                </a:solidFill>
                <a:latin typeface="Arial"/>
                <a:ea typeface="Arial"/>
                <a:cs typeface="Arial"/>
                <a:sym typeface="Arial"/>
              </a:endParaRPr>
            </a:p>
          </p:txBody>
        </p:sp>
        <p:sp>
          <p:nvSpPr>
            <p:cNvPr id="1031" name="Google Shape;1031;p15"/>
            <p:cNvSpPr/>
            <p:nvPr/>
          </p:nvSpPr>
          <p:spPr>
            <a:xfrm>
              <a:off x="1820545" y="5260038"/>
              <a:ext cx="615528" cy="396942"/>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rgbClr val="000000"/>
                </a:solidFill>
                <a:latin typeface="Arial"/>
                <a:ea typeface="Arial"/>
                <a:cs typeface="Arial"/>
                <a:sym typeface="Arial"/>
              </a:endParaRPr>
            </a:p>
          </p:txBody>
        </p:sp>
        <p:sp>
          <p:nvSpPr>
            <p:cNvPr id="1032" name="Google Shape;1032;p15"/>
            <p:cNvSpPr txBox="1"/>
            <p:nvPr/>
          </p:nvSpPr>
          <p:spPr>
            <a:xfrm>
              <a:off x="1895078" y="3378889"/>
              <a:ext cx="195839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99">
                  <a:solidFill>
                    <a:srgbClr val="000000"/>
                  </a:solidFill>
                  <a:latin typeface="Arial"/>
                  <a:ea typeface="Arial"/>
                  <a:cs typeface="Arial"/>
                  <a:sym typeface="Arial"/>
                </a:rPr>
                <a:t>IPSec性能（ IMIX ）</a:t>
              </a:r>
              <a:endParaRPr/>
            </a:p>
          </p:txBody>
        </p:sp>
      </p:grpSp>
      <p:grpSp>
        <p:nvGrpSpPr>
          <p:cNvPr id="1033" name="Google Shape;1033;p15"/>
          <p:cNvGrpSpPr/>
          <p:nvPr/>
        </p:nvGrpSpPr>
        <p:grpSpPr>
          <a:xfrm>
            <a:off x="8162761" y="3440477"/>
            <a:ext cx="4288452" cy="2664680"/>
            <a:chOff x="1280041" y="3244334"/>
            <a:chExt cx="4290127" cy="2873972"/>
          </a:xfrm>
        </p:grpSpPr>
        <p:grpSp>
          <p:nvGrpSpPr>
            <p:cNvPr id="1034" name="Google Shape;1034;p15"/>
            <p:cNvGrpSpPr/>
            <p:nvPr/>
          </p:nvGrpSpPr>
          <p:grpSpPr>
            <a:xfrm>
              <a:off x="1280041" y="3293255"/>
              <a:ext cx="2903290" cy="2825051"/>
              <a:chOff x="1232899" y="2429962"/>
              <a:chExt cx="3411694" cy="3899660"/>
            </a:xfrm>
          </p:grpSpPr>
          <p:sp>
            <p:nvSpPr>
              <p:cNvPr id="1035" name="Google Shape;1035;p15"/>
              <p:cNvSpPr txBox="1"/>
              <p:nvPr/>
            </p:nvSpPr>
            <p:spPr>
              <a:xfrm>
                <a:off x="1868052" y="5688365"/>
                <a:ext cx="890569" cy="3884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友商</a:t>
                </a:r>
                <a:endParaRPr/>
              </a:p>
            </p:txBody>
          </p:sp>
          <p:sp>
            <p:nvSpPr>
              <p:cNvPr id="1036" name="Google Shape;1036;p15"/>
              <p:cNvSpPr txBox="1"/>
              <p:nvPr/>
            </p:nvSpPr>
            <p:spPr>
              <a:xfrm>
                <a:off x="2029575" y="2992008"/>
                <a:ext cx="620360" cy="687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C00000"/>
                    </a:solidFill>
                    <a:latin typeface="Arial"/>
                    <a:ea typeface="Arial"/>
                    <a:cs typeface="Arial"/>
                    <a:sym typeface="Arial"/>
                  </a:rPr>
                  <a:t>4x</a:t>
                </a:r>
                <a:endParaRPr b="1" sz="2400">
                  <a:solidFill>
                    <a:srgbClr val="C00000"/>
                  </a:solidFill>
                  <a:latin typeface="Arial"/>
                  <a:ea typeface="Arial"/>
                  <a:cs typeface="Arial"/>
                  <a:sym typeface="Arial"/>
                </a:endParaRPr>
              </a:p>
            </p:txBody>
          </p:sp>
          <p:sp>
            <p:nvSpPr>
              <p:cNvPr id="1037" name="Google Shape;1037;p15"/>
              <p:cNvSpPr/>
              <p:nvPr/>
            </p:nvSpPr>
            <p:spPr>
              <a:xfrm rot="-5400000">
                <a:off x="2509528" y="3146137"/>
                <a:ext cx="468664" cy="334834"/>
              </a:xfrm>
              <a:prstGeom prst="right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399">
                  <a:solidFill>
                    <a:srgbClr val="C00000"/>
                  </a:solidFill>
                  <a:latin typeface="Arial"/>
                  <a:ea typeface="Arial"/>
                  <a:cs typeface="Arial"/>
                  <a:sym typeface="Arial"/>
                </a:endParaRPr>
              </a:p>
            </p:txBody>
          </p:sp>
          <p:sp>
            <p:nvSpPr>
              <p:cNvPr id="1038" name="Google Shape;1038;p15"/>
              <p:cNvSpPr/>
              <p:nvPr/>
            </p:nvSpPr>
            <p:spPr>
              <a:xfrm>
                <a:off x="1232899" y="2429962"/>
                <a:ext cx="3411694" cy="3765355"/>
              </a:xfrm>
              <a:prstGeom prst="roundRect">
                <a:avLst>
                  <a:gd fmla="val 3115" name="adj"/>
                </a:avLst>
              </a:prstGeom>
              <a:no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99">
                  <a:solidFill>
                    <a:srgbClr val="666666"/>
                  </a:solidFill>
                  <a:latin typeface="Calibri"/>
                  <a:ea typeface="Calibri"/>
                  <a:cs typeface="Calibri"/>
                  <a:sym typeface="Calibri"/>
                </a:endParaRPr>
              </a:p>
            </p:txBody>
          </p:sp>
          <p:sp>
            <p:nvSpPr>
              <p:cNvPr id="1039" name="Google Shape;1039;p15"/>
              <p:cNvSpPr txBox="1"/>
              <p:nvPr/>
            </p:nvSpPr>
            <p:spPr>
              <a:xfrm>
                <a:off x="3034259" y="5688366"/>
                <a:ext cx="1204067" cy="6412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00000"/>
                    </a:solidFill>
                    <a:latin typeface="Arial"/>
                    <a:ea typeface="Arial"/>
                    <a:cs typeface="Arial"/>
                    <a:sym typeface="Arial"/>
                  </a:rPr>
                  <a:t>华为 AR6121</a:t>
                </a:r>
                <a:endParaRPr b="1" sz="1100">
                  <a:solidFill>
                    <a:srgbClr val="C00000"/>
                  </a:solidFill>
                  <a:latin typeface="Arial"/>
                  <a:ea typeface="Arial"/>
                  <a:cs typeface="Arial"/>
                  <a:sym typeface="Arial"/>
                </a:endParaRPr>
              </a:p>
              <a:p>
                <a:pPr indent="0" lvl="0" marL="0" marR="0" rtl="0" algn="l">
                  <a:spcBef>
                    <a:spcPts val="0"/>
                  </a:spcBef>
                  <a:spcAft>
                    <a:spcPts val="0"/>
                  </a:spcAft>
                  <a:buNone/>
                </a:pPr>
                <a:r>
                  <a:t/>
                </a:r>
                <a:endParaRPr sz="1100">
                  <a:solidFill>
                    <a:srgbClr val="666666"/>
                  </a:solidFill>
                  <a:latin typeface="Arial"/>
                  <a:ea typeface="Arial"/>
                  <a:cs typeface="Arial"/>
                  <a:sym typeface="Arial"/>
                </a:endParaRPr>
              </a:p>
            </p:txBody>
          </p:sp>
          <p:sp>
            <p:nvSpPr>
              <p:cNvPr id="1040" name="Google Shape;1040;p15"/>
              <p:cNvSpPr txBox="1"/>
              <p:nvPr/>
            </p:nvSpPr>
            <p:spPr>
              <a:xfrm>
                <a:off x="3217726" y="3902011"/>
                <a:ext cx="837131" cy="73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0000"/>
                    </a:solidFill>
                    <a:latin typeface="Arial"/>
                    <a:ea typeface="Arial"/>
                    <a:cs typeface="Arial"/>
                    <a:sym typeface="Arial"/>
                  </a:rPr>
                  <a:t>2.32G</a:t>
                </a:r>
                <a:endParaRPr b="1" sz="1200">
                  <a:solidFill>
                    <a:srgbClr val="C00000"/>
                  </a:solidFill>
                  <a:latin typeface="Arial"/>
                  <a:ea typeface="Arial"/>
                  <a:cs typeface="Arial"/>
                  <a:sym typeface="Arial"/>
                </a:endParaRPr>
              </a:p>
              <a:p>
                <a:pPr indent="0" lvl="0" marL="0" marR="0" rtl="0" algn="l">
                  <a:spcBef>
                    <a:spcPts val="0"/>
                  </a:spcBef>
                  <a:spcAft>
                    <a:spcPts val="0"/>
                  </a:spcAft>
                  <a:buNone/>
                </a:pPr>
                <a:r>
                  <a:t/>
                </a:r>
                <a:endParaRPr sz="1399">
                  <a:solidFill>
                    <a:srgbClr val="666666"/>
                  </a:solidFill>
                  <a:latin typeface="Arial"/>
                  <a:ea typeface="Arial"/>
                  <a:cs typeface="Arial"/>
                  <a:sym typeface="Arial"/>
                </a:endParaRPr>
              </a:p>
            </p:txBody>
          </p:sp>
          <p:sp>
            <p:nvSpPr>
              <p:cNvPr id="1041" name="Google Shape;1041;p15"/>
              <p:cNvSpPr txBox="1"/>
              <p:nvPr/>
            </p:nvSpPr>
            <p:spPr>
              <a:xfrm>
                <a:off x="1931476" y="4463618"/>
                <a:ext cx="631667" cy="71004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7F7F7F"/>
                    </a:solidFill>
                    <a:latin typeface="Arial"/>
                    <a:ea typeface="Arial"/>
                    <a:cs typeface="Arial"/>
                    <a:sym typeface="Arial"/>
                  </a:rPr>
                  <a:t>650M</a:t>
                </a:r>
                <a:endParaRPr b="1" sz="1100">
                  <a:solidFill>
                    <a:srgbClr val="7F7F7F"/>
                  </a:solidFill>
                  <a:latin typeface="Arial"/>
                  <a:ea typeface="Arial"/>
                  <a:cs typeface="Arial"/>
                  <a:sym typeface="Arial"/>
                </a:endParaRPr>
              </a:p>
              <a:p>
                <a:pPr indent="0" lvl="0" marL="0" marR="0" rtl="0" algn="l">
                  <a:spcBef>
                    <a:spcPts val="0"/>
                  </a:spcBef>
                  <a:spcAft>
                    <a:spcPts val="0"/>
                  </a:spcAft>
                  <a:buNone/>
                </a:pPr>
                <a:r>
                  <a:t/>
                </a:r>
                <a:endParaRPr sz="1399">
                  <a:solidFill>
                    <a:srgbClr val="666666"/>
                  </a:solidFill>
                  <a:latin typeface="Arial"/>
                  <a:ea typeface="Arial"/>
                  <a:cs typeface="Arial"/>
                  <a:sym typeface="Arial"/>
                </a:endParaRPr>
              </a:p>
            </p:txBody>
          </p:sp>
        </p:grpSp>
        <p:sp>
          <p:nvSpPr>
            <p:cNvPr id="1042" name="Google Shape;1042;p15"/>
            <p:cNvSpPr/>
            <p:nvPr/>
          </p:nvSpPr>
          <p:spPr>
            <a:xfrm>
              <a:off x="5385437" y="3244334"/>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599">
                <a:solidFill>
                  <a:srgbClr val="000000"/>
                </a:solidFill>
                <a:latin typeface="Arial"/>
                <a:ea typeface="Arial"/>
                <a:cs typeface="Arial"/>
                <a:sym typeface="Arial"/>
              </a:endParaRPr>
            </a:p>
          </p:txBody>
        </p:sp>
        <p:sp>
          <p:nvSpPr>
            <p:cNvPr id="1043" name="Google Shape;1043;p15"/>
            <p:cNvSpPr/>
            <p:nvPr/>
          </p:nvSpPr>
          <p:spPr>
            <a:xfrm flipH="1">
              <a:off x="2988403" y="4667350"/>
              <a:ext cx="621128" cy="989630"/>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FFFFFF"/>
                </a:solidFill>
                <a:latin typeface="Arial"/>
                <a:ea typeface="Arial"/>
                <a:cs typeface="Arial"/>
                <a:sym typeface="Arial"/>
              </a:endParaRPr>
            </a:p>
          </p:txBody>
        </p:sp>
        <p:sp>
          <p:nvSpPr>
            <p:cNvPr id="1044" name="Google Shape;1044;p15"/>
            <p:cNvSpPr/>
            <p:nvPr/>
          </p:nvSpPr>
          <p:spPr>
            <a:xfrm>
              <a:off x="1820545" y="5044688"/>
              <a:ext cx="615528" cy="612292"/>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800">
                <a:solidFill>
                  <a:srgbClr val="000000"/>
                </a:solidFill>
                <a:latin typeface="Arial"/>
                <a:ea typeface="Arial"/>
                <a:cs typeface="Arial"/>
                <a:sym typeface="Arial"/>
              </a:endParaRPr>
            </a:p>
          </p:txBody>
        </p:sp>
        <p:sp>
          <p:nvSpPr>
            <p:cNvPr id="1045" name="Google Shape;1045;p15"/>
            <p:cNvSpPr txBox="1"/>
            <p:nvPr/>
          </p:nvSpPr>
          <p:spPr>
            <a:xfrm>
              <a:off x="1388301" y="3378889"/>
              <a:ext cx="2846325" cy="3318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99">
                  <a:solidFill>
                    <a:srgbClr val="000000"/>
                  </a:solidFill>
                  <a:latin typeface="Arial"/>
                  <a:ea typeface="Arial"/>
                  <a:cs typeface="Arial"/>
                  <a:sym typeface="Arial"/>
                </a:rPr>
                <a:t>带业务</a:t>
              </a:r>
              <a:r>
                <a:rPr b="1" lang="en-US" sz="1050">
                  <a:solidFill>
                    <a:srgbClr val="000000"/>
                  </a:solidFill>
                  <a:latin typeface="Arial"/>
                  <a:ea typeface="Arial"/>
                  <a:cs typeface="Arial"/>
                  <a:sym typeface="Arial"/>
                </a:rPr>
                <a:t>（Qos &amp; ACL &amp; NAT）</a:t>
              </a:r>
              <a:r>
                <a:rPr b="1" lang="en-US" sz="1399">
                  <a:solidFill>
                    <a:srgbClr val="000000"/>
                  </a:solidFill>
                  <a:latin typeface="Arial"/>
                  <a:ea typeface="Arial"/>
                  <a:cs typeface="Arial"/>
                  <a:sym typeface="Arial"/>
                </a:rPr>
                <a:t>性能</a:t>
              </a:r>
              <a:endParaRPr/>
            </a:p>
          </p:txBody>
        </p:sp>
      </p:grpSp>
      <p:sp>
        <p:nvSpPr>
          <p:cNvPr id="1046" name="Google Shape;1046;p15"/>
          <p:cNvSpPr txBox="1"/>
          <p:nvPr/>
        </p:nvSpPr>
        <p:spPr>
          <a:xfrm>
            <a:off x="1624789" y="2911179"/>
            <a:ext cx="10189942" cy="307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99">
                <a:solidFill>
                  <a:srgbClr val="000000"/>
                </a:solidFill>
                <a:latin typeface="Arial"/>
                <a:ea typeface="Arial"/>
                <a:cs typeface="Arial"/>
                <a:sym typeface="Arial"/>
              </a:rPr>
              <a:t>AR6121：在友商同档次设备叠加最高性能License前提下，3 大性能指标仍为友商同档次性能</a:t>
            </a:r>
            <a:r>
              <a:rPr b="1" lang="en-US" sz="1399">
                <a:solidFill>
                  <a:srgbClr val="C00000"/>
                </a:solidFill>
                <a:latin typeface="Arial"/>
                <a:ea typeface="Arial"/>
                <a:cs typeface="Arial"/>
                <a:sym typeface="Arial"/>
              </a:rPr>
              <a:t>2~5倍</a:t>
            </a:r>
            <a:endParaRPr b="1" sz="1399">
              <a:solidFill>
                <a:srgbClr val="000000"/>
              </a:solidFill>
              <a:latin typeface="Arial"/>
              <a:ea typeface="Arial"/>
              <a:cs typeface="Arial"/>
              <a:sym typeface="Arial"/>
            </a:endParaRPr>
          </a:p>
        </p:txBody>
      </p:sp>
      <p:sp>
        <p:nvSpPr>
          <p:cNvPr id="1047" name="Google Shape;1047;p15"/>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400"/>
              <a:buFont typeface="Arial"/>
              <a:buNone/>
            </a:pPr>
            <a:r>
              <a:rPr b="1" i="0" lang="en-US" sz="1400" u="none" cap="none" strike="noStrike">
                <a:solidFill>
                  <a:schemeClr val="lt1"/>
                </a:solidFill>
                <a:latin typeface="Arial"/>
                <a:ea typeface="Arial"/>
                <a:cs typeface="Arial"/>
                <a:sym typeface="Arial"/>
              </a:rPr>
              <a:t>3x业界性能</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6"/>
          <p:cNvSpPr/>
          <p:nvPr/>
        </p:nvSpPr>
        <p:spPr>
          <a:xfrm>
            <a:off x="5932284" y="4368240"/>
            <a:ext cx="1154801" cy="595844"/>
          </a:xfrm>
          <a:custGeom>
            <a:rect b="b" l="l" r="r" t="t"/>
            <a:pathLst>
              <a:path extrusionOk="0" h="11487" w="16443">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chemeClr val="lt1">
              <a:alpha val="10980"/>
            </a:schemeClr>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400">
              <a:solidFill>
                <a:schemeClr val="dk1"/>
              </a:solidFill>
              <a:latin typeface="Arial"/>
              <a:ea typeface="Arial"/>
              <a:cs typeface="Arial"/>
              <a:sym typeface="Arial"/>
            </a:endParaRPr>
          </a:p>
        </p:txBody>
      </p:sp>
      <p:sp>
        <p:nvSpPr>
          <p:cNvPr id="1053" name="Google Shape;1053;p16"/>
          <p:cNvSpPr/>
          <p:nvPr/>
        </p:nvSpPr>
        <p:spPr>
          <a:xfrm>
            <a:off x="426733" y="1241248"/>
            <a:ext cx="6610540" cy="5149550"/>
          </a:xfrm>
          <a:prstGeom prst="roundRect">
            <a:avLst>
              <a:gd fmla="val 0" name="adj"/>
            </a:avLst>
          </a:prstGeom>
          <a:solidFill>
            <a:schemeClr val="lt1">
              <a:alpha val="3098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Arial"/>
              <a:ea typeface="Arial"/>
              <a:cs typeface="Arial"/>
              <a:sym typeface="Arial"/>
            </a:endParaRPr>
          </a:p>
        </p:txBody>
      </p:sp>
      <p:sp>
        <p:nvSpPr>
          <p:cNvPr id="1054" name="Google Shape;1054;p16"/>
          <p:cNvSpPr/>
          <p:nvPr/>
        </p:nvSpPr>
        <p:spPr>
          <a:xfrm>
            <a:off x="454430" y="1489975"/>
            <a:ext cx="6610540" cy="5149550"/>
          </a:xfrm>
          <a:prstGeom prst="roundRect">
            <a:avLst>
              <a:gd fmla="val 0" name="adj"/>
            </a:avLst>
          </a:prstGeom>
          <a:solidFill>
            <a:schemeClr val="lt1">
              <a:alpha val="3098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Arial"/>
              <a:ea typeface="Arial"/>
              <a:cs typeface="Arial"/>
              <a:sym typeface="Arial"/>
            </a:endParaRPr>
          </a:p>
        </p:txBody>
      </p:sp>
      <p:sp>
        <p:nvSpPr>
          <p:cNvPr id="1055" name="Google Shape;1055;p16"/>
          <p:cNvSpPr txBox="1"/>
          <p:nvPr/>
        </p:nvSpPr>
        <p:spPr>
          <a:xfrm>
            <a:off x="436114" y="386946"/>
            <a:ext cx="1108711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品质体验：SD-WAN提供最优的管理和应用体验</a:t>
            </a:r>
            <a:endParaRPr b="1" sz="2400">
              <a:solidFill>
                <a:schemeClr val="dk1"/>
              </a:solidFill>
              <a:latin typeface="Arial"/>
              <a:ea typeface="Arial"/>
              <a:cs typeface="Arial"/>
              <a:sym typeface="Arial"/>
            </a:endParaRPr>
          </a:p>
        </p:txBody>
      </p:sp>
      <p:sp>
        <p:nvSpPr>
          <p:cNvPr id="1056" name="Google Shape;1056;p16"/>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Microsoft Yahei"/>
                <a:ea typeface="Microsoft Yahei"/>
                <a:cs typeface="Microsoft Yahei"/>
                <a:sym typeface="Microsoft Yahei"/>
              </a:rPr>
              <a:t>品质体验</a:t>
            </a:r>
            <a:endParaRPr/>
          </a:p>
        </p:txBody>
      </p:sp>
      <p:sp>
        <p:nvSpPr>
          <p:cNvPr id="1057" name="Google Shape;1057;p16"/>
          <p:cNvSpPr/>
          <p:nvPr/>
        </p:nvSpPr>
        <p:spPr>
          <a:xfrm>
            <a:off x="7067281" y="1324500"/>
            <a:ext cx="4689773" cy="4702300"/>
          </a:xfrm>
          <a:prstGeom prst="roundRect">
            <a:avLst>
              <a:gd fmla="val 0" name="adj"/>
            </a:avLst>
          </a:prstGeom>
          <a:solidFill>
            <a:schemeClr val="lt1">
              <a:alpha val="3098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Arial"/>
              <a:ea typeface="Arial"/>
              <a:cs typeface="Arial"/>
              <a:sym typeface="Arial"/>
            </a:endParaRPr>
          </a:p>
        </p:txBody>
      </p:sp>
      <p:sp>
        <p:nvSpPr>
          <p:cNvPr id="1058" name="Google Shape;1058;p16"/>
          <p:cNvSpPr/>
          <p:nvPr/>
        </p:nvSpPr>
        <p:spPr>
          <a:xfrm>
            <a:off x="7303702" y="1755740"/>
            <a:ext cx="4296421" cy="1073912"/>
          </a:xfrm>
          <a:prstGeom prst="rect">
            <a:avLst/>
          </a:prstGeom>
          <a:gradFill>
            <a:gsLst>
              <a:gs pos="0">
                <a:srgbClr val="7F7F7F">
                  <a:alpha val="0"/>
                </a:srgbClr>
              </a:gs>
              <a:gs pos="28000">
                <a:srgbClr val="7F7F7F">
                  <a:alpha val="14901"/>
                </a:srgbClr>
              </a:gs>
              <a:gs pos="100000">
                <a:srgbClr val="7F7F7F">
                  <a:alpha val="14901"/>
                </a:srgbClr>
              </a:gs>
            </a:gsLst>
            <a:lin ang="16200000" scaled="0"/>
          </a:gra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Arial"/>
              <a:ea typeface="Arial"/>
              <a:cs typeface="Arial"/>
              <a:sym typeface="Arial"/>
            </a:endParaRPr>
          </a:p>
        </p:txBody>
      </p:sp>
      <p:sp>
        <p:nvSpPr>
          <p:cNvPr id="1059" name="Google Shape;1059;p16"/>
          <p:cNvSpPr/>
          <p:nvPr/>
        </p:nvSpPr>
        <p:spPr>
          <a:xfrm>
            <a:off x="7064970" y="905113"/>
            <a:ext cx="4689773" cy="406112"/>
          </a:xfrm>
          <a:prstGeom prst="rect">
            <a:avLst/>
          </a:prstGeom>
          <a:solidFill>
            <a:srgbClr val="C00000"/>
          </a:solidFill>
          <a:ln>
            <a:noFill/>
          </a:ln>
        </p:spPr>
        <p:txBody>
          <a:bodyPr anchorCtr="0" anchor="ctr" bIns="31725" lIns="31725" spcFirstLastPara="1" rIns="31725" wrap="square" tIns="31725">
            <a:noAutofit/>
          </a:bodyPr>
          <a:lstStyle/>
          <a:p>
            <a:pPr indent="0" lvl="0" marL="0" marR="0" rtl="0" algn="ctr">
              <a:lnSpc>
                <a:spcPct val="150000"/>
              </a:lnSpc>
              <a:spcBef>
                <a:spcPts val="0"/>
              </a:spcBef>
              <a:spcAft>
                <a:spcPts val="0"/>
              </a:spcAft>
              <a:buNone/>
            </a:pPr>
            <a:r>
              <a:rPr b="1" lang="en-US" sz="2000">
                <a:solidFill>
                  <a:srgbClr val="FFFFFF"/>
                </a:solidFill>
                <a:latin typeface="Arial"/>
                <a:ea typeface="Arial"/>
                <a:cs typeface="Arial"/>
                <a:sym typeface="Arial"/>
              </a:rPr>
              <a:t>客户价值</a:t>
            </a:r>
            <a:endParaRPr b="1" sz="2000">
              <a:solidFill>
                <a:srgbClr val="FFFFFF"/>
              </a:solidFill>
              <a:latin typeface="Arial"/>
              <a:ea typeface="Arial"/>
              <a:cs typeface="Arial"/>
              <a:sym typeface="Arial"/>
            </a:endParaRPr>
          </a:p>
        </p:txBody>
      </p:sp>
      <p:sp>
        <p:nvSpPr>
          <p:cNvPr id="1060" name="Google Shape;1060;p16"/>
          <p:cNvSpPr/>
          <p:nvPr/>
        </p:nvSpPr>
        <p:spPr>
          <a:xfrm>
            <a:off x="7303702" y="1538358"/>
            <a:ext cx="4296421" cy="204151"/>
          </a:xfrm>
          <a:prstGeom prst="trapezoid">
            <a:avLst>
              <a:gd fmla="val 149025" name="adj"/>
            </a:avLst>
          </a:prstGeom>
          <a:gradFill>
            <a:gsLst>
              <a:gs pos="0">
                <a:srgbClr val="DBDBDB">
                  <a:alpha val="70196"/>
                </a:srgbClr>
              </a:gs>
              <a:gs pos="100000">
                <a:srgbClr val="0086AA">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rgbClr val="FFC000"/>
              </a:solidFill>
              <a:latin typeface="Microsoft Yahei"/>
              <a:ea typeface="Microsoft Yahei"/>
              <a:cs typeface="Microsoft Yahei"/>
              <a:sym typeface="Microsoft Yahei"/>
            </a:endParaRPr>
          </a:p>
        </p:txBody>
      </p:sp>
      <p:sp>
        <p:nvSpPr>
          <p:cNvPr id="1061" name="Google Shape;1061;p16"/>
          <p:cNvSpPr/>
          <p:nvPr/>
        </p:nvSpPr>
        <p:spPr>
          <a:xfrm>
            <a:off x="7538894" y="1436396"/>
            <a:ext cx="422826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Arial"/>
                <a:ea typeface="Arial"/>
                <a:cs typeface="Arial"/>
                <a:sym typeface="Arial"/>
              </a:rPr>
              <a:t>极简运维体验</a:t>
            </a:r>
            <a:r>
              <a:rPr b="1" lang="en-US" sz="1400">
                <a:solidFill>
                  <a:srgbClr val="1D1D1A"/>
                </a:solidFill>
                <a:latin typeface="Arial"/>
                <a:ea typeface="Arial"/>
                <a:cs typeface="Arial"/>
                <a:sym typeface="Arial"/>
              </a:rPr>
              <a:t>：ZTP部署，可视管理，导航式配置</a:t>
            </a:r>
            <a:endParaRPr/>
          </a:p>
        </p:txBody>
      </p:sp>
      <p:sp>
        <p:nvSpPr>
          <p:cNvPr id="1062" name="Google Shape;1062;p16"/>
          <p:cNvSpPr/>
          <p:nvPr/>
        </p:nvSpPr>
        <p:spPr>
          <a:xfrm>
            <a:off x="7307564" y="3415988"/>
            <a:ext cx="4296421" cy="2864131"/>
          </a:xfrm>
          <a:prstGeom prst="rect">
            <a:avLst/>
          </a:prstGeom>
          <a:gradFill>
            <a:gsLst>
              <a:gs pos="0">
                <a:srgbClr val="7F7F7F">
                  <a:alpha val="0"/>
                </a:srgbClr>
              </a:gs>
              <a:gs pos="28000">
                <a:srgbClr val="7F7F7F">
                  <a:alpha val="14901"/>
                </a:srgbClr>
              </a:gs>
              <a:gs pos="100000">
                <a:srgbClr val="7F7F7F">
                  <a:alpha val="14901"/>
                </a:srgbClr>
              </a:gs>
            </a:gsLst>
            <a:lin ang="16200000" scaled="0"/>
          </a:grad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Arial"/>
              <a:ea typeface="Arial"/>
              <a:cs typeface="Arial"/>
              <a:sym typeface="Arial"/>
            </a:endParaRPr>
          </a:p>
        </p:txBody>
      </p:sp>
      <p:sp>
        <p:nvSpPr>
          <p:cNvPr id="1063" name="Google Shape;1063;p16"/>
          <p:cNvSpPr/>
          <p:nvPr/>
        </p:nvSpPr>
        <p:spPr>
          <a:xfrm>
            <a:off x="7303702" y="3211837"/>
            <a:ext cx="4296421" cy="204151"/>
          </a:xfrm>
          <a:prstGeom prst="trapezoid">
            <a:avLst>
              <a:gd fmla="val 149025" name="adj"/>
            </a:avLst>
          </a:prstGeom>
          <a:gradFill>
            <a:gsLst>
              <a:gs pos="0">
                <a:srgbClr val="DBDBDB">
                  <a:alpha val="70196"/>
                </a:srgbClr>
              </a:gs>
              <a:gs pos="100000">
                <a:srgbClr val="0086AA">
                  <a:alpha val="0"/>
                </a:srgbClr>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rgbClr val="FFC000"/>
              </a:solidFill>
              <a:latin typeface="Microsoft Yahei"/>
              <a:ea typeface="Microsoft Yahei"/>
              <a:cs typeface="Microsoft Yahei"/>
              <a:sym typeface="Microsoft Yahei"/>
            </a:endParaRPr>
          </a:p>
        </p:txBody>
      </p:sp>
      <p:sp>
        <p:nvSpPr>
          <p:cNvPr id="1064" name="Google Shape;1064;p16"/>
          <p:cNvSpPr/>
          <p:nvPr/>
        </p:nvSpPr>
        <p:spPr>
          <a:xfrm>
            <a:off x="7574130" y="3046158"/>
            <a:ext cx="394420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Arial"/>
                <a:ea typeface="Arial"/>
                <a:cs typeface="Arial"/>
                <a:sym typeface="Arial"/>
              </a:rPr>
              <a:t>品质应用体验</a:t>
            </a:r>
            <a:r>
              <a:rPr b="1" lang="en-US" sz="1400">
                <a:solidFill>
                  <a:srgbClr val="1D1D1A"/>
                </a:solidFill>
                <a:latin typeface="Arial"/>
                <a:ea typeface="Arial"/>
                <a:cs typeface="Arial"/>
                <a:sym typeface="Arial"/>
              </a:rPr>
              <a:t>：应用级智能选路&amp;A-FEC</a:t>
            </a:r>
            <a:endParaRPr b="1" sz="1400">
              <a:solidFill>
                <a:srgbClr val="1D1D1A"/>
              </a:solidFill>
              <a:latin typeface="Arial"/>
              <a:ea typeface="Arial"/>
              <a:cs typeface="Arial"/>
              <a:sym typeface="Arial"/>
            </a:endParaRPr>
          </a:p>
        </p:txBody>
      </p:sp>
      <p:sp>
        <p:nvSpPr>
          <p:cNvPr id="1065" name="Google Shape;1065;p16"/>
          <p:cNvSpPr/>
          <p:nvPr/>
        </p:nvSpPr>
        <p:spPr>
          <a:xfrm>
            <a:off x="7875061" y="2009059"/>
            <a:ext cx="1351393" cy="417085"/>
          </a:xfrm>
          <a:prstGeom prst="rect">
            <a:avLst/>
          </a:prstGeom>
          <a:solidFill>
            <a:srgbClr val="7F7F7F">
              <a:alpha val="20000"/>
            </a:srgbClr>
          </a:solidFill>
          <a:ln>
            <a:noFill/>
          </a:ln>
        </p:spPr>
        <p:txBody>
          <a:bodyPr anchorCtr="0" anchor="ctr" bIns="81275" lIns="0" spcFirstLastPara="1" rIns="0" wrap="square" tIns="81275">
            <a:noAutofit/>
          </a:bodyPr>
          <a:lstStyle/>
          <a:p>
            <a:pPr indent="0" lvl="0" marL="0" marR="0" rtl="0" algn="ctr">
              <a:spcBef>
                <a:spcPts val="0"/>
              </a:spcBef>
              <a:spcAft>
                <a:spcPts val="0"/>
              </a:spcAft>
              <a:buNone/>
            </a:pPr>
            <a:r>
              <a:rPr b="1" lang="en-US" sz="1200">
                <a:solidFill>
                  <a:srgbClr val="1D1D1A"/>
                </a:solidFill>
                <a:latin typeface="Arial"/>
                <a:ea typeface="Arial"/>
                <a:cs typeface="Arial"/>
                <a:sym typeface="Arial"/>
              </a:rPr>
              <a:t>5分钟</a:t>
            </a:r>
            <a:endParaRPr b="1" sz="1200">
              <a:solidFill>
                <a:srgbClr val="1D1D1A"/>
              </a:solidFill>
              <a:latin typeface="Arial"/>
              <a:ea typeface="Arial"/>
              <a:cs typeface="Arial"/>
              <a:sym typeface="Arial"/>
            </a:endParaRPr>
          </a:p>
        </p:txBody>
      </p:sp>
      <p:sp>
        <p:nvSpPr>
          <p:cNvPr id="1066" name="Google Shape;1066;p16"/>
          <p:cNvSpPr txBox="1"/>
          <p:nvPr/>
        </p:nvSpPr>
        <p:spPr>
          <a:xfrm>
            <a:off x="9365693" y="2095451"/>
            <a:ext cx="227626" cy="2051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333">
                <a:solidFill>
                  <a:srgbClr val="C7000B"/>
                </a:solidFill>
                <a:latin typeface="Arial"/>
                <a:ea typeface="Arial"/>
                <a:cs typeface="Arial"/>
                <a:sym typeface="Arial"/>
              </a:rPr>
              <a:t>VS</a:t>
            </a:r>
            <a:endParaRPr b="1" sz="1333">
              <a:solidFill>
                <a:srgbClr val="C7000B"/>
              </a:solidFill>
              <a:latin typeface="Arial"/>
              <a:ea typeface="Arial"/>
              <a:cs typeface="Arial"/>
              <a:sym typeface="Arial"/>
            </a:endParaRPr>
          </a:p>
        </p:txBody>
      </p:sp>
      <p:sp>
        <p:nvSpPr>
          <p:cNvPr id="1067" name="Google Shape;1067;p16"/>
          <p:cNvSpPr/>
          <p:nvPr/>
        </p:nvSpPr>
        <p:spPr>
          <a:xfrm>
            <a:off x="9730617" y="2009059"/>
            <a:ext cx="1351393" cy="417085"/>
          </a:xfrm>
          <a:prstGeom prst="rect">
            <a:avLst/>
          </a:prstGeom>
          <a:solidFill>
            <a:srgbClr val="7F7F7F">
              <a:alpha val="20000"/>
            </a:srgbClr>
          </a:solidFill>
          <a:ln>
            <a:noFill/>
          </a:ln>
        </p:spPr>
        <p:txBody>
          <a:bodyPr anchorCtr="0" anchor="ctr" bIns="81275" lIns="0" spcFirstLastPara="1" rIns="0" wrap="square" tIns="81275">
            <a:noAutofit/>
          </a:bodyPr>
          <a:lstStyle/>
          <a:p>
            <a:pPr indent="0" lvl="0" marL="0" marR="0" rtl="0" algn="ctr">
              <a:spcBef>
                <a:spcPts val="0"/>
              </a:spcBef>
              <a:spcAft>
                <a:spcPts val="0"/>
              </a:spcAft>
              <a:buNone/>
            </a:pPr>
            <a:r>
              <a:rPr lang="en-US" sz="1200">
                <a:solidFill>
                  <a:srgbClr val="1D1D1A"/>
                </a:solidFill>
                <a:latin typeface="Arial"/>
                <a:ea typeface="Arial"/>
                <a:cs typeface="Arial"/>
                <a:sym typeface="Arial"/>
              </a:rPr>
              <a:t>30分钟</a:t>
            </a:r>
            <a:endParaRPr sz="1200">
              <a:solidFill>
                <a:srgbClr val="1D1D1A"/>
              </a:solidFill>
              <a:latin typeface="Arial"/>
              <a:ea typeface="Arial"/>
              <a:cs typeface="Arial"/>
              <a:sym typeface="Arial"/>
            </a:endParaRPr>
          </a:p>
        </p:txBody>
      </p:sp>
      <p:sp>
        <p:nvSpPr>
          <p:cNvPr id="1068" name="Google Shape;1068;p16"/>
          <p:cNvSpPr txBox="1"/>
          <p:nvPr/>
        </p:nvSpPr>
        <p:spPr>
          <a:xfrm>
            <a:off x="7724409" y="2492157"/>
            <a:ext cx="1652696"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D1D1A"/>
                </a:solidFill>
                <a:latin typeface="Arial"/>
                <a:ea typeface="Arial"/>
                <a:cs typeface="Arial"/>
                <a:sym typeface="Arial"/>
              </a:rPr>
              <a:t>华为：ZTP部署，导航式配置</a:t>
            </a:r>
            <a:endParaRPr/>
          </a:p>
        </p:txBody>
      </p:sp>
      <p:sp>
        <p:nvSpPr>
          <p:cNvPr id="1069" name="Google Shape;1069;p16"/>
          <p:cNvSpPr txBox="1"/>
          <p:nvPr/>
        </p:nvSpPr>
        <p:spPr>
          <a:xfrm>
            <a:off x="9926216" y="2492157"/>
            <a:ext cx="960199"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Other：传统配置</a:t>
            </a:r>
            <a:endParaRPr sz="1000">
              <a:solidFill>
                <a:srgbClr val="1D1D1A"/>
              </a:solidFill>
              <a:latin typeface="Arial"/>
              <a:ea typeface="Arial"/>
              <a:cs typeface="Arial"/>
              <a:sym typeface="Arial"/>
            </a:endParaRPr>
          </a:p>
        </p:txBody>
      </p:sp>
      <p:sp>
        <p:nvSpPr>
          <p:cNvPr id="1070" name="Google Shape;1070;p16"/>
          <p:cNvSpPr txBox="1"/>
          <p:nvPr/>
        </p:nvSpPr>
        <p:spPr>
          <a:xfrm>
            <a:off x="9245426" y="4098166"/>
            <a:ext cx="274018" cy="2051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333">
                <a:solidFill>
                  <a:srgbClr val="C7000B"/>
                </a:solidFill>
                <a:latin typeface="Arial"/>
                <a:ea typeface="Arial"/>
                <a:cs typeface="Arial"/>
                <a:sym typeface="Arial"/>
              </a:rPr>
              <a:t>VS</a:t>
            </a:r>
            <a:endParaRPr b="1" sz="1333">
              <a:solidFill>
                <a:srgbClr val="C7000B"/>
              </a:solidFill>
              <a:latin typeface="Arial"/>
              <a:ea typeface="Arial"/>
              <a:cs typeface="Arial"/>
              <a:sym typeface="Arial"/>
            </a:endParaRPr>
          </a:p>
        </p:txBody>
      </p:sp>
      <p:pic>
        <p:nvPicPr>
          <p:cNvPr id="1071" name="Google Shape;1071;p16"/>
          <p:cNvPicPr preferRelativeResize="0"/>
          <p:nvPr/>
        </p:nvPicPr>
        <p:blipFill rotWithShape="1">
          <a:blip r:embed="rId3">
            <a:alphaModFix/>
          </a:blip>
          <a:srcRect b="0" l="0" r="0" t="0"/>
          <a:stretch/>
        </p:blipFill>
        <p:spPr>
          <a:xfrm>
            <a:off x="9651088" y="3816023"/>
            <a:ext cx="1321458" cy="641889"/>
          </a:xfrm>
          <a:prstGeom prst="rect">
            <a:avLst/>
          </a:prstGeom>
          <a:noFill/>
          <a:ln>
            <a:noFill/>
          </a:ln>
        </p:spPr>
      </p:pic>
      <p:pic>
        <p:nvPicPr>
          <p:cNvPr id="1072" name="Google Shape;1072;p16"/>
          <p:cNvPicPr preferRelativeResize="0"/>
          <p:nvPr/>
        </p:nvPicPr>
        <p:blipFill rotWithShape="1">
          <a:blip r:embed="rId4">
            <a:alphaModFix/>
          </a:blip>
          <a:srcRect b="0" l="0" r="0" t="0"/>
          <a:stretch/>
        </p:blipFill>
        <p:spPr>
          <a:xfrm>
            <a:off x="7840422" y="3816023"/>
            <a:ext cx="1321461" cy="641889"/>
          </a:xfrm>
          <a:prstGeom prst="rect">
            <a:avLst/>
          </a:prstGeom>
          <a:noFill/>
          <a:ln>
            <a:noFill/>
          </a:ln>
        </p:spPr>
      </p:pic>
      <p:sp>
        <p:nvSpPr>
          <p:cNvPr id="1073" name="Google Shape;1073;p16"/>
          <p:cNvSpPr txBox="1"/>
          <p:nvPr/>
        </p:nvSpPr>
        <p:spPr>
          <a:xfrm>
            <a:off x="7875718" y="4521267"/>
            <a:ext cx="1280800"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D1D1A"/>
                </a:solidFill>
                <a:latin typeface="Arial"/>
                <a:ea typeface="Arial"/>
                <a:cs typeface="Arial"/>
                <a:sym typeface="Arial"/>
              </a:rPr>
              <a:t>华为：20%丢包不卡顿</a:t>
            </a:r>
            <a:endParaRPr/>
          </a:p>
        </p:txBody>
      </p:sp>
      <p:sp>
        <p:nvSpPr>
          <p:cNvPr id="1074" name="Google Shape;1074;p16"/>
          <p:cNvSpPr txBox="1"/>
          <p:nvPr/>
        </p:nvSpPr>
        <p:spPr>
          <a:xfrm>
            <a:off x="9686286" y="4529694"/>
            <a:ext cx="1272784"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000">
                <a:solidFill>
                  <a:srgbClr val="1D1D1A"/>
                </a:solidFill>
                <a:latin typeface="Arial"/>
                <a:ea typeface="Arial"/>
                <a:cs typeface="Arial"/>
                <a:sym typeface="Arial"/>
              </a:rPr>
              <a:t>Other：2%丢包即卡顿</a:t>
            </a:r>
            <a:endParaRPr sz="1000">
              <a:solidFill>
                <a:srgbClr val="1D1D1A"/>
              </a:solidFill>
              <a:latin typeface="Arial"/>
              <a:ea typeface="Arial"/>
              <a:cs typeface="Arial"/>
              <a:sym typeface="Arial"/>
            </a:endParaRPr>
          </a:p>
        </p:txBody>
      </p:sp>
      <p:cxnSp>
        <p:nvCxnSpPr>
          <p:cNvPr id="1075" name="Google Shape;1075;p16"/>
          <p:cNvCxnSpPr/>
          <p:nvPr/>
        </p:nvCxnSpPr>
        <p:spPr>
          <a:xfrm>
            <a:off x="7789781" y="5312426"/>
            <a:ext cx="1340797" cy="0"/>
          </a:xfrm>
          <a:prstGeom prst="straightConnector1">
            <a:avLst/>
          </a:prstGeom>
          <a:noFill/>
          <a:ln cap="flat" cmpd="sng" w="9525">
            <a:solidFill>
              <a:schemeClr val="dk1"/>
            </a:solidFill>
            <a:prstDash val="solid"/>
            <a:round/>
            <a:headEnd len="sm" w="sm" type="none"/>
            <a:tailEnd len="sm" w="sm" type="none"/>
          </a:ln>
        </p:spPr>
      </p:cxnSp>
      <p:cxnSp>
        <p:nvCxnSpPr>
          <p:cNvPr id="1076" name="Google Shape;1076;p16"/>
          <p:cNvCxnSpPr/>
          <p:nvPr/>
        </p:nvCxnSpPr>
        <p:spPr>
          <a:xfrm>
            <a:off x="8235894" y="5736004"/>
            <a:ext cx="923295" cy="0"/>
          </a:xfrm>
          <a:prstGeom prst="straightConnector1">
            <a:avLst/>
          </a:prstGeom>
          <a:noFill/>
          <a:ln cap="flat" cmpd="sng" w="9525">
            <a:solidFill>
              <a:schemeClr val="dk1"/>
            </a:solidFill>
            <a:prstDash val="solid"/>
            <a:round/>
            <a:headEnd len="sm" w="sm" type="none"/>
            <a:tailEnd len="sm" w="sm" type="none"/>
          </a:ln>
        </p:spPr>
      </p:cxnSp>
      <p:cxnSp>
        <p:nvCxnSpPr>
          <p:cNvPr id="1077" name="Google Shape;1077;p16"/>
          <p:cNvCxnSpPr/>
          <p:nvPr/>
        </p:nvCxnSpPr>
        <p:spPr>
          <a:xfrm>
            <a:off x="8235894" y="5742475"/>
            <a:ext cx="255301" cy="174098"/>
          </a:xfrm>
          <a:prstGeom prst="straightConnector1">
            <a:avLst/>
          </a:prstGeom>
          <a:noFill/>
          <a:ln cap="flat" cmpd="sng" w="9525">
            <a:solidFill>
              <a:schemeClr val="dk1"/>
            </a:solidFill>
            <a:prstDash val="solid"/>
            <a:round/>
            <a:headEnd len="sm" w="sm" type="none"/>
            <a:tailEnd len="sm" w="sm" type="none"/>
          </a:ln>
        </p:spPr>
      </p:cxnSp>
      <p:cxnSp>
        <p:nvCxnSpPr>
          <p:cNvPr id="1078" name="Google Shape;1078;p16"/>
          <p:cNvCxnSpPr/>
          <p:nvPr/>
        </p:nvCxnSpPr>
        <p:spPr>
          <a:xfrm>
            <a:off x="7983249" y="5742475"/>
            <a:ext cx="432253" cy="294767"/>
          </a:xfrm>
          <a:prstGeom prst="straightConnector1">
            <a:avLst/>
          </a:prstGeom>
          <a:noFill/>
          <a:ln cap="flat" cmpd="sng" w="9525">
            <a:solidFill>
              <a:schemeClr val="dk1"/>
            </a:solidFill>
            <a:prstDash val="solid"/>
            <a:round/>
            <a:headEnd len="sm" w="sm" type="none"/>
            <a:tailEnd len="sm" w="sm" type="none"/>
          </a:ln>
        </p:spPr>
      </p:cxnSp>
      <p:cxnSp>
        <p:nvCxnSpPr>
          <p:cNvPr id="1079" name="Google Shape;1079;p16"/>
          <p:cNvCxnSpPr/>
          <p:nvPr/>
        </p:nvCxnSpPr>
        <p:spPr>
          <a:xfrm>
            <a:off x="7789781" y="5742475"/>
            <a:ext cx="194214" cy="0"/>
          </a:xfrm>
          <a:prstGeom prst="straightConnector1">
            <a:avLst/>
          </a:prstGeom>
          <a:noFill/>
          <a:ln cap="flat" cmpd="sng" w="9525">
            <a:solidFill>
              <a:schemeClr val="dk1"/>
            </a:solidFill>
            <a:prstDash val="solid"/>
            <a:round/>
            <a:headEnd len="sm" w="sm" type="none"/>
            <a:tailEnd len="sm" w="sm" type="none"/>
          </a:ln>
        </p:spPr>
      </p:cxnSp>
      <p:grpSp>
        <p:nvGrpSpPr>
          <p:cNvPr id="1080" name="Google Shape;1080;p16"/>
          <p:cNvGrpSpPr/>
          <p:nvPr/>
        </p:nvGrpSpPr>
        <p:grpSpPr>
          <a:xfrm>
            <a:off x="9785356" y="5532816"/>
            <a:ext cx="1125306" cy="203188"/>
            <a:chOff x="10069359" y="3927949"/>
            <a:chExt cx="950922" cy="150867"/>
          </a:xfrm>
        </p:grpSpPr>
        <p:cxnSp>
          <p:nvCxnSpPr>
            <p:cNvPr id="1081" name="Google Shape;1081;p16"/>
            <p:cNvCxnSpPr/>
            <p:nvPr/>
          </p:nvCxnSpPr>
          <p:spPr>
            <a:xfrm>
              <a:off x="10069360" y="3927949"/>
              <a:ext cx="950921" cy="0"/>
            </a:xfrm>
            <a:prstGeom prst="straightConnector1">
              <a:avLst/>
            </a:prstGeom>
            <a:noFill/>
            <a:ln cap="flat" cmpd="sng" w="9525">
              <a:solidFill>
                <a:schemeClr val="dk1"/>
              </a:solidFill>
              <a:prstDash val="solid"/>
              <a:round/>
              <a:headEnd len="sm" w="sm" type="none"/>
              <a:tailEnd len="sm" w="sm" type="none"/>
            </a:ln>
          </p:spPr>
        </p:cxnSp>
        <p:cxnSp>
          <p:nvCxnSpPr>
            <p:cNvPr id="1082" name="Google Shape;1082;p16"/>
            <p:cNvCxnSpPr/>
            <p:nvPr/>
          </p:nvCxnSpPr>
          <p:spPr>
            <a:xfrm>
              <a:off x="10069359" y="4078816"/>
              <a:ext cx="950921" cy="0"/>
            </a:xfrm>
            <a:prstGeom prst="straightConnector1">
              <a:avLst/>
            </a:prstGeom>
            <a:noFill/>
            <a:ln cap="flat" cmpd="sng" w="9525">
              <a:solidFill>
                <a:schemeClr val="dk1"/>
              </a:solidFill>
              <a:prstDash val="solid"/>
              <a:round/>
              <a:headEnd len="sm" w="sm" type="none"/>
              <a:tailEnd len="sm" w="sm" type="none"/>
            </a:ln>
          </p:spPr>
        </p:cxnSp>
      </p:grpSp>
      <p:grpSp>
        <p:nvGrpSpPr>
          <p:cNvPr id="1083" name="Google Shape;1083;p16"/>
          <p:cNvGrpSpPr/>
          <p:nvPr/>
        </p:nvGrpSpPr>
        <p:grpSpPr>
          <a:xfrm>
            <a:off x="7832537" y="5354957"/>
            <a:ext cx="195096" cy="129926"/>
            <a:chOff x="4194175" y="5092700"/>
            <a:chExt cx="1374775" cy="658813"/>
          </a:xfrm>
        </p:grpSpPr>
        <p:sp>
          <p:nvSpPr>
            <p:cNvPr id="1084" name="Google Shape;1084;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85" name="Google Shape;1085;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086" name="Google Shape;1086;p16"/>
          <p:cNvGrpSpPr/>
          <p:nvPr/>
        </p:nvGrpSpPr>
        <p:grpSpPr>
          <a:xfrm>
            <a:off x="8148558" y="5354957"/>
            <a:ext cx="195096" cy="129926"/>
            <a:chOff x="4194175" y="5092700"/>
            <a:chExt cx="1374775" cy="658813"/>
          </a:xfrm>
        </p:grpSpPr>
        <p:sp>
          <p:nvSpPr>
            <p:cNvPr id="1087" name="Google Shape;1087;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88" name="Google Shape;1088;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089" name="Google Shape;1089;p16"/>
          <p:cNvGrpSpPr/>
          <p:nvPr/>
        </p:nvGrpSpPr>
        <p:grpSpPr>
          <a:xfrm>
            <a:off x="8464579" y="5354957"/>
            <a:ext cx="195096" cy="129926"/>
            <a:chOff x="4194175" y="5092700"/>
            <a:chExt cx="1374775" cy="658813"/>
          </a:xfrm>
        </p:grpSpPr>
        <p:sp>
          <p:nvSpPr>
            <p:cNvPr id="1090" name="Google Shape;1090;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1" name="Google Shape;1091;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092" name="Google Shape;1092;p16"/>
          <p:cNvGrpSpPr/>
          <p:nvPr/>
        </p:nvGrpSpPr>
        <p:grpSpPr>
          <a:xfrm>
            <a:off x="8780599" y="5354957"/>
            <a:ext cx="195096" cy="129926"/>
            <a:chOff x="4194175" y="5092700"/>
            <a:chExt cx="1374775" cy="658813"/>
          </a:xfrm>
        </p:grpSpPr>
        <p:sp>
          <p:nvSpPr>
            <p:cNvPr id="1093" name="Google Shape;1093;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4" name="Google Shape;1094;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095" name="Google Shape;1095;p16"/>
          <p:cNvSpPr/>
          <p:nvPr/>
        </p:nvSpPr>
        <p:spPr>
          <a:xfrm>
            <a:off x="8177864" y="5561009"/>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6" name="Google Shape;1096;p16"/>
          <p:cNvSpPr/>
          <p:nvPr/>
        </p:nvSpPr>
        <p:spPr>
          <a:xfrm>
            <a:off x="8496873" y="5561009"/>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7" name="Google Shape;1097;p16"/>
          <p:cNvSpPr/>
          <p:nvPr/>
        </p:nvSpPr>
        <p:spPr>
          <a:xfrm>
            <a:off x="8814205" y="5561009"/>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8" name="Google Shape;1098;p16"/>
          <p:cNvSpPr/>
          <p:nvPr/>
        </p:nvSpPr>
        <p:spPr>
          <a:xfrm rot="1481409">
            <a:off x="7930722" y="5621063"/>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099" name="Google Shape;1099;p16"/>
          <p:cNvSpPr/>
          <p:nvPr/>
        </p:nvSpPr>
        <p:spPr>
          <a:xfrm rot="1481409">
            <a:off x="8151761" y="5771869"/>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100" name="Google Shape;1100;p16"/>
          <p:cNvSpPr/>
          <p:nvPr/>
        </p:nvSpPr>
        <p:spPr>
          <a:xfrm>
            <a:off x="9912756" y="5561009"/>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101" name="Google Shape;1101;p16"/>
          <p:cNvSpPr/>
          <p:nvPr/>
        </p:nvSpPr>
        <p:spPr>
          <a:xfrm>
            <a:off x="10096295" y="5570741"/>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nvGrpSpPr>
          <p:cNvPr id="1102" name="Google Shape;1102;p16"/>
          <p:cNvGrpSpPr/>
          <p:nvPr/>
        </p:nvGrpSpPr>
        <p:grpSpPr>
          <a:xfrm rot="-822137">
            <a:off x="10277066" y="5570741"/>
            <a:ext cx="195096" cy="129926"/>
            <a:chOff x="4194175" y="5092700"/>
            <a:chExt cx="1374775" cy="658813"/>
          </a:xfrm>
        </p:grpSpPr>
        <p:sp>
          <p:nvSpPr>
            <p:cNvPr id="1103" name="Google Shape;1103;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104" name="Google Shape;1104;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105" name="Google Shape;1105;p16"/>
          <p:cNvSpPr/>
          <p:nvPr/>
        </p:nvSpPr>
        <p:spPr>
          <a:xfrm rot="570419">
            <a:off x="10477528" y="5578968"/>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nvGrpSpPr>
          <p:cNvPr id="1106" name="Google Shape;1106;p16"/>
          <p:cNvGrpSpPr/>
          <p:nvPr/>
        </p:nvGrpSpPr>
        <p:grpSpPr>
          <a:xfrm>
            <a:off x="10622134" y="5570741"/>
            <a:ext cx="195096" cy="129926"/>
            <a:chOff x="4194175" y="5092700"/>
            <a:chExt cx="1374775" cy="658813"/>
          </a:xfrm>
        </p:grpSpPr>
        <p:sp>
          <p:nvSpPr>
            <p:cNvPr id="1107" name="Google Shape;1107;p16"/>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108" name="Google Shape;1108;p16"/>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109" name="Google Shape;1109;p16"/>
          <p:cNvSpPr/>
          <p:nvPr/>
        </p:nvSpPr>
        <p:spPr>
          <a:xfrm>
            <a:off x="10816746" y="5573328"/>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110" name="Google Shape;1110;p16"/>
          <p:cNvSpPr/>
          <p:nvPr/>
        </p:nvSpPr>
        <p:spPr>
          <a:xfrm>
            <a:off x="10448302" y="5600740"/>
            <a:ext cx="67352" cy="115428"/>
          </a:xfrm>
          <a:prstGeom prst="irregularSeal1">
            <a:avLst/>
          </a:prstGeom>
          <a:solidFill>
            <a:srgbClr val="EA002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1" name="Google Shape;1111;p16"/>
          <p:cNvSpPr/>
          <p:nvPr/>
        </p:nvSpPr>
        <p:spPr>
          <a:xfrm>
            <a:off x="8228345" y="5784125"/>
            <a:ext cx="1105217" cy="41096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华为</a:t>
            </a:r>
            <a:endParaRPr b="1" sz="800">
              <a:solidFill>
                <a:schemeClr val="dk1"/>
              </a:solidFill>
              <a:latin typeface="Arial"/>
              <a:ea typeface="Arial"/>
              <a:cs typeface="Arial"/>
              <a:sym typeface="Arial"/>
            </a:endParaRPr>
          </a:p>
        </p:txBody>
      </p:sp>
      <p:sp>
        <p:nvSpPr>
          <p:cNvPr id="1112" name="Google Shape;1112;p16"/>
          <p:cNvSpPr/>
          <p:nvPr/>
        </p:nvSpPr>
        <p:spPr>
          <a:xfrm>
            <a:off x="9895068" y="5754366"/>
            <a:ext cx="1105217" cy="409447"/>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传统</a:t>
            </a:r>
            <a:endParaRPr b="1" sz="800">
              <a:solidFill>
                <a:schemeClr val="dk1"/>
              </a:solidFill>
              <a:latin typeface="Arial"/>
              <a:ea typeface="Arial"/>
              <a:cs typeface="Arial"/>
              <a:sym typeface="Arial"/>
            </a:endParaRPr>
          </a:p>
        </p:txBody>
      </p:sp>
      <p:sp>
        <p:nvSpPr>
          <p:cNvPr id="1113" name="Google Shape;1113;p16"/>
          <p:cNvSpPr/>
          <p:nvPr/>
        </p:nvSpPr>
        <p:spPr>
          <a:xfrm>
            <a:off x="8878147" y="5493354"/>
            <a:ext cx="1105217" cy="437605"/>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i="1" lang="en-US" sz="1100">
                <a:solidFill>
                  <a:srgbClr val="C00000"/>
                </a:solidFill>
                <a:latin typeface="Arial"/>
                <a:ea typeface="Arial"/>
                <a:cs typeface="Arial"/>
                <a:sym typeface="Arial"/>
              </a:rPr>
              <a:t>VS</a:t>
            </a:r>
            <a:endParaRPr b="1" i="1" sz="1000">
              <a:solidFill>
                <a:srgbClr val="C00000"/>
              </a:solidFill>
              <a:latin typeface="Arial"/>
              <a:ea typeface="Arial"/>
              <a:cs typeface="Arial"/>
              <a:sym typeface="Arial"/>
            </a:endParaRPr>
          </a:p>
        </p:txBody>
      </p:sp>
      <p:grpSp>
        <p:nvGrpSpPr>
          <p:cNvPr id="1114" name="Google Shape;1114;p16"/>
          <p:cNvGrpSpPr/>
          <p:nvPr/>
        </p:nvGrpSpPr>
        <p:grpSpPr>
          <a:xfrm>
            <a:off x="2026131" y="1698190"/>
            <a:ext cx="3542970" cy="1460060"/>
            <a:chOff x="2404891" y="1500089"/>
            <a:chExt cx="3237682" cy="1085320"/>
          </a:xfrm>
        </p:grpSpPr>
        <p:grpSp>
          <p:nvGrpSpPr>
            <p:cNvPr id="1115" name="Google Shape;1115;p16"/>
            <p:cNvGrpSpPr/>
            <p:nvPr/>
          </p:nvGrpSpPr>
          <p:grpSpPr>
            <a:xfrm>
              <a:off x="2404891" y="1500089"/>
              <a:ext cx="3237682" cy="1085320"/>
              <a:chOff x="4705449" y="1820128"/>
              <a:chExt cx="2372502" cy="1065600"/>
            </a:xfrm>
          </p:grpSpPr>
          <p:pic>
            <p:nvPicPr>
              <p:cNvPr descr="C:\Users\Administrator\Desktop\shutterstock_782892910.png" id="1116" name="Google Shape;1116;p16"/>
              <p:cNvPicPr preferRelativeResize="0"/>
              <p:nvPr/>
            </p:nvPicPr>
            <p:blipFill rotWithShape="1">
              <a:blip r:embed="rId5">
                <a:alphaModFix/>
              </a:blip>
              <a:srcRect b="0" l="0" r="0" t="0"/>
              <a:stretch/>
            </p:blipFill>
            <p:spPr>
              <a:xfrm>
                <a:off x="4705449" y="1820941"/>
                <a:ext cx="2372502" cy="1063972"/>
              </a:xfrm>
              <a:prstGeom prst="rect">
                <a:avLst/>
              </a:prstGeom>
              <a:noFill/>
              <a:ln>
                <a:noFill/>
              </a:ln>
            </p:spPr>
          </p:pic>
          <p:sp>
            <p:nvSpPr>
              <p:cNvPr id="1117" name="Google Shape;1117;p16"/>
              <p:cNvSpPr/>
              <p:nvPr/>
            </p:nvSpPr>
            <p:spPr>
              <a:xfrm>
                <a:off x="4705500" y="1820128"/>
                <a:ext cx="2372400" cy="1065600"/>
              </a:xfrm>
              <a:custGeom>
                <a:rect b="b" l="l" r="r" t="t"/>
                <a:pathLst>
                  <a:path extrusionOk="0" h="173" w="385">
                    <a:moveTo>
                      <a:pt x="384" y="123"/>
                    </a:moveTo>
                    <a:cubicBezTo>
                      <a:pt x="384" y="123"/>
                      <a:pt x="384" y="123"/>
                      <a:pt x="384" y="123"/>
                    </a:cubicBezTo>
                    <a:cubicBezTo>
                      <a:pt x="384" y="123"/>
                      <a:pt x="384" y="123"/>
                      <a:pt x="384" y="123"/>
                    </a:cubicBezTo>
                    <a:cubicBezTo>
                      <a:pt x="384" y="122"/>
                      <a:pt x="384" y="121"/>
                      <a:pt x="384" y="120"/>
                    </a:cubicBezTo>
                    <a:cubicBezTo>
                      <a:pt x="384" y="120"/>
                      <a:pt x="384" y="120"/>
                      <a:pt x="384" y="120"/>
                    </a:cubicBezTo>
                    <a:cubicBezTo>
                      <a:pt x="384" y="120"/>
                      <a:pt x="384" y="120"/>
                      <a:pt x="384" y="120"/>
                    </a:cubicBezTo>
                    <a:cubicBezTo>
                      <a:pt x="384" y="120"/>
                      <a:pt x="384" y="119"/>
                      <a:pt x="384" y="119"/>
                    </a:cubicBezTo>
                    <a:cubicBezTo>
                      <a:pt x="384" y="119"/>
                      <a:pt x="384" y="118"/>
                      <a:pt x="384" y="118"/>
                    </a:cubicBezTo>
                    <a:cubicBezTo>
                      <a:pt x="383" y="118"/>
                      <a:pt x="383" y="118"/>
                      <a:pt x="383" y="117"/>
                    </a:cubicBezTo>
                    <a:cubicBezTo>
                      <a:pt x="383" y="117"/>
                      <a:pt x="383" y="116"/>
                      <a:pt x="383" y="116"/>
                    </a:cubicBezTo>
                    <a:cubicBezTo>
                      <a:pt x="383" y="115"/>
                      <a:pt x="383" y="115"/>
                      <a:pt x="383" y="115"/>
                    </a:cubicBezTo>
                    <a:cubicBezTo>
                      <a:pt x="382" y="114"/>
                      <a:pt x="382" y="114"/>
                      <a:pt x="382" y="114"/>
                    </a:cubicBezTo>
                    <a:cubicBezTo>
                      <a:pt x="382" y="113"/>
                      <a:pt x="382" y="113"/>
                      <a:pt x="382" y="113"/>
                    </a:cubicBezTo>
                    <a:cubicBezTo>
                      <a:pt x="382" y="113"/>
                      <a:pt x="382" y="112"/>
                      <a:pt x="382" y="112"/>
                    </a:cubicBezTo>
                    <a:cubicBezTo>
                      <a:pt x="381" y="112"/>
                      <a:pt x="381" y="111"/>
                      <a:pt x="381" y="111"/>
                    </a:cubicBezTo>
                    <a:cubicBezTo>
                      <a:pt x="381" y="111"/>
                      <a:pt x="381" y="110"/>
                      <a:pt x="380" y="109"/>
                    </a:cubicBezTo>
                    <a:cubicBezTo>
                      <a:pt x="380" y="109"/>
                      <a:pt x="380" y="109"/>
                      <a:pt x="380" y="109"/>
                    </a:cubicBezTo>
                    <a:cubicBezTo>
                      <a:pt x="380" y="108"/>
                      <a:pt x="380" y="108"/>
                      <a:pt x="380" y="108"/>
                    </a:cubicBezTo>
                    <a:cubicBezTo>
                      <a:pt x="379" y="108"/>
                      <a:pt x="379" y="107"/>
                      <a:pt x="379" y="107"/>
                    </a:cubicBezTo>
                    <a:cubicBezTo>
                      <a:pt x="379" y="107"/>
                      <a:pt x="379" y="106"/>
                      <a:pt x="379" y="106"/>
                    </a:cubicBezTo>
                    <a:cubicBezTo>
                      <a:pt x="379" y="106"/>
                      <a:pt x="378" y="106"/>
                      <a:pt x="378" y="105"/>
                    </a:cubicBezTo>
                    <a:cubicBezTo>
                      <a:pt x="378" y="105"/>
                      <a:pt x="378" y="104"/>
                      <a:pt x="377" y="104"/>
                    </a:cubicBezTo>
                    <a:cubicBezTo>
                      <a:pt x="377" y="104"/>
                      <a:pt x="377" y="104"/>
                      <a:pt x="377" y="103"/>
                    </a:cubicBezTo>
                    <a:cubicBezTo>
                      <a:pt x="377" y="103"/>
                      <a:pt x="376" y="103"/>
                      <a:pt x="376" y="102"/>
                    </a:cubicBezTo>
                    <a:cubicBezTo>
                      <a:pt x="376" y="102"/>
                      <a:pt x="376" y="102"/>
                      <a:pt x="376" y="102"/>
                    </a:cubicBezTo>
                    <a:cubicBezTo>
                      <a:pt x="375" y="101"/>
                      <a:pt x="375" y="101"/>
                      <a:pt x="375" y="101"/>
                    </a:cubicBezTo>
                    <a:cubicBezTo>
                      <a:pt x="375" y="101"/>
                      <a:pt x="375" y="100"/>
                      <a:pt x="375" y="100"/>
                    </a:cubicBezTo>
                    <a:cubicBezTo>
                      <a:pt x="374" y="100"/>
                      <a:pt x="374" y="99"/>
                      <a:pt x="374" y="99"/>
                    </a:cubicBezTo>
                    <a:cubicBezTo>
                      <a:pt x="373" y="99"/>
                      <a:pt x="373" y="99"/>
                      <a:pt x="373" y="98"/>
                    </a:cubicBezTo>
                    <a:cubicBezTo>
                      <a:pt x="373" y="98"/>
                      <a:pt x="372" y="98"/>
                      <a:pt x="372" y="98"/>
                    </a:cubicBezTo>
                    <a:cubicBezTo>
                      <a:pt x="372" y="98"/>
                      <a:pt x="372" y="98"/>
                      <a:pt x="372" y="98"/>
                    </a:cubicBezTo>
                    <a:cubicBezTo>
                      <a:pt x="369" y="95"/>
                      <a:pt x="366" y="92"/>
                      <a:pt x="362" y="90"/>
                    </a:cubicBezTo>
                    <a:cubicBezTo>
                      <a:pt x="362" y="90"/>
                      <a:pt x="362" y="90"/>
                      <a:pt x="363" y="90"/>
                    </a:cubicBezTo>
                    <a:cubicBezTo>
                      <a:pt x="362" y="90"/>
                      <a:pt x="362" y="90"/>
                      <a:pt x="362" y="90"/>
                    </a:cubicBezTo>
                    <a:cubicBezTo>
                      <a:pt x="362" y="90"/>
                      <a:pt x="362" y="90"/>
                      <a:pt x="361" y="90"/>
                    </a:cubicBezTo>
                    <a:cubicBezTo>
                      <a:pt x="361" y="89"/>
                      <a:pt x="360" y="89"/>
                      <a:pt x="360" y="89"/>
                    </a:cubicBezTo>
                    <a:cubicBezTo>
                      <a:pt x="360" y="89"/>
                      <a:pt x="360" y="89"/>
                      <a:pt x="359" y="89"/>
                    </a:cubicBezTo>
                    <a:cubicBezTo>
                      <a:pt x="359" y="88"/>
                      <a:pt x="358" y="88"/>
                      <a:pt x="358" y="88"/>
                    </a:cubicBezTo>
                    <a:cubicBezTo>
                      <a:pt x="358" y="88"/>
                      <a:pt x="358" y="88"/>
                      <a:pt x="358" y="88"/>
                    </a:cubicBezTo>
                    <a:cubicBezTo>
                      <a:pt x="357" y="87"/>
                      <a:pt x="356" y="87"/>
                      <a:pt x="356" y="87"/>
                    </a:cubicBezTo>
                    <a:cubicBezTo>
                      <a:pt x="356" y="87"/>
                      <a:pt x="356" y="87"/>
                      <a:pt x="355" y="87"/>
                    </a:cubicBezTo>
                    <a:cubicBezTo>
                      <a:pt x="355" y="87"/>
                      <a:pt x="354" y="86"/>
                      <a:pt x="354" y="86"/>
                    </a:cubicBezTo>
                    <a:cubicBezTo>
                      <a:pt x="354" y="86"/>
                      <a:pt x="354" y="86"/>
                      <a:pt x="354" y="86"/>
                    </a:cubicBezTo>
                    <a:cubicBezTo>
                      <a:pt x="353" y="86"/>
                      <a:pt x="352" y="86"/>
                      <a:pt x="352" y="86"/>
                    </a:cubicBezTo>
                    <a:cubicBezTo>
                      <a:pt x="352" y="86"/>
                      <a:pt x="351" y="86"/>
                      <a:pt x="351" y="86"/>
                    </a:cubicBezTo>
                    <a:cubicBezTo>
                      <a:pt x="351" y="85"/>
                      <a:pt x="350" y="85"/>
                      <a:pt x="350" y="85"/>
                    </a:cubicBezTo>
                    <a:cubicBezTo>
                      <a:pt x="350" y="85"/>
                      <a:pt x="349" y="85"/>
                      <a:pt x="349" y="85"/>
                    </a:cubicBezTo>
                    <a:cubicBezTo>
                      <a:pt x="349" y="85"/>
                      <a:pt x="348" y="85"/>
                      <a:pt x="347" y="85"/>
                    </a:cubicBezTo>
                    <a:cubicBezTo>
                      <a:pt x="347" y="85"/>
                      <a:pt x="347" y="85"/>
                      <a:pt x="347" y="85"/>
                    </a:cubicBezTo>
                    <a:cubicBezTo>
                      <a:pt x="346" y="85"/>
                      <a:pt x="346" y="85"/>
                      <a:pt x="345" y="85"/>
                    </a:cubicBezTo>
                    <a:cubicBezTo>
                      <a:pt x="345" y="85"/>
                      <a:pt x="345" y="84"/>
                      <a:pt x="345" y="84"/>
                    </a:cubicBezTo>
                    <a:cubicBezTo>
                      <a:pt x="344" y="84"/>
                      <a:pt x="344" y="84"/>
                      <a:pt x="343" y="84"/>
                    </a:cubicBezTo>
                    <a:cubicBezTo>
                      <a:pt x="343" y="84"/>
                      <a:pt x="343" y="84"/>
                      <a:pt x="343" y="84"/>
                    </a:cubicBezTo>
                    <a:cubicBezTo>
                      <a:pt x="342" y="84"/>
                      <a:pt x="341" y="84"/>
                      <a:pt x="341" y="84"/>
                    </a:cubicBezTo>
                    <a:cubicBezTo>
                      <a:pt x="340" y="84"/>
                      <a:pt x="340" y="84"/>
                      <a:pt x="339" y="84"/>
                    </a:cubicBezTo>
                    <a:cubicBezTo>
                      <a:pt x="339" y="84"/>
                      <a:pt x="339" y="84"/>
                      <a:pt x="339" y="84"/>
                    </a:cubicBezTo>
                    <a:cubicBezTo>
                      <a:pt x="338" y="84"/>
                      <a:pt x="337" y="84"/>
                      <a:pt x="336" y="85"/>
                    </a:cubicBezTo>
                    <a:cubicBezTo>
                      <a:pt x="336" y="85"/>
                      <a:pt x="336" y="85"/>
                      <a:pt x="336" y="85"/>
                    </a:cubicBezTo>
                    <a:cubicBezTo>
                      <a:pt x="336" y="85"/>
                      <a:pt x="336" y="85"/>
                      <a:pt x="336" y="85"/>
                    </a:cubicBezTo>
                    <a:cubicBezTo>
                      <a:pt x="334" y="85"/>
                      <a:pt x="333" y="85"/>
                      <a:pt x="331" y="85"/>
                    </a:cubicBezTo>
                    <a:cubicBezTo>
                      <a:pt x="331" y="84"/>
                      <a:pt x="331" y="83"/>
                      <a:pt x="331" y="83"/>
                    </a:cubicBezTo>
                    <a:cubicBezTo>
                      <a:pt x="331" y="74"/>
                      <a:pt x="329" y="66"/>
                      <a:pt x="326" y="59"/>
                    </a:cubicBezTo>
                    <a:cubicBezTo>
                      <a:pt x="326" y="59"/>
                      <a:pt x="326" y="59"/>
                      <a:pt x="326" y="59"/>
                    </a:cubicBezTo>
                    <a:cubicBezTo>
                      <a:pt x="326" y="59"/>
                      <a:pt x="326" y="59"/>
                      <a:pt x="326" y="59"/>
                    </a:cubicBezTo>
                    <a:cubicBezTo>
                      <a:pt x="326" y="58"/>
                      <a:pt x="326" y="58"/>
                      <a:pt x="325" y="57"/>
                    </a:cubicBezTo>
                    <a:cubicBezTo>
                      <a:pt x="325" y="57"/>
                      <a:pt x="325" y="57"/>
                      <a:pt x="325" y="57"/>
                    </a:cubicBezTo>
                    <a:cubicBezTo>
                      <a:pt x="325" y="57"/>
                      <a:pt x="325" y="57"/>
                      <a:pt x="325" y="57"/>
                    </a:cubicBezTo>
                    <a:cubicBezTo>
                      <a:pt x="320" y="47"/>
                      <a:pt x="312" y="39"/>
                      <a:pt x="302" y="33"/>
                    </a:cubicBezTo>
                    <a:cubicBezTo>
                      <a:pt x="302" y="33"/>
                      <a:pt x="302" y="33"/>
                      <a:pt x="302" y="33"/>
                    </a:cubicBezTo>
                    <a:cubicBezTo>
                      <a:pt x="302" y="33"/>
                      <a:pt x="302" y="33"/>
                      <a:pt x="301" y="33"/>
                    </a:cubicBezTo>
                    <a:cubicBezTo>
                      <a:pt x="301" y="33"/>
                      <a:pt x="301" y="32"/>
                      <a:pt x="301" y="32"/>
                    </a:cubicBezTo>
                    <a:cubicBezTo>
                      <a:pt x="300" y="32"/>
                      <a:pt x="299" y="32"/>
                      <a:pt x="299" y="31"/>
                    </a:cubicBezTo>
                    <a:cubicBezTo>
                      <a:pt x="299" y="31"/>
                      <a:pt x="298" y="31"/>
                      <a:pt x="298" y="31"/>
                    </a:cubicBezTo>
                    <a:cubicBezTo>
                      <a:pt x="298" y="31"/>
                      <a:pt x="297" y="31"/>
                      <a:pt x="297" y="31"/>
                    </a:cubicBezTo>
                    <a:cubicBezTo>
                      <a:pt x="297" y="30"/>
                      <a:pt x="296" y="30"/>
                      <a:pt x="296" y="30"/>
                    </a:cubicBezTo>
                    <a:cubicBezTo>
                      <a:pt x="296" y="30"/>
                      <a:pt x="295" y="30"/>
                      <a:pt x="295" y="30"/>
                    </a:cubicBezTo>
                    <a:cubicBezTo>
                      <a:pt x="294" y="30"/>
                      <a:pt x="294" y="29"/>
                      <a:pt x="294" y="29"/>
                    </a:cubicBezTo>
                    <a:cubicBezTo>
                      <a:pt x="293" y="29"/>
                      <a:pt x="293" y="29"/>
                      <a:pt x="292" y="29"/>
                    </a:cubicBezTo>
                    <a:cubicBezTo>
                      <a:pt x="292" y="29"/>
                      <a:pt x="291" y="29"/>
                      <a:pt x="291" y="28"/>
                    </a:cubicBezTo>
                    <a:cubicBezTo>
                      <a:pt x="291" y="28"/>
                      <a:pt x="290" y="28"/>
                      <a:pt x="290" y="28"/>
                    </a:cubicBezTo>
                    <a:cubicBezTo>
                      <a:pt x="290" y="28"/>
                      <a:pt x="289" y="28"/>
                      <a:pt x="289" y="28"/>
                    </a:cubicBezTo>
                    <a:cubicBezTo>
                      <a:pt x="289" y="28"/>
                      <a:pt x="289" y="28"/>
                      <a:pt x="288" y="28"/>
                    </a:cubicBezTo>
                    <a:cubicBezTo>
                      <a:pt x="288" y="28"/>
                      <a:pt x="288" y="28"/>
                      <a:pt x="288" y="28"/>
                    </a:cubicBezTo>
                    <a:cubicBezTo>
                      <a:pt x="287" y="27"/>
                      <a:pt x="286" y="27"/>
                      <a:pt x="284" y="27"/>
                    </a:cubicBezTo>
                    <a:cubicBezTo>
                      <a:pt x="280" y="21"/>
                      <a:pt x="275" y="16"/>
                      <a:pt x="269" y="12"/>
                    </a:cubicBezTo>
                    <a:cubicBezTo>
                      <a:pt x="258" y="5"/>
                      <a:pt x="245" y="2"/>
                      <a:pt x="230" y="1"/>
                    </a:cubicBezTo>
                    <a:cubicBezTo>
                      <a:pt x="228" y="0"/>
                      <a:pt x="225" y="0"/>
                      <a:pt x="223" y="0"/>
                    </a:cubicBezTo>
                    <a:cubicBezTo>
                      <a:pt x="223" y="0"/>
                      <a:pt x="223" y="0"/>
                      <a:pt x="223" y="0"/>
                    </a:cubicBezTo>
                    <a:cubicBezTo>
                      <a:pt x="211" y="0"/>
                      <a:pt x="202" y="1"/>
                      <a:pt x="193" y="4"/>
                    </a:cubicBezTo>
                    <a:cubicBezTo>
                      <a:pt x="180" y="8"/>
                      <a:pt x="168" y="15"/>
                      <a:pt x="161" y="27"/>
                    </a:cubicBezTo>
                    <a:cubicBezTo>
                      <a:pt x="160" y="27"/>
                      <a:pt x="160" y="27"/>
                      <a:pt x="159" y="27"/>
                    </a:cubicBezTo>
                    <a:cubicBezTo>
                      <a:pt x="159" y="27"/>
                      <a:pt x="158" y="27"/>
                      <a:pt x="157" y="27"/>
                    </a:cubicBezTo>
                    <a:cubicBezTo>
                      <a:pt x="157" y="27"/>
                      <a:pt x="157" y="27"/>
                      <a:pt x="157" y="27"/>
                    </a:cubicBezTo>
                    <a:cubicBezTo>
                      <a:pt x="156" y="27"/>
                      <a:pt x="156" y="27"/>
                      <a:pt x="156" y="27"/>
                    </a:cubicBezTo>
                    <a:cubicBezTo>
                      <a:pt x="155" y="27"/>
                      <a:pt x="155" y="27"/>
                      <a:pt x="155" y="27"/>
                    </a:cubicBezTo>
                    <a:cubicBezTo>
                      <a:pt x="154" y="27"/>
                      <a:pt x="154" y="27"/>
                      <a:pt x="154" y="27"/>
                    </a:cubicBezTo>
                    <a:cubicBezTo>
                      <a:pt x="153" y="27"/>
                      <a:pt x="153" y="27"/>
                      <a:pt x="153" y="27"/>
                    </a:cubicBezTo>
                    <a:cubicBezTo>
                      <a:pt x="152" y="27"/>
                      <a:pt x="152" y="28"/>
                      <a:pt x="152" y="28"/>
                    </a:cubicBezTo>
                    <a:cubicBezTo>
                      <a:pt x="151" y="28"/>
                      <a:pt x="151" y="28"/>
                      <a:pt x="151" y="28"/>
                    </a:cubicBezTo>
                    <a:cubicBezTo>
                      <a:pt x="151" y="28"/>
                      <a:pt x="150" y="28"/>
                      <a:pt x="150" y="28"/>
                    </a:cubicBezTo>
                    <a:cubicBezTo>
                      <a:pt x="150" y="28"/>
                      <a:pt x="149" y="28"/>
                      <a:pt x="149" y="28"/>
                    </a:cubicBezTo>
                    <a:cubicBezTo>
                      <a:pt x="149" y="28"/>
                      <a:pt x="148" y="28"/>
                      <a:pt x="148" y="28"/>
                    </a:cubicBezTo>
                    <a:cubicBezTo>
                      <a:pt x="148" y="28"/>
                      <a:pt x="147" y="28"/>
                      <a:pt x="147" y="29"/>
                    </a:cubicBezTo>
                    <a:cubicBezTo>
                      <a:pt x="147" y="29"/>
                      <a:pt x="147" y="29"/>
                      <a:pt x="146" y="29"/>
                    </a:cubicBezTo>
                    <a:cubicBezTo>
                      <a:pt x="146" y="29"/>
                      <a:pt x="146" y="29"/>
                      <a:pt x="145" y="29"/>
                    </a:cubicBezTo>
                    <a:cubicBezTo>
                      <a:pt x="145" y="29"/>
                      <a:pt x="145" y="29"/>
                      <a:pt x="144" y="29"/>
                    </a:cubicBezTo>
                    <a:cubicBezTo>
                      <a:pt x="144" y="29"/>
                      <a:pt x="144" y="29"/>
                      <a:pt x="143" y="30"/>
                    </a:cubicBezTo>
                    <a:cubicBezTo>
                      <a:pt x="143" y="30"/>
                      <a:pt x="143" y="30"/>
                      <a:pt x="143" y="30"/>
                    </a:cubicBezTo>
                    <a:cubicBezTo>
                      <a:pt x="142" y="30"/>
                      <a:pt x="142" y="30"/>
                      <a:pt x="142" y="30"/>
                    </a:cubicBezTo>
                    <a:cubicBezTo>
                      <a:pt x="141" y="30"/>
                      <a:pt x="141" y="30"/>
                      <a:pt x="141" y="30"/>
                    </a:cubicBezTo>
                    <a:cubicBezTo>
                      <a:pt x="141" y="31"/>
                      <a:pt x="140" y="31"/>
                      <a:pt x="140" y="31"/>
                    </a:cubicBezTo>
                    <a:cubicBezTo>
                      <a:pt x="140" y="31"/>
                      <a:pt x="140" y="31"/>
                      <a:pt x="139" y="31"/>
                    </a:cubicBezTo>
                    <a:cubicBezTo>
                      <a:pt x="139" y="31"/>
                      <a:pt x="139" y="32"/>
                      <a:pt x="138" y="32"/>
                    </a:cubicBezTo>
                    <a:cubicBezTo>
                      <a:pt x="138" y="32"/>
                      <a:pt x="138" y="32"/>
                      <a:pt x="138" y="32"/>
                    </a:cubicBezTo>
                    <a:cubicBezTo>
                      <a:pt x="137" y="32"/>
                      <a:pt x="137" y="32"/>
                      <a:pt x="137" y="33"/>
                    </a:cubicBezTo>
                    <a:cubicBezTo>
                      <a:pt x="136" y="33"/>
                      <a:pt x="136" y="33"/>
                      <a:pt x="136" y="33"/>
                    </a:cubicBezTo>
                    <a:cubicBezTo>
                      <a:pt x="136" y="33"/>
                      <a:pt x="135" y="33"/>
                      <a:pt x="135" y="33"/>
                    </a:cubicBezTo>
                    <a:cubicBezTo>
                      <a:pt x="135" y="34"/>
                      <a:pt x="135" y="34"/>
                      <a:pt x="135" y="34"/>
                    </a:cubicBezTo>
                    <a:cubicBezTo>
                      <a:pt x="134" y="34"/>
                      <a:pt x="134" y="34"/>
                      <a:pt x="133" y="34"/>
                    </a:cubicBezTo>
                    <a:cubicBezTo>
                      <a:pt x="133" y="34"/>
                      <a:pt x="133" y="35"/>
                      <a:pt x="133" y="35"/>
                    </a:cubicBezTo>
                    <a:cubicBezTo>
                      <a:pt x="133" y="35"/>
                      <a:pt x="132" y="35"/>
                      <a:pt x="132" y="35"/>
                    </a:cubicBezTo>
                    <a:cubicBezTo>
                      <a:pt x="132" y="35"/>
                      <a:pt x="132" y="36"/>
                      <a:pt x="131" y="36"/>
                    </a:cubicBezTo>
                    <a:cubicBezTo>
                      <a:pt x="131" y="36"/>
                      <a:pt x="131" y="36"/>
                      <a:pt x="130" y="36"/>
                    </a:cubicBezTo>
                    <a:cubicBezTo>
                      <a:pt x="130" y="36"/>
                      <a:pt x="130" y="37"/>
                      <a:pt x="130" y="37"/>
                    </a:cubicBezTo>
                    <a:cubicBezTo>
                      <a:pt x="130" y="37"/>
                      <a:pt x="129" y="37"/>
                      <a:pt x="129" y="38"/>
                    </a:cubicBezTo>
                    <a:cubicBezTo>
                      <a:pt x="129" y="38"/>
                      <a:pt x="129" y="38"/>
                      <a:pt x="129" y="38"/>
                    </a:cubicBezTo>
                    <a:cubicBezTo>
                      <a:pt x="128" y="38"/>
                      <a:pt x="128" y="38"/>
                      <a:pt x="127" y="39"/>
                    </a:cubicBezTo>
                    <a:cubicBezTo>
                      <a:pt x="127" y="39"/>
                      <a:pt x="127" y="39"/>
                      <a:pt x="127" y="39"/>
                    </a:cubicBezTo>
                    <a:cubicBezTo>
                      <a:pt x="127" y="39"/>
                      <a:pt x="126" y="40"/>
                      <a:pt x="126" y="40"/>
                    </a:cubicBezTo>
                    <a:cubicBezTo>
                      <a:pt x="126" y="40"/>
                      <a:pt x="126" y="40"/>
                      <a:pt x="126" y="40"/>
                    </a:cubicBezTo>
                    <a:cubicBezTo>
                      <a:pt x="125" y="40"/>
                      <a:pt x="125" y="41"/>
                      <a:pt x="125" y="41"/>
                    </a:cubicBezTo>
                    <a:cubicBezTo>
                      <a:pt x="125" y="41"/>
                      <a:pt x="125" y="41"/>
                      <a:pt x="125" y="41"/>
                    </a:cubicBezTo>
                    <a:cubicBezTo>
                      <a:pt x="124" y="42"/>
                      <a:pt x="124" y="42"/>
                      <a:pt x="123" y="42"/>
                    </a:cubicBezTo>
                    <a:cubicBezTo>
                      <a:pt x="123" y="42"/>
                      <a:pt x="123" y="43"/>
                      <a:pt x="123" y="43"/>
                    </a:cubicBezTo>
                    <a:cubicBezTo>
                      <a:pt x="123" y="43"/>
                      <a:pt x="123" y="43"/>
                      <a:pt x="122" y="44"/>
                    </a:cubicBezTo>
                    <a:cubicBezTo>
                      <a:pt x="122" y="44"/>
                      <a:pt x="122" y="44"/>
                      <a:pt x="122" y="44"/>
                    </a:cubicBezTo>
                    <a:cubicBezTo>
                      <a:pt x="122" y="44"/>
                      <a:pt x="121" y="45"/>
                      <a:pt x="121" y="45"/>
                    </a:cubicBezTo>
                    <a:cubicBezTo>
                      <a:pt x="121" y="45"/>
                      <a:pt x="121" y="45"/>
                      <a:pt x="121" y="45"/>
                    </a:cubicBezTo>
                    <a:cubicBezTo>
                      <a:pt x="121" y="46"/>
                      <a:pt x="120" y="46"/>
                      <a:pt x="120" y="47"/>
                    </a:cubicBezTo>
                    <a:cubicBezTo>
                      <a:pt x="120" y="47"/>
                      <a:pt x="120" y="47"/>
                      <a:pt x="120" y="47"/>
                    </a:cubicBezTo>
                    <a:cubicBezTo>
                      <a:pt x="120" y="47"/>
                      <a:pt x="119" y="48"/>
                      <a:pt x="119" y="48"/>
                    </a:cubicBezTo>
                    <a:cubicBezTo>
                      <a:pt x="119" y="48"/>
                      <a:pt x="119" y="48"/>
                      <a:pt x="119" y="48"/>
                    </a:cubicBezTo>
                    <a:cubicBezTo>
                      <a:pt x="118" y="49"/>
                      <a:pt x="118" y="49"/>
                      <a:pt x="118" y="50"/>
                    </a:cubicBezTo>
                    <a:cubicBezTo>
                      <a:pt x="118" y="50"/>
                      <a:pt x="118" y="50"/>
                      <a:pt x="118" y="50"/>
                    </a:cubicBezTo>
                    <a:cubicBezTo>
                      <a:pt x="118" y="50"/>
                      <a:pt x="117" y="51"/>
                      <a:pt x="117" y="51"/>
                    </a:cubicBezTo>
                    <a:cubicBezTo>
                      <a:pt x="117" y="51"/>
                      <a:pt x="117" y="51"/>
                      <a:pt x="117" y="51"/>
                    </a:cubicBezTo>
                    <a:cubicBezTo>
                      <a:pt x="117" y="52"/>
                      <a:pt x="116" y="52"/>
                      <a:pt x="116" y="53"/>
                    </a:cubicBezTo>
                    <a:cubicBezTo>
                      <a:pt x="116" y="53"/>
                      <a:pt x="116" y="53"/>
                      <a:pt x="116" y="53"/>
                    </a:cubicBezTo>
                    <a:cubicBezTo>
                      <a:pt x="115" y="55"/>
                      <a:pt x="114" y="56"/>
                      <a:pt x="113" y="58"/>
                    </a:cubicBezTo>
                    <a:cubicBezTo>
                      <a:pt x="111" y="56"/>
                      <a:pt x="108" y="55"/>
                      <a:pt x="106" y="53"/>
                    </a:cubicBezTo>
                    <a:cubicBezTo>
                      <a:pt x="106" y="53"/>
                      <a:pt x="106" y="53"/>
                      <a:pt x="106" y="53"/>
                    </a:cubicBezTo>
                    <a:cubicBezTo>
                      <a:pt x="106" y="53"/>
                      <a:pt x="106" y="53"/>
                      <a:pt x="106" y="53"/>
                    </a:cubicBezTo>
                    <a:cubicBezTo>
                      <a:pt x="104" y="52"/>
                      <a:pt x="102" y="51"/>
                      <a:pt x="100" y="51"/>
                    </a:cubicBezTo>
                    <a:cubicBezTo>
                      <a:pt x="100" y="50"/>
                      <a:pt x="100" y="50"/>
                      <a:pt x="100" y="50"/>
                    </a:cubicBezTo>
                    <a:cubicBezTo>
                      <a:pt x="99" y="50"/>
                      <a:pt x="98" y="49"/>
                      <a:pt x="96" y="49"/>
                    </a:cubicBezTo>
                    <a:cubicBezTo>
                      <a:pt x="96" y="49"/>
                      <a:pt x="96" y="49"/>
                      <a:pt x="96" y="49"/>
                    </a:cubicBezTo>
                    <a:cubicBezTo>
                      <a:pt x="95" y="49"/>
                      <a:pt x="95" y="49"/>
                      <a:pt x="95" y="49"/>
                    </a:cubicBezTo>
                    <a:cubicBezTo>
                      <a:pt x="94" y="49"/>
                      <a:pt x="94" y="48"/>
                      <a:pt x="94" y="48"/>
                    </a:cubicBezTo>
                    <a:cubicBezTo>
                      <a:pt x="93" y="48"/>
                      <a:pt x="93" y="48"/>
                      <a:pt x="92" y="48"/>
                    </a:cubicBezTo>
                    <a:cubicBezTo>
                      <a:pt x="92" y="48"/>
                      <a:pt x="92" y="48"/>
                      <a:pt x="91" y="48"/>
                    </a:cubicBezTo>
                    <a:cubicBezTo>
                      <a:pt x="91" y="48"/>
                      <a:pt x="91" y="48"/>
                      <a:pt x="90" y="48"/>
                    </a:cubicBezTo>
                    <a:cubicBezTo>
                      <a:pt x="90" y="48"/>
                      <a:pt x="90" y="48"/>
                      <a:pt x="89" y="47"/>
                    </a:cubicBezTo>
                    <a:cubicBezTo>
                      <a:pt x="89" y="47"/>
                      <a:pt x="89" y="47"/>
                      <a:pt x="89" y="47"/>
                    </a:cubicBezTo>
                    <a:cubicBezTo>
                      <a:pt x="88" y="47"/>
                      <a:pt x="87" y="47"/>
                      <a:pt x="87" y="47"/>
                    </a:cubicBezTo>
                    <a:cubicBezTo>
                      <a:pt x="87" y="47"/>
                      <a:pt x="86" y="47"/>
                      <a:pt x="86" y="47"/>
                    </a:cubicBezTo>
                    <a:cubicBezTo>
                      <a:pt x="86" y="47"/>
                      <a:pt x="85" y="47"/>
                      <a:pt x="85" y="47"/>
                    </a:cubicBezTo>
                    <a:cubicBezTo>
                      <a:pt x="84" y="47"/>
                      <a:pt x="84" y="47"/>
                      <a:pt x="84" y="47"/>
                    </a:cubicBezTo>
                    <a:cubicBezTo>
                      <a:pt x="83" y="47"/>
                      <a:pt x="83" y="47"/>
                      <a:pt x="82" y="47"/>
                    </a:cubicBezTo>
                    <a:cubicBezTo>
                      <a:pt x="76" y="47"/>
                      <a:pt x="69" y="48"/>
                      <a:pt x="64" y="51"/>
                    </a:cubicBezTo>
                    <a:cubicBezTo>
                      <a:pt x="63" y="51"/>
                      <a:pt x="61" y="52"/>
                      <a:pt x="60" y="52"/>
                    </a:cubicBezTo>
                    <a:cubicBezTo>
                      <a:pt x="60" y="53"/>
                      <a:pt x="59" y="53"/>
                      <a:pt x="58" y="53"/>
                    </a:cubicBezTo>
                    <a:cubicBezTo>
                      <a:pt x="47" y="60"/>
                      <a:pt x="39" y="70"/>
                      <a:pt x="36" y="83"/>
                    </a:cubicBezTo>
                    <a:cubicBezTo>
                      <a:pt x="36" y="84"/>
                      <a:pt x="35" y="84"/>
                      <a:pt x="35" y="85"/>
                    </a:cubicBezTo>
                    <a:cubicBezTo>
                      <a:pt x="15" y="89"/>
                      <a:pt x="0" y="107"/>
                      <a:pt x="0" y="129"/>
                    </a:cubicBezTo>
                    <a:cubicBezTo>
                      <a:pt x="0" y="129"/>
                      <a:pt x="0" y="130"/>
                      <a:pt x="0" y="130"/>
                    </a:cubicBezTo>
                    <a:cubicBezTo>
                      <a:pt x="0" y="130"/>
                      <a:pt x="0" y="130"/>
                      <a:pt x="0" y="131"/>
                    </a:cubicBezTo>
                    <a:cubicBezTo>
                      <a:pt x="0" y="131"/>
                      <a:pt x="0" y="131"/>
                      <a:pt x="0" y="131"/>
                    </a:cubicBezTo>
                    <a:cubicBezTo>
                      <a:pt x="0" y="131"/>
                      <a:pt x="0" y="132"/>
                      <a:pt x="0" y="132"/>
                    </a:cubicBezTo>
                    <a:cubicBezTo>
                      <a:pt x="0" y="132"/>
                      <a:pt x="0" y="132"/>
                      <a:pt x="0" y="132"/>
                    </a:cubicBezTo>
                    <a:cubicBezTo>
                      <a:pt x="0" y="133"/>
                      <a:pt x="0" y="133"/>
                      <a:pt x="0" y="133"/>
                    </a:cubicBezTo>
                    <a:cubicBezTo>
                      <a:pt x="0" y="133"/>
                      <a:pt x="0" y="133"/>
                      <a:pt x="0" y="133"/>
                    </a:cubicBezTo>
                    <a:cubicBezTo>
                      <a:pt x="0" y="133"/>
                      <a:pt x="0" y="133"/>
                      <a:pt x="0" y="133"/>
                    </a:cubicBezTo>
                    <a:cubicBezTo>
                      <a:pt x="0" y="134"/>
                      <a:pt x="0" y="134"/>
                      <a:pt x="0" y="134"/>
                    </a:cubicBezTo>
                    <a:cubicBezTo>
                      <a:pt x="0" y="134"/>
                      <a:pt x="0" y="135"/>
                      <a:pt x="0" y="135"/>
                    </a:cubicBezTo>
                    <a:cubicBezTo>
                      <a:pt x="0" y="135"/>
                      <a:pt x="0" y="135"/>
                      <a:pt x="0" y="135"/>
                    </a:cubicBezTo>
                    <a:cubicBezTo>
                      <a:pt x="0" y="135"/>
                      <a:pt x="0" y="135"/>
                      <a:pt x="0" y="135"/>
                    </a:cubicBezTo>
                    <a:cubicBezTo>
                      <a:pt x="0" y="135"/>
                      <a:pt x="0" y="136"/>
                      <a:pt x="0" y="136"/>
                    </a:cubicBezTo>
                    <a:cubicBezTo>
                      <a:pt x="0" y="136"/>
                      <a:pt x="0" y="136"/>
                      <a:pt x="0" y="136"/>
                    </a:cubicBezTo>
                    <a:cubicBezTo>
                      <a:pt x="0" y="137"/>
                      <a:pt x="0" y="137"/>
                      <a:pt x="0" y="137"/>
                    </a:cubicBezTo>
                    <a:cubicBezTo>
                      <a:pt x="0" y="137"/>
                      <a:pt x="1" y="137"/>
                      <a:pt x="1" y="137"/>
                    </a:cubicBezTo>
                    <a:cubicBezTo>
                      <a:pt x="1" y="137"/>
                      <a:pt x="1" y="137"/>
                      <a:pt x="1" y="137"/>
                    </a:cubicBezTo>
                    <a:cubicBezTo>
                      <a:pt x="1" y="137"/>
                      <a:pt x="1" y="137"/>
                      <a:pt x="1" y="137"/>
                    </a:cubicBezTo>
                    <a:cubicBezTo>
                      <a:pt x="1" y="141"/>
                      <a:pt x="2" y="145"/>
                      <a:pt x="3" y="148"/>
                    </a:cubicBezTo>
                    <a:cubicBezTo>
                      <a:pt x="3" y="147"/>
                      <a:pt x="3" y="146"/>
                      <a:pt x="3" y="145"/>
                    </a:cubicBezTo>
                    <a:cubicBezTo>
                      <a:pt x="3" y="145"/>
                      <a:pt x="3" y="145"/>
                      <a:pt x="3" y="145"/>
                    </a:cubicBezTo>
                    <a:cubicBezTo>
                      <a:pt x="3" y="145"/>
                      <a:pt x="3" y="146"/>
                      <a:pt x="3" y="146"/>
                    </a:cubicBezTo>
                    <a:cubicBezTo>
                      <a:pt x="3" y="146"/>
                      <a:pt x="3" y="146"/>
                      <a:pt x="3" y="146"/>
                    </a:cubicBezTo>
                    <a:cubicBezTo>
                      <a:pt x="3" y="146"/>
                      <a:pt x="3" y="146"/>
                      <a:pt x="3" y="146"/>
                    </a:cubicBezTo>
                    <a:cubicBezTo>
                      <a:pt x="3" y="146"/>
                      <a:pt x="3" y="146"/>
                      <a:pt x="3" y="147"/>
                    </a:cubicBezTo>
                    <a:cubicBezTo>
                      <a:pt x="4" y="147"/>
                      <a:pt x="4" y="147"/>
                      <a:pt x="4" y="147"/>
                    </a:cubicBezTo>
                    <a:cubicBezTo>
                      <a:pt x="4" y="147"/>
                      <a:pt x="4" y="148"/>
                      <a:pt x="4" y="148"/>
                    </a:cubicBezTo>
                    <a:cubicBezTo>
                      <a:pt x="4" y="148"/>
                      <a:pt x="4" y="148"/>
                      <a:pt x="4" y="148"/>
                    </a:cubicBezTo>
                    <a:cubicBezTo>
                      <a:pt x="4" y="148"/>
                      <a:pt x="4" y="148"/>
                      <a:pt x="5" y="149"/>
                    </a:cubicBezTo>
                    <a:cubicBezTo>
                      <a:pt x="5" y="149"/>
                      <a:pt x="5" y="149"/>
                      <a:pt x="5" y="149"/>
                    </a:cubicBezTo>
                    <a:cubicBezTo>
                      <a:pt x="5" y="149"/>
                      <a:pt x="5" y="149"/>
                      <a:pt x="5" y="150"/>
                    </a:cubicBezTo>
                    <a:cubicBezTo>
                      <a:pt x="5" y="150"/>
                      <a:pt x="5" y="150"/>
                      <a:pt x="5" y="150"/>
                    </a:cubicBezTo>
                    <a:cubicBezTo>
                      <a:pt x="5" y="150"/>
                      <a:pt x="5" y="150"/>
                      <a:pt x="5" y="150"/>
                    </a:cubicBezTo>
                    <a:cubicBezTo>
                      <a:pt x="5" y="150"/>
                      <a:pt x="5" y="150"/>
                      <a:pt x="6" y="151"/>
                    </a:cubicBezTo>
                    <a:cubicBezTo>
                      <a:pt x="6" y="151"/>
                      <a:pt x="6" y="151"/>
                      <a:pt x="6" y="151"/>
                    </a:cubicBezTo>
                    <a:cubicBezTo>
                      <a:pt x="6" y="151"/>
                      <a:pt x="6" y="152"/>
                      <a:pt x="6" y="152"/>
                    </a:cubicBezTo>
                    <a:cubicBezTo>
                      <a:pt x="6" y="152"/>
                      <a:pt x="6" y="152"/>
                      <a:pt x="6" y="152"/>
                    </a:cubicBezTo>
                    <a:cubicBezTo>
                      <a:pt x="7" y="152"/>
                      <a:pt x="7" y="153"/>
                      <a:pt x="7" y="153"/>
                    </a:cubicBezTo>
                    <a:cubicBezTo>
                      <a:pt x="7" y="153"/>
                      <a:pt x="7" y="153"/>
                      <a:pt x="7" y="153"/>
                    </a:cubicBezTo>
                    <a:cubicBezTo>
                      <a:pt x="7" y="153"/>
                      <a:pt x="7" y="153"/>
                      <a:pt x="7" y="153"/>
                    </a:cubicBezTo>
                    <a:cubicBezTo>
                      <a:pt x="8" y="154"/>
                      <a:pt x="8" y="154"/>
                      <a:pt x="8" y="154"/>
                    </a:cubicBezTo>
                    <a:cubicBezTo>
                      <a:pt x="8" y="155"/>
                      <a:pt x="8" y="155"/>
                      <a:pt x="8" y="155"/>
                    </a:cubicBezTo>
                    <a:cubicBezTo>
                      <a:pt x="8" y="155"/>
                      <a:pt x="8" y="155"/>
                      <a:pt x="8" y="155"/>
                    </a:cubicBezTo>
                    <a:cubicBezTo>
                      <a:pt x="8" y="155"/>
                      <a:pt x="9" y="155"/>
                      <a:pt x="9" y="155"/>
                    </a:cubicBezTo>
                    <a:cubicBezTo>
                      <a:pt x="9" y="155"/>
                      <a:pt x="9" y="156"/>
                      <a:pt x="9" y="156"/>
                    </a:cubicBezTo>
                    <a:cubicBezTo>
                      <a:pt x="9" y="156"/>
                      <a:pt x="9" y="156"/>
                      <a:pt x="9" y="156"/>
                    </a:cubicBezTo>
                    <a:cubicBezTo>
                      <a:pt x="9" y="156"/>
                      <a:pt x="9" y="156"/>
                      <a:pt x="10" y="157"/>
                    </a:cubicBezTo>
                    <a:cubicBezTo>
                      <a:pt x="10" y="157"/>
                      <a:pt x="10" y="157"/>
                      <a:pt x="10" y="157"/>
                    </a:cubicBezTo>
                    <a:cubicBezTo>
                      <a:pt x="10" y="157"/>
                      <a:pt x="10" y="157"/>
                      <a:pt x="10" y="157"/>
                    </a:cubicBezTo>
                    <a:cubicBezTo>
                      <a:pt x="10" y="158"/>
                      <a:pt x="11" y="158"/>
                      <a:pt x="11" y="158"/>
                    </a:cubicBezTo>
                    <a:cubicBezTo>
                      <a:pt x="11" y="158"/>
                      <a:pt x="11" y="158"/>
                      <a:pt x="11" y="158"/>
                    </a:cubicBezTo>
                    <a:cubicBezTo>
                      <a:pt x="11" y="158"/>
                      <a:pt x="11" y="158"/>
                      <a:pt x="11" y="159"/>
                    </a:cubicBezTo>
                    <a:cubicBezTo>
                      <a:pt x="12" y="159"/>
                      <a:pt x="12" y="159"/>
                      <a:pt x="12" y="159"/>
                    </a:cubicBezTo>
                    <a:cubicBezTo>
                      <a:pt x="12" y="159"/>
                      <a:pt x="12" y="159"/>
                      <a:pt x="12" y="160"/>
                    </a:cubicBezTo>
                    <a:cubicBezTo>
                      <a:pt x="12" y="160"/>
                      <a:pt x="12" y="160"/>
                      <a:pt x="12" y="160"/>
                    </a:cubicBezTo>
                    <a:cubicBezTo>
                      <a:pt x="13" y="160"/>
                      <a:pt x="13" y="160"/>
                      <a:pt x="13" y="160"/>
                    </a:cubicBezTo>
                    <a:cubicBezTo>
                      <a:pt x="13" y="160"/>
                      <a:pt x="13" y="160"/>
                      <a:pt x="13" y="160"/>
                    </a:cubicBezTo>
                    <a:cubicBezTo>
                      <a:pt x="13" y="160"/>
                      <a:pt x="13" y="160"/>
                      <a:pt x="13" y="161"/>
                    </a:cubicBezTo>
                    <a:cubicBezTo>
                      <a:pt x="14" y="161"/>
                      <a:pt x="14" y="161"/>
                      <a:pt x="14" y="161"/>
                    </a:cubicBezTo>
                    <a:cubicBezTo>
                      <a:pt x="14" y="161"/>
                      <a:pt x="14" y="161"/>
                      <a:pt x="14" y="161"/>
                    </a:cubicBezTo>
                    <a:cubicBezTo>
                      <a:pt x="14" y="162"/>
                      <a:pt x="14" y="162"/>
                      <a:pt x="15" y="162"/>
                    </a:cubicBezTo>
                    <a:cubicBezTo>
                      <a:pt x="15" y="162"/>
                      <a:pt x="15" y="162"/>
                      <a:pt x="15" y="162"/>
                    </a:cubicBezTo>
                    <a:cubicBezTo>
                      <a:pt x="15" y="162"/>
                      <a:pt x="15" y="162"/>
                      <a:pt x="16" y="163"/>
                    </a:cubicBezTo>
                    <a:cubicBezTo>
                      <a:pt x="16" y="163"/>
                      <a:pt x="16" y="163"/>
                      <a:pt x="16" y="163"/>
                    </a:cubicBezTo>
                    <a:cubicBezTo>
                      <a:pt x="16" y="163"/>
                      <a:pt x="16" y="163"/>
                      <a:pt x="16" y="163"/>
                    </a:cubicBezTo>
                    <a:cubicBezTo>
                      <a:pt x="17" y="163"/>
                      <a:pt x="17" y="163"/>
                      <a:pt x="17" y="164"/>
                    </a:cubicBezTo>
                    <a:cubicBezTo>
                      <a:pt x="17" y="164"/>
                      <a:pt x="17" y="164"/>
                      <a:pt x="17" y="164"/>
                    </a:cubicBezTo>
                    <a:cubicBezTo>
                      <a:pt x="17" y="164"/>
                      <a:pt x="18" y="164"/>
                      <a:pt x="18" y="164"/>
                    </a:cubicBezTo>
                    <a:cubicBezTo>
                      <a:pt x="18" y="164"/>
                      <a:pt x="18" y="164"/>
                      <a:pt x="18" y="164"/>
                    </a:cubicBezTo>
                    <a:cubicBezTo>
                      <a:pt x="18" y="165"/>
                      <a:pt x="18" y="165"/>
                      <a:pt x="18" y="165"/>
                    </a:cubicBezTo>
                    <a:cubicBezTo>
                      <a:pt x="19" y="165"/>
                      <a:pt x="19" y="165"/>
                      <a:pt x="19" y="165"/>
                    </a:cubicBezTo>
                    <a:cubicBezTo>
                      <a:pt x="19" y="165"/>
                      <a:pt x="19" y="165"/>
                      <a:pt x="19" y="165"/>
                    </a:cubicBezTo>
                    <a:cubicBezTo>
                      <a:pt x="19" y="165"/>
                      <a:pt x="20" y="166"/>
                      <a:pt x="20" y="166"/>
                    </a:cubicBezTo>
                    <a:cubicBezTo>
                      <a:pt x="20" y="166"/>
                      <a:pt x="20" y="166"/>
                      <a:pt x="21" y="166"/>
                    </a:cubicBezTo>
                    <a:cubicBezTo>
                      <a:pt x="21" y="166"/>
                      <a:pt x="21" y="166"/>
                      <a:pt x="21" y="166"/>
                    </a:cubicBezTo>
                    <a:cubicBezTo>
                      <a:pt x="21" y="166"/>
                      <a:pt x="21" y="166"/>
                      <a:pt x="21" y="167"/>
                    </a:cubicBezTo>
                    <a:cubicBezTo>
                      <a:pt x="21" y="167"/>
                      <a:pt x="21" y="167"/>
                      <a:pt x="22" y="167"/>
                    </a:cubicBezTo>
                    <a:cubicBezTo>
                      <a:pt x="22" y="167"/>
                      <a:pt x="22" y="167"/>
                      <a:pt x="22" y="167"/>
                    </a:cubicBezTo>
                    <a:cubicBezTo>
                      <a:pt x="22" y="167"/>
                      <a:pt x="22" y="167"/>
                      <a:pt x="22" y="167"/>
                    </a:cubicBezTo>
                    <a:cubicBezTo>
                      <a:pt x="23" y="167"/>
                      <a:pt x="23" y="168"/>
                      <a:pt x="23" y="168"/>
                    </a:cubicBezTo>
                    <a:cubicBezTo>
                      <a:pt x="24" y="168"/>
                      <a:pt x="24" y="168"/>
                      <a:pt x="24" y="168"/>
                    </a:cubicBezTo>
                    <a:cubicBezTo>
                      <a:pt x="24" y="168"/>
                      <a:pt x="25" y="168"/>
                      <a:pt x="25" y="169"/>
                    </a:cubicBezTo>
                    <a:cubicBezTo>
                      <a:pt x="25" y="169"/>
                      <a:pt x="26" y="169"/>
                      <a:pt x="26" y="169"/>
                    </a:cubicBezTo>
                    <a:cubicBezTo>
                      <a:pt x="26" y="169"/>
                      <a:pt x="26" y="169"/>
                      <a:pt x="26" y="169"/>
                    </a:cubicBezTo>
                    <a:cubicBezTo>
                      <a:pt x="32" y="172"/>
                      <a:pt x="38" y="173"/>
                      <a:pt x="44" y="173"/>
                    </a:cubicBezTo>
                    <a:cubicBezTo>
                      <a:pt x="341" y="173"/>
                      <a:pt x="341" y="173"/>
                      <a:pt x="341" y="173"/>
                    </a:cubicBezTo>
                    <a:cubicBezTo>
                      <a:pt x="341" y="173"/>
                      <a:pt x="341" y="173"/>
                      <a:pt x="341" y="173"/>
                    </a:cubicBezTo>
                    <a:cubicBezTo>
                      <a:pt x="365" y="173"/>
                      <a:pt x="385" y="153"/>
                      <a:pt x="385" y="129"/>
                    </a:cubicBezTo>
                    <a:cubicBezTo>
                      <a:pt x="385" y="127"/>
                      <a:pt x="385" y="125"/>
                      <a:pt x="384" y="123"/>
                    </a:cubicBezTo>
                    <a:close/>
                  </a:path>
                </a:pathLst>
              </a:custGeom>
              <a:noFill/>
              <a:ln cap="flat" cmpd="sng" w="12700">
                <a:solidFill>
                  <a:srgbClr val="7F7F7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Arial"/>
                  <a:ea typeface="Arial"/>
                  <a:cs typeface="Arial"/>
                  <a:sym typeface="Arial"/>
                </a:endParaRPr>
              </a:p>
            </p:txBody>
          </p:sp>
        </p:grpSp>
        <p:grpSp>
          <p:nvGrpSpPr>
            <p:cNvPr id="1118" name="Google Shape;1118;p16"/>
            <p:cNvGrpSpPr/>
            <p:nvPr/>
          </p:nvGrpSpPr>
          <p:grpSpPr>
            <a:xfrm>
              <a:off x="2674450" y="2295022"/>
              <a:ext cx="2759655" cy="237746"/>
              <a:chOff x="1796657" y="1716374"/>
              <a:chExt cx="2594220" cy="220541"/>
            </a:xfrm>
          </p:grpSpPr>
          <p:sp>
            <p:nvSpPr>
              <p:cNvPr id="1119" name="Google Shape;1119;p16"/>
              <p:cNvSpPr/>
              <p:nvPr/>
            </p:nvSpPr>
            <p:spPr>
              <a:xfrm>
                <a:off x="1796657" y="1716376"/>
                <a:ext cx="637495" cy="220539"/>
              </a:xfrm>
              <a:prstGeom prst="homePlate">
                <a:avLst>
                  <a:gd fmla="val 41797" name="adj"/>
                </a:avLst>
              </a:prstGeom>
              <a:solidFill>
                <a:srgbClr val="7F7F7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FFFFFF"/>
                    </a:solidFill>
                    <a:latin typeface="Microsoft Yahei"/>
                    <a:ea typeface="Microsoft Yahei"/>
                    <a:cs typeface="Microsoft Yahei"/>
                    <a:sym typeface="Microsoft Yahei"/>
                  </a:rPr>
                  <a:t>站点开局</a:t>
                </a:r>
                <a:endParaRPr sz="1000">
                  <a:solidFill>
                    <a:srgbClr val="FFFFFF"/>
                  </a:solidFill>
                  <a:latin typeface="Microsoft Yahei"/>
                  <a:ea typeface="Microsoft Yahei"/>
                  <a:cs typeface="Microsoft Yahei"/>
                  <a:sym typeface="Microsoft Yahei"/>
                </a:endParaRPr>
              </a:p>
            </p:txBody>
          </p:sp>
          <p:sp>
            <p:nvSpPr>
              <p:cNvPr id="1120" name="Google Shape;1120;p16"/>
              <p:cNvSpPr/>
              <p:nvPr/>
            </p:nvSpPr>
            <p:spPr>
              <a:xfrm>
                <a:off x="2366394" y="1716374"/>
                <a:ext cx="720000" cy="220539"/>
              </a:xfrm>
              <a:prstGeom prst="chevron">
                <a:avLst>
                  <a:gd fmla="val 41798" name="adj"/>
                </a:avLst>
              </a:prstGeom>
              <a:solidFill>
                <a:srgbClr val="7F7F7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FFFFFF"/>
                    </a:solidFill>
                    <a:latin typeface="Microsoft Yahei"/>
                    <a:ea typeface="Microsoft Yahei"/>
                    <a:cs typeface="Microsoft Yahei"/>
                    <a:sym typeface="Microsoft Yahei"/>
                  </a:rPr>
                  <a:t>网络编排</a:t>
                </a:r>
                <a:endParaRPr sz="1000">
                  <a:solidFill>
                    <a:srgbClr val="FFFFFF"/>
                  </a:solidFill>
                  <a:latin typeface="Microsoft Yahei"/>
                  <a:ea typeface="Microsoft Yahei"/>
                  <a:cs typeface="Microsoft Yahei"/>
                  <a:sym typeface="Microsoft Yahei"/>
                </a:endParaRPr>
              </a:p>
            </p:txBody>
          </p:sp>
          <p:sp>
            <p:nvSpPr>
              <p:cNvPr id="1121" name="Google Shape;1121;p16"/>
              <p:cNvSpPr/>
              <p:nvPr/>
            </p:nvSpPr>
            <p:spPr>
              <a:xfrm>
                <a:off x="3018636" y="1716374"/>
                <a:ext cx="720000" cy="220539"/>
              </a:xfrm>
              <a:prstGeom prst="chevron">
                <a:avLst>
                  <a:gd fmla="val 41798" name="adj"/>
                </a:avLst>
              </a:prstGeom>
              <a:solidFill>
                <a:srgbClr val="7F7F7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FFFFFF"/>
                    </a:solidFill>
                    <a:latin typeface="Microsoft Yahei"/>
                    <a:ea typeface="Microsoft Yahei"/>
                    <a:cs typeface="Microsoft Yahei"/>
                    <a:sym typeface="Microsoft Yahei"/>
                  </a:rPr>
                  <a:t>应用策略</a:t>
                </a:r>
                <a:endParaRPr sz="1000">
                  <a:solidFill>
                    <a:srgbClr val="FFFFFF"/>
                  </a:solidFill>
                  <a:latin typeface="Microsoft Yahei"/>
                  <a:ea typeface="Microsoft Yahei"/>
                  <a:cs typeface="Microsoft Yahei"/>
                  <a:sym typeface="Microsoft Yahei"/>
                </a:endParaRPr>
              </a:p>
            </p:txBody>
          </p:sp>
          <p:sp>
            <p:nvSpPr>
              <p:cNvPr id="1122" name="Google Shape;1122;p16"/>
              <p:cNvSpPr/>
              <p:nvPr/>
            </p:nvSpPr>
            <p:spPr>
              <a:xfrm>
                <a:off x="3670877" y="1716374"/>
                <a:ext cx="720000" cy="220539"/>
              </a:xfrm>
              <a:prstGeom prst="chevron">
                <a:avLst>
                  <a:gd fmla="val 41798" name="adj"/>
                </a:avLst>
              </a:prstGeom>
              <a:solidFill>
                <a:srgbClr val="7F7F7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1000">
                    <a:solidFill>
                      <a:srgbClr val="FFFFFF"/>
                    </a:solidFill>
                    <a:latin typeface="Microsoft Yahei"/>
                    <a:ea typeface="Microsoft Yahei"/>
                    <a:cs typeface="Microsoft Yahei"/>
                    <a:sym typeface="Microsoft Yahei"/>
                  </a:rPr>
                  <a:t>可视运维</a:t>
                </a:r>
                <a:endParaRPr sz="1000">
                  <a:solidFill>
                    <a:srgbClr val="FFFFFF"/>
                  </a:solidFill>
                  <a:latin typeface="Microsoft Yahei"/>
                  <a:ea typeface="Microsoft Yahei"/>
                  <a:cs typeface="Microsoft Yahei"/>
                  <a:sym typeface="Microsoft Yahei"/>
                </a:endParaRPr>
              </a:p>
            </p:txBody>
          </p:sp>
        </p:grpSp>
        <p:grpSp>
          <p:nvGrpSpPr>
            <p:cNvPr id="1123" name="Google Shape;1123;p16"/>
            <p:cNvGrpSpPr/>
            <p:nvPr/>
          </p:nvGrpSpPr>
          <p:grpSpPr>
            <a:xfrm>
              <a:off x="4173329" y="1892354"/>
              <a:ext cx="285857" cy="294220"/>
              <a:chOff x="5487470" y="2637381"/>
              <a:chExt cx="499156" cy="513761"/>
            </a:xfrm>
          </p:grpSpPr>
          <p:pic>
            <p:nvPicPr>
              <p:cNvPr id="1124" name="Google Shape;1124;p16"/>
              <p:cNvPicPr preferRelativeResize="0"/>
              <p:nvPr/>
            </p:nvPicPr>
            <p:blipFill rotWithShape="1">
              <a:blip r:embed="rId6">
                <a:alphaModFix/>
              </a:blip>
              <a:srcRect b="0" l="0" r="52383" t="0"/>
              <a:stretch/>
            </p:blipFill>
            <p:spPr>
              <a:xfrm>
                <a:off x="5487470" y="2673464"/>
                <a:ext cx="221854" cy="432822"/>
              </a:xfrm>
              <a:prstGeom prst="rect">
                <a:avLst/>
              </a:prstGeom>
              <a:noFill/>
              <a:ln>
                <a:noFill/>
              </a:ln>
            </p:spPr>
          </p:pic>
          <p:pic>
            <p:nvPicPr>
              <p:cNvPr id="1125" name="Google Shape;1125;p16"/>
              <p:cNvPicPr preferRelativeResize="0"/>
              <p:nvPr/>
            </p:nvPicPr>
            <p:blipFill rotWithShape="1">
              <a:blip r:embed="rId7">
                <a:alphaModFix/>
              </a:blip>
              <a:srcRect b="0" l="52442" r="0" t="0"/>
              <a:stretch/>
            </p:blipFill>
            <p:spPr>
              <a:xfrm>
                <a:off x="5742295" y="2637381"/>
                <a:ext cx="244331" cy="513761"/>
              </a:xfrm>
              <a:prstGeom prst="rect">
                <a:avLst/>
              </a:prstGeom>
              <a:noFill/>
              <a:ln>
                <a:noFill/>
              </a:ln>
            </p:spPr>
          </p:pic>
        </p:grpSp>
        <p:sp>
          <p:nvSpPr>
            <p:cNvPr id="1126" name="Google Shape;1126;p16"/>
            <p:cNvSpPr txBox="1"/>
            <p:nvPr/>
          </p:nvSpPr>
          <p:spPr>
            <a:xfrm>
              <a:off x="4466441" y="1942009"/>
              <a:ext cx="683117" cy="18466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200">
                  <a:solidFill>
                    <a:srgbClr val="C7000B"/>
                  </a:solidFill>
                  <a:latin typeface="Arial"/>
                  <a:ea typeface="Arial"/>
                  <a:cs typeface="Arial"/>
                  <a:sym typeface="Arial"/>
                </a:rPr>
                <a:t>自动化</a:t>
              </a:r>
              <a:endParaRPr sz="1200">
                <a:solidFill>
                  <a:srgbClr val="C7000B"/>
                </a:solidFill>
                <a:latin typeface="Arial"/>
                <a:ea typeface="Arial"/>
                <a:cs typeface="Arial"/>
                <a:sym typeface="Arial"/>
              </a:endParaRPr>
            </a:p>
          </p:txBody>
        </p:sp>
        <p:pic>
          <p:nvPicPr>
            <p:cNvPr id="1127" name="Google Shape;1127;p16"/>
            <p:cNvPicPr preferRelativeResize="0"/>
            <p:nvPr/>
          </p:nvPicPr>
          <p:blipFill rotWithShape="1">
            <a:blip r:embed="rId8">
              <a:alphaModFix/>
            </a:blip>
            <a:srcRect b="0" l="0" r="0" t="0"/>
            <a:stretch/>
          </p:blipFill>
          <p:spPr>
            <a:xfrm>
              <a:off x="2807565" y="1942008"/>
              <a:ext cx="1362317" cy="215145"/>
            </a:xfrm>
            <a:prstGeom prst="rect">
              <a:avLst/>
            </a:prstGeom>
            <a:noFill/>
            <a:ln>
              <a:noFill/>
            </a:ln>
          </p:spPr>
        </p:pic>
      </p:grpSp>
      <p:pic>
        <p:nvPicPr>
          <p:cNvPr id="1128" name="Google Shape;1128;p16"/>
          <p:cNvPicPr preferRelativeResize="0"/>
          <p:nvPr/>
        </p:nvPicPr>
        <p:blipFill rotWithShape="1">
          <a:blip r:embed="rId9">
            <a:alphaModFix/>
          </a:blip>
          <a:srcRect b="31423" l="820" r="-820" t="34910"/>
          <a:stretch/>
        </p:blipFill>
        <p:spPr>
          <a:xfrm flipH="1">
            <a:off x="485647" y="2720749"/>
            <a:ext cx="6154838" cy="1219276"/>
          </a:xfrm>
          <a:prstGeom prst="rect">
            <a:avLst/>
          </a:prstGeom>
          <a:noFill/>
          <a:ln>
            <a:noFill/>
          </a:ln>
        </p:spPr>
      </p:pic>
      <p:grpSp>
        <p:nvGrpSpPr>
          <p:cNvPr id="1129" name="Google Shape;1129;p16"/>
          <p:cNvGrpSpPr/>
          <p:nvPr/>
        </p:nvGrpSpPr>
        <p:grpSpPr>
          <a:xfrm>
            <a:off x="334992" y="3405015"/>
            <a:ext cx="6701165" cy="2487763"/>
            <a:chOff x="265491" y="3142051"/>
            <a:chExt cx="6701165" cy="2487763"/>
          </a:xfrm>
        </p:grpSpPr>
        <p:grpSp>
          <p:nvGrpSpPr>
            <p:cNvPr id="1130" name="Google Shape;1130;p16"/>
            <p:cNvGrpSpPr/>
            <p:nvPr/>
          </p:nvGrpSpPr>
          <p:grpSpPr>
            <a:xfrm>
              <a:off x="265491" y="3142051"/>
              <a:ext cx="6701165" cy="2487763"/>
              <a:chOff x="300555" y="2435162"/>
              <a:chExt cx="7235654" cy="2386486"/>
            </a:xfrm>
          </p:grpSpPr>
          <p:sp>
            <p:nvSpPr>
              <p:cNvPr id="1131" name="Google Shape;1131;p16"/>
              <p:cNvSpPr/>
              <p:nvPr/>
            </p:nvSpPr>
            <p:spPr>
              <a:xfrm rot="5400000">
                <a:off x="4181214" y="2972062"/>
                <a:ext cx="201516" cy="2564094"/>
              </a:xfrm>
              <a:prstGeom prst="can">
                <a:avLst>
                  <a:gd fmla="val 25000" name="adj"/>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50">
                  <a:solidFill>
                    <a:srgbClr val="1D1D1A"/>
                  </a:solidFill>
                  <a:latin typeface="Arial"/>
                  <a:ea typeface="Arial"/>
                  <a:cs typeface="Arial"/>
                  <a:sym typeface="Arial"/>
                </a:endParaRPr>
              </a:p>
            </p:txBody>
          </p:sp>
          <p:cxnSp>
            <p:nvCxnSpPr>
              <p:cNvPr id="1132" name="Google Shape;1132;p16"/>
              <p:cNvCxnSpPr/>
              <p:nvPr/>
            </p:nvCxnSpPr>
            <p:spPr>
              <a:xfrm flipH="1" rot="10800000">
                <a:off x="1585119" y="3279886"/>
                <a:ext cx="1457136" cy="724062"/>
              </a:xfrm>
              <a:prstGeom prst="bentConnector3">
                <a:avLst>
                  <a:gd fmla="val 7526" name="adj1"/>
                </a:avLst>
              </a:prstGeom>
              <a:noFill/>
              <a:ln cap="flat" cmpd="sng" w="38100">
                <a:solidFill>
                  <a:srgbClr val="FFC000"/>
                </a:solidFill>
                <a:prstDash val="solid"/>
                <a:round/>
                <a:headEnd len="sm" w="sm" type="none"/>
                <a:tailEnd len="sm" w="sm" type="none"/>
              </a:ln>
            </p:spPr>
          </p:cxnSp>
          <p:sp>
            <p:nvSpPr>
              <p:cNvPr id="1133" name="Google Shape;1133;p16"/>
              <p:cNvSpPr/>
              <p:nvPr/>
            </p:nvSpPr>
            <p:spPr>
              <a:xfrm>
                <a:off x="3323719" y="4305722"/>
                <a:ext cx="2056504" cy="515926"/>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400">
                    <a:solidFill>
                      <a:srgbClr val="666666"/>
                    </a:solidFill>
                    <a:latin typeface="Arial"/>
                    <a:ea typeface="Arial"/>
                    <a:cs typeface="Arial"/>
                    <a:sym typeface="Arial"/>
                  </a:rPr>
                  <a:t>专线</a:t>
                </a:r>
                <a:r>
                  <a:rPr b="1" lang="en-US" sz="1200">
                    <a:solidFill>
                      <a:srgbClr val="1D1D1A"/>
                    </a:solidFill>
                    <a:latin typeface="Arial"/>
                    <a:ea typeface="Arial"/>
                    <a:cs typeface="Arial"/>
                    <a:sym typeface="Arial"/>
                  </a:rPr>
                  <a:t>（2~4M）</a:t>
                </a:r>
                <a:endParaRPr b="1" sz="1200">
                  <a:solidFill>
                    <a:srgbClr val="1D1D1A"/>
                  </a:solidFill>
                  <a:latin typeface="Arial"/>
                  <a:ea typeface="Arial"/>
                  <a:cs typeface="Arial"/>
                  <a:sym typeface="Arial"/>
                </a:endParaRPr>
              </a:p>
            </p:txBody>
          </p:sp>
          <p:grpSp>
            <p:nvGrpSpPr>
              <p:cNvPr id="1134" name="Google Shape;1134;p16"/>
              <p:cNvGrpSpPr/>
              <p:nvPr/>
            </p:nvGrpSpPr>
            <p:grpSpPr>
              <a:xfrm>
                <a:off x="2159096" y="2985450"/>
                <a:ext cx="588871" cy="588871"/>
                <a:chOff x="5979435" y="1065284"/>
                <a:chExt cx="1353600" cy="1353600"/>
              </a:xfrm>
            </p:grpSpPr>
            <p:sp>
              <p:nvSpPr>
                <p:cNvPr id="1135" name="Google Shape;1135;p16"/>
                <p:cNvSpPr/>
                <p:nvPr/>
              </p:nvSpPr>
              <p:spPr>
                <a:xfrm>
                  <a:off x="5979435" y="1065284"/>
                  <a:ext cx="1353600" cy="1353600"/>
                </a:xfrm>
                <a:prstGeom prst="ellipse">
                  <a:avLst/>
                </a:prstGeom>
                <a:solidFill>
                  <a:srgbClr val="BFBFBF"/>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rgbClr val="000000"/>
                    </a:solidFill>
                    <a:latin typeface="Arial"/>
                    <a:ea typeface="Arial"/>
                    <a:cs typeface="Arial"/>
                    <a:sym typeface="Arial"/>
                  </a:endParaRPr>
                </a:p>
              </p:txBody>
            </p:sp>
            <p:grpSp>
              <p:nvGrpSpPr>
                <p:cNvPr id="1136" name="Google Shape;1136;p16"/>
                <p:cNvGrpSpPr/>
                <p:nvPr/>
              </p:nvGrpSpPr>
              <p:grpSpPr>
                <a:xfrm>
                  <a:off x="6151845" y="1243203"/>
                  <a:ext cx="1024810" cy="1140648"/>
                  <a:chOff x="6308225" y="1493827"/>
                  <a:chExt cx="715656" cy="796549"/>
                </a:xfrm>
              </p:grpSpPr>
              <p:grpSp>
                <p:nvGrpSpPr>
                  <p:cNvPr id="1137" name="Google Shape;1137;p16"/>
                  <p:cNvGrpSpPr/>
                  <p:nvPr/>
                </p:nvGrpSpPr>
                <p:grpSpPr>
                  <a:xfrm>
                    <a:off x="6446791" y="1493827"/>
                    <a:ext cx="443275" cy="499587"/>
                    <a:chOff x="683" y="627"/>
                    <a:chExt cx="372" cy="420"/>
                  </a:xfrm>
                </p:grpSpPr>
                <p:sp>
                  <p:nvSpPr>
                    <p:cNvPr id="1138" name="Google Shape;1138;p16"/>
                    <p:cNvSpPr/>
                    <p:nvPr/>
                  </p:nvSpPr>
                  <p:spPr>
                    <a:xfrm>
                      <a:off x="787" y="684"/>
                      <a:ext cx="38" cy="91"/>
                    </a:xfrm>
                    <a:custGeom>
                      <a:rect b="b" l="l" r="r" t="t"/>
                      <a:pathLst>
                        <a:path extrusionOk="0" h="332" w="139">
                          <a:moveTo>
                            <a:pt x="86" y="332"/>
                          </a:moveTo>
                          <a:lnTo>
                            <a:pt x="86" y="332"/>
                          </a:lnTo>
                          <a:cubicBezTo>
                            <a:pt x="94" y="332"/>
                            <a:pt x="102" y="329"/>
                            <a:pt x="109" y="322"/>
                          </a:cubicBezTo>
                          <a:cubicBezTo>
                            <a:pt x="121" y="310"/>
                            <a:pt x="122" y="289"/>
                            <a:pt x="109" y="277"/>
                          </a:cubicBezTo>
                          <a:cubicBezTo>
                            <a:pt x="83" y="250"/>
                            <a:pt x="68" y="216"/>
                            <a:pt x="67" y="180"/>
                          </a:cubicBezTo>
                          <a:cubicBezTo>
                            <a:pt x="65" y="135"/>
                            <a:pt x="86" y="92"/>
                            <a:pt x="123" y="62"/>
                          </a:cubicBezTo>
                          <a:cubicBezTo>
                            <a:pt x="137" y="51"/>
                            <a:pt x="139" y="31"/>
                            <a:pt x="128" y="17"/>
                          </a:cubicBezTo>
                          <a:cubicBezTo>
                            <a:pt x="117" y="3"/>
                            <a:pt x="97" y="0"/>
                            <a:pt x="83" y="12"/>
                          </a:cubicBezTo>
                          <a:cubicBezTo>
                            <a:pt x="29" y="54"/>
                            <a:pt x="0" y="116"/>
                            <a:pt x="2" y="182"/>
                          </a:cubicBezTo>
                          <a:cubicBezTo>
                            <a:pt x="4" y="235"/>
                            <a:pt x="25" y="284"/>
                            <a:pt x="63" y="322"/>
                          </a:cubicBezTo>
                          <a:cubicBezTo>
                            <a:pt x="69" y="329"/>
                            <a:pt x="78" y="332"/>
                            <a:pt x="86" y="332"/>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39" name="Google Shape;1139;p16"/>
                    <p:cNvSpPr/>
                    <p:nvPr/>
                  </p:nvSpPr>
                  <p:spPr>
                    <a:xfrm>
                      <a:off x="735" y="659"/>
                      <a:ext cx="48" cy="143"/>
                    </a:xfrm>
                    <a:custGeom>
                      <a:rect b="b" l="l" r="r" t="t"/>
                      <a:pathLst>
                        <a:path extrusionOk="0" h="522" w="173">
                          <a:moveTo>
                            <a:pt x="3" y="278"/>
                          </a:moveTo>
                          <a:lnTo>
                            <a:pt x="3" y="278"/>
                          </a:lnTo>
                          <a:cubicBezTo>
                            <a:pt x="6" y="366"/>
                            <a:pt x="42" y="449"/>
                            <a:pt x="107" y="513"/>
                          </a:cubicBezTo>
                          <a:cubicBezTo>
                            <a:pt x="113" y="519"/>
                            <a:pt x="121" y="522"/>
                            <a:pt x="129" y="522"/>
                          </a:cubicBezTo>
                          <a:cubicBezTo>
                            <a:pt x="138" y="522"/>
                            <a:pt x="146" y="519"/>
                            <a:pt x="152" y="512"/>
                          </a:cubicBezTo>
                          <a:cubicBezTo>
                            <a:pt x="165" y="500"/>
                            <a:pt x="165" y="479"/>
                            <a:pt x="152" y="467"/>
                          </a:cubicBezTo>
                          <a:cubicBezTo>
                            <a:pt x="100" y="415"/>
                            <a:pt x="70" y="347"/>
                            <a:pt x="67" y="275"/>
                          </a:cubicBezTo>
                          <a:cubicBezTo>
                            <a:pt x="65" y="194"/>
                            <a:pt x="97" y="118"/>
                            <a:pt x="159" y="60"/>
                          </a:cubicBezTo>
                          <a:cubicBezTo>
                            <a:pt x="172" y="48"/>
                            <a:pt x="173" y="27"/>
                            <a:pt x="160" y="14"/>
                          </a:cubicBezTo>
                          <a:cubicBezTo>
                            <a:pt x="148" y="1"/>
                            <a:pt x="128" y="0"/>
                            <a:pt x="115" y="13"/>
                          </a:cubicBezTo>
                          <a:cubicBezTo>
                            <a:pt x="40" y="82"/>
                            <a:pt x="0" y="179"/>
                            <a:pt x="3" y="27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40" name="Google Shape;1140;p16"/>
                    <p:cNvSpPr/>
                    <p:nvPr/>
                  </p:nvSpPr>
                  <p:spPr>
                    <a:xfrm>
                      <a:off x="683" y="634"/>
                      <a:ext cx="57" cy="196"/>
                    </a:xfrm>
                    <a:custGeom>
                      <a:rect b="b" l="l" r="r" t="t"/>
                      <a:pathLst>
                        <a:path extrusionOk="0" h="714" w="208">
                          <a:moveTo>
                            <a:pt x="149" y="705"/>
                          </a:moveTo>
                          <a:lnTo>
                            <a:pt x="149" y="705"/>
                          </a:lnTo>
                          <a:cubicBezTo>
                            <a:pt x="155" y="711"/>
                            <a:pt x="164" y="714"/>
                            <a:pt x="172" y="714"/>
                          </a:cubicBezTo>
                          <a:cubicBezTo>
                            <a:pt x="180" y="714"/>
                            <a:pt x="188" y="711"/>
                            <a:pt x="195" y="705"/>
                          </a:cubicBezTo>
                          <a:cubicBezTo>
                            <a:pt x="207" y="692"/>
                            <a:pt x="207" y="671"/>
                            <a:pt x="195" y="659"/>
                          </a:cubicBezTo>
                          <a:cubicBezTo>
                            <a:pt x="117" y="581"/>
                            <a:pt x="72" y="480"/>
                            <a:pt x="68" y="373"/>
                          </a:cubicBezTo>
                          <a:cubicBezTo>
                            <a:pt x="65" y="256"/>
                            <a:pt x="110" y="144"/>
                            <a:pt x="195" y="59"/>
                          </a:cubicBezTo>
                          <a:cubicBezTo>
                            <a:pt x="208" y="46"/>
                            <a:pt x="208" y="25"/>
                            <a:pt x="195" y="13"/>
                          </a:cubicBezTo>
                          <a:cubicBezTo>
                            <a:pt x="183" y="0"/>
                            <a:pt x="162" y="0"/>
                            <a:pt x="149" y="13"/>
                          </a:cubicBezTo>
                          <a:cubicBezTo>
                            <a:pt x="51" y="111"/>
                            <a:pt x="0" y="240"/>
                            <a:pt x="4" y="375"/>
                          </a:cubicBezTo>
                          <a:cubicBezTo>
                            <a:pt x="8" y="498"/>
                            <a:pt x="59" y="615"/>
                            <a:pt x="149" y="705"/>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41" name="Google Shape;1141;p16"/>
                    <p:cNvSpPr/>
                    <p:nvPr/>
                  </p:nvSpPr>
                  <p:spPr>
                    <a:xfrm>
                      <a:off x="913" y="687"/>
                      <a:ext cx="37" cy="91"/>
                    </a:xfrm>
                    <a:custGeom>
                      <a:rect b="b" l="l" r="r" t="t"/>
                      <a:pathLst>
                        <a:path extrusionOk="0" h="332" w="134">
                          <a:moveTo>
                            <a:pt x="12" y="321"/>
                          </a:moveTo>
                          <a:lnTo>
                            <a:pt x="12" y="321"/>
                          </a:lnTo>
                          <a:cubicBezTo>
                            <a:pt x="18" y="328"/>
                            <a:pt x="27" y="332"/>
                            <a:pt x="36" y="332"/>
                          </a:cubicBezTo>
                          <a:cubicBezTo>
                            <a:pt x="43" y="332"/>
                            <a:pt x="51" y="329"/>
                            <a:pt x="57" y="323"/>
                          </a:cubicBezTo>
                          <a:cubicBezTo>
                            <a:pt x="108" y="278"/>
                            <a:pt x="134" y="214"/>
                            <a:pt x="128" y="148"/>
                          </a:cubicBezTo>
                          <a:cubicBezTo>
                            <a:pt x="123" y="96"/>
                            <a:pt x="99" y="47"/>
                            <a:pt x="59" y="12"/>
                          </a:cubicBezTo>
                          <a:cubicBezTo>
                            <a:pt x="46" y="0"/>
                            <a:pt x="25" y="1"/>
                            <a:pt x="13" y="14"/>
                          </a:cubicBezTo>
                          <a:cubicBezTo>
                            <a:pt x="1" y="28"/>
                            <a:pt x="2" y="48"/>
                            <a:pt x="16" y="60"/>
                          </a:cubicBezTo>
                          <a:cubicBezTo>
                            <a:pt x="43" y="85"/>
                            <a:pt x="60" y="118"/>
                            <a:pt x="63" y="154"/>
                          </a:cubicBezTo>
                          <a:cubicBezTo>
                            <a:pt x="68" y="199"/>
                            <a:pt x="50" y="243"/>
                            <a:pt x="14" y="275"/>
                          </a:cubicBezTo>
                          <a:cubicBezTo>
                            <a:pt x="1" y="287"/>
                            <a:pt x="0" y="308"/>
                            <a:pt x="12" y="321"/>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42" name="Google Shape;1142;p16"/>
                    <p:cNvSpPr/>
                    <p:nvPr/>
                  </p:nvSpPr>
                  <p:spPr>
                    <a:xfrm>
                      <a:off x="952" y="657"/>
                      <a:ext cx="50" cy="143"/>
                    </a:xfrm>
                    <a:custGeom>
                      <a:rect b="b" l="l" r="r" t="t"/>
                      <a:pathLst>
                        <a:path extrusionOk="0" h="522" w="184">
                          <a:moveTo>
                            <a:pt x="111" y="247"/>
                          </a:moveTo>
                          <a:lnTo>
                            <a:pt x="111" y="247"/>
                          </a:lnTo>
                          <a:cubicBezTo>
                            <a:pt x="118" y="328"/>
                            <a:pt x="90" y="406"/>
                            <a:pt x="32" y="467"/>
                          </a:cubicBezTo>
                          <a:cubicBezTo>
                            <a:pt x="20" y="480"/>
                            <a:pt x="21" y="501"/>
                            <a:pt x="34" y="513"/>
                          </a:cubicBezTo>
                          <a:cubicBezTo>
                            <a:pt x="40" y="519"/>
                            <a:pt x="48" y="522"/>
                            <a:pt x="56" y="522"/>
                          </a:cubicBezTo>
                          <a:cubicBezTo>
                            <a:pt x="64" y="522"/>
                            <a:pt x="73" y="518"/>
                            <a:pt x="79" y="512"/>
                          </a:cubicBezTo>
                          <a:cubicBezTo>
                            <a:pt x="149" y="438"/>
                            <a:pt x="184" y="339"/>
                            <a:pt x="175" y="241"/>
                          </a:cubicBezTo>
                          <a:cubicBezTo>
                            <a:pt x="167" y="153"/>
                            <a:pt x="126" y="72"/>
                            <a:pt x="58" y="12"/>
                          </a:cubicBezTo>
                          <a:cubicBezTo>
                            <a:pt x="44" y="0"/>
                            <a:pt x="24" y="2"/>
                            <a:pt x="12" y="15"/>
                          </a:cubicBezTo>
                          <a:cubicBezTo>
                            <a:pt x="0" y="28"/>
                            <a:pt x="2" y="49"/>
                            <a:pt x="15" y="61"/>
                          </a:cubicBezTo>
                          <a:cubicBezTo>
                            <a:pt x="70" y="109"/>
                            <a:pt x="105" y="175"/>
                            <a:pt x="111" y="247"/>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43" name="Google Shape;1143;p16"/>
                    <p:cNvSpPr/>
                    <p:nvPr/>
                  </p:nvSpPr>
                  <p:spPr>
                    <a:xfrm>
                      <a:off x="991" y="627"/>
                      <a:ext cx="64" cy="195"/>
                    </a:xfrm>
                    <a:custGeom>
                      <a:rect b="b" l="l" r="r" t="t"/>
                      <a:pathLst>
                        <a:path extrusionOk="0" h="713" w="234">
                          <a:moveTo>
                            <a:pt x="157" y="338"/>
                          </a:moveTo>
                          <a:lnTo>
                            <a:pt x="157" y="338"/>
                          </a:lnTo>
                          <a:cubicBezTo>
                            <a:pt x="168" y="455"/>
                            <a:pt x="130" y="569"/>
                            <a:pt x="49" y="659"/>
                          </a:cubicBezTo>
                          <a:cubicBezTo>
                            <a:pt x="37" y="672"/>
                            <a:pt x="39" y="693"/>
                            <a:pt x="52" y="705"/>
                          </a:cubicBezTo>
                          <a:cubicBezTo>
                            <a:pt x="58" y="710"/>
                            <a:pt x="66" y="713"/>
                            <a:pt x="73" y="713"/>
                          </a:cubicBezTo>
                          <a:cubicBezTo>
                            <a:pt x="82" y="713"/>
                            <a:pt x="91" y="709"/>
                            <a:pt x="98" y="702"/>
                          </a:cubicBezTo>
                          <a:cubicBezTo>
                            <a:pt x="190" y="598"/>
                            <a:pt x="234" y="467"/>
                            <a:pt x="222" y="332"/>
                          </a:cubicBezTo>
                          <a:cubicBezTo>
                            <a:pt x="211" y="209"/>
                            <a:pt x="152" y="95"/>
                            <a:pt x="57" y="11"/>
                          </a:cubicBezTo>
                          <a:cubicBezTo>
                            <a:pt x="44" y="0"/>
                            <a:pt x="24" y="2"/>
                            <a:pt x="12" y="14"/>
                          </a:cubicBezTo>
                          <a:cubicBezTo>
                            <a:pt x="0" y="27"/>
                            <a:pt x="1" y="48"/>
                            <a:pt x="14" y="60"/>
                          </a:cubicBezTo>
                          <a:cubicBezTo>
                            <a:pt x="97" y="133"/>
                            <a:pt x="148" y="232"/>
                            <a:pt x="157" y="33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144" name="Google Shape;1144;p16"/>
                    <p:cNvSpPr/>
                    <p:nvPr/>
                  </p:nvSpPr>
                  <p:spPr>
                    <a:xfrm>
                      <a:off x="725" y="729"/>
                      <a:ext cx="284" cy="318"/>
                    </a:xfrm>
                    <a:custGeom>
                      <a:rect b="b" l="l" r="r" t="t"/>
                      <a:pathLst>
                        <a:path extrusionOk="0" h="1163" w="1038">
                          <a:moveTo>
                            <a:pt x="486" y="560"/>
                          </a:moveTo>
                          <a:lnTo>
                            <a:pt x="486" y="560"/>
                          </a:lnTo>
                          <a:lnTo>
                            <a:pt x="406" y="505"/>
                          </a:lnTo>
                          <a:cubicBezTo>
                            <a:pt x="402" y="502"/>
                            <a:pt x="397" y="500"/>
                            <a:pt x="393" y="499"/>
                          </a:cubicBezTo>
                          <a:lnTo>
                            <a:pt x="486" y="365"/>
                          </a:lnTo>
                          <a:lnTo>
                            <a:pt x="486" y="560"/>
                          </a:lnTo>
                          <a:close/>
                          <a:moveTo>
                            <a:pt x="646" y="500"/>
                          </a:moveTo>
                          <a:lnTo>
                            <a:pt x="646" y="500"/>
                          </a:lnTo>
                          <a:cubicBezTo>
                            <a:pt x="642" y="500"/>
                            <a:pt x="637" y="502"/>
                            <a:pt x="633" y="505"/>
                          </a:cubicBezTo>
                          <a:lnTo>
                            <a:pt x="553" y="560"/>
                          </a:lnTo>
                          <a:lnTo>
                            <a:pt x="553" y="364"/>
                          </a:lnTo>
                          <a:lnTo>
                            <a:pt x="646" y="500"/>
                          </a:lnTo>
                          <a:close/>
                          <a:moveTo>
                            <a:pt x="486" y="688"/>
                          </a:moveTo>
                          <a:lnTo>
                            <a:pt x="486" y="688"/>
                          </a:lnTo>
                          <a:lnTo>
                            <a:pt x="486" y="1083"/>
                          </a:lnTo>
                          <a:lnTo>
                            <a:pt x="106" y="951"/>
                          </a:lnTo>
                          <a:lnTo>
                            <a:pt x="486" y="688"/>
                          </a:lnTo>
                          <a:close/>
                          <a:moveTo>
                            <a:pt x="681" y="549"/>
                          </a:moveTo>
                          <a:lnTo>
                            <a:pt x="681" y="549"/>
                          </a:lnTo>
                          <a:lnTo>
                            <a:pt x="873" y="829"/>
                          </a:lnTo>
                          <a:lnTo>
                            <a:pt x="578" y="624"/>
                          </a:lnTo>
                          <a:lnTo>
                            <a:pt x="671" y="560"/>
                          </a:lnTo>
                          <a:cubicBezTo>
                            <a:pt x="675" y="557"/>
                            <a:pt x="678" y="553"/>
                            <a:pt x="681" y="549"/>
                          </a:cubicBezTo>
                          <a:close/>
                          <a:moveTo>
                            <a:pt x="368" y="560"/>
                          </a:moveTo>
                          <a:lnTo>
                            <a:pt x="368" y="560"/>
                          </a:lnTo>
                          <a:lnTo>
                            <a:pt x="461" y="624"/>
                          </a:lnTo>
                          <a:lnTo>
                            <a:pt x="165" y="829"/>
                          </a:lnTo>
                          <a:lnTo>
                            <a:pt x="358" y="549"/>
                          </a:lnTo>
                          <a:cubicBezTo>
                            <a:pt x="361" y="553"/>
                            <a:pt x="364" y="557"/>
                            <a:pt x="368" y="560"/>
                          </a:cubicBezTo>
                          <a:close/>
                          <a:moveTo>
                            <a:pt x="379" y="403"/>
                          </a:moveTo>
                          <a:lnTo>
                            <a:pt x="379" y="403"/>
                          </a:lnTo>
                          <a:lnTo>
                            <a:pt x="6" y="942"/>
                          </a:lnTo>
                          <a:cubicBezTo>
                            <a:pt x="6" y="942"/>
                            <a:pt x="6" y="942"/>
                            <a:pt x="5" y="942"/>
                          </a:cubicBezTo>
                          <a:cubicBezTo>
                            <a:pt x="4" y="944"/>
                            <a:pt x="3" y="946"/>
                            <a:pt x="2" y="949"/>
                          </a:cubicBezTo>
                          <a:cubicBezTo>
                            <a:pt x="2" y="949"/>
                            <a:pt x="2" y="949"/>
                            <a:pt x="2" y="949"/>
                          </a:cubicBezTo>
                          <a:cubicBezTo>
                            <a:pt x="1" y="951"/>
                            <a:pt x="1" y="953"/>
                            <a:pt x="0" y="956"/>
                          </a:cubicBezTo>
                          <a:cubicBezTo>
                            <a:pt x="0" y="956"/>
                            <a:pt x="0" y="957"/>
                            <a:pt x="0" y="958"/>
                          </a:cubicBezTo>
                          <a:cubicBezTo>
                            <a:pt x="0" y="959"/>
                            <a:pt x="0" y="961"/>
                            <a:pt x="0" y="963"/>
                          </a:cubicBezTo>
                          <a:cubicBezTo>
                            <a:pt x="0" y="963"/>
                            <a:pt x="0" y="964"/>
                            <a:pt x="0" y="965"/>
                          </a:cubicBezTo>
                          <a:cubicBezTo>
                            <a:pt x="0" y="967"/>
                            <a:pt x="1" y="968"/>
                            <a:pt x="1" y="970"/>
                          </a:cubicBezTo>
                          <a:cubicBezTo>
                            <a:pt x="1" y="970"/>
                            <a:pt x="1" y="971"/>
                            <a:pt x="1" y="971"/>
                          </a:cubicBezTo>
                          <a:cubicBezTo>
                            <a:pt x="2" y="972"/>
                            <a:pt x="2" y="972"/>
                            <a:pt x="2" y="972"/>
                          </a:cubicBezTo>
                          <a:cubicBezTo>
                            <a:pt x="3" y="974"/>
                            <a:pt x="3" y="975"/>
                            <a:pt x="4" y="976"/>
                          </a:cubicBezTo>
                          <a:cubicBezTo>
                            <a:pt x="4" y="977"/>
                            <a:pt x="5" y="978"/>
                            <a:pt x="5" y="979"/>
                          </a:cubicBezTo>
                          <a:cubicBezTo>
                            <a:pt x="5" y="979"/>
                            <a:pt x="6" y="980"/>
                            <a:pt x="6" y="980"/>
                          </a:cubicBezTo>
                          <a:cubicBezTo>
                            <a:pt x="6" y="980"/>
                            <a:pt x="7" y="981"/>
                            <a:pt x="7" y="982"/>
                          </a:cubicBezTo>
                          <a:cubicBezTo>
                            <a:pt x="8" y="983"/>
                            <a:pt x="9" y="984"/>
                            <a:pt x="10" y="985"/>
                          </a:cubicBezTo>
                          <a:cubicBezTo>
                            <a:pt x="11" y="986"/>
                            <a:pt x="12" y="987"/>
                            <a:pt x="13" y="987"/>
                          </a:cubicBezTo>
                          <a:cubicBezTo>
                            <a:pt x="14" y="988"/>
                            <a:pt x="15" y="989"/>
                            <a:pt x="17" y="990"/>
                          </a:cubicBezTo>
                          <a:cubicBezTo>
                            <a:pt x="18" y="990"/>
                            <a:pt x="19" y="991"/>
                            <a:pt x="20" y="991"/>
                          </a:cubicBezTo>
                          <a:cubicBezTo>
                            <a:pt x="21" y="992"/>
                            <a:pt x="21" y="992"/>
                            <a:pt x="22" y="992"/>
                          </a:cubicBezTo>
                          <a:lnTo>
                            <a:pt x="508" y="1162"/>
                          </a:lnTo>
                          <a:cubicBezTo>
                            <a:pt x="509" y="1162"/>
                            <a:pt x="509" y="1162"/>
                            <a:pt x="509" y="1162"/>
                          </a:cubicBezTo>
                          <a:cubicBezTo>
                            <a:pt x="510" y="1162"/>
                            <a:pt x="511" y="1162"/>
                            <a:pt x="513" y="1163"/>
                          </a:cubicBezTo>
                          <a:cubicBezTo>
                            <a:pt x="513" y="1163"/>
                            <a:pt x="514" y="1163"/>
                            <a:pt x="514" y="1163"/>
                          </a:cubicBezTo>
                          <a:cubicBezTo>
                            <a:pt x="516" y="1163"/>
                            <a:pt x="518" y="1163"/>
                            <a:pt x="519" y="1163"/>
                          </a:cubicBezTo>
                          <a:cubicBezTo>
                            <a:pt x="521" y="1163"/>
                            <a:pt x="523" y="1163"/>
                            <a:pt x="525" y="1163"/>
                          </a:cubicBezTo>
                          <a:cubicBezTo>
                            <a:pt x="525" y="1163"/>
                            <a:pt x="526" y="1163"/>
                            <a:pt x="526" y="1163"/>
                          </a:cubicBezTo>
                          <a:cubicBezTo>
                            <a:pt x="527" y="1162"/>
                            <a:pt x="529" y="1162"/>
                            <a:pt x="530" y="1162"/>
                          </a:cubicBezTo>
                          <a:cubicBezTo>
                            <a:pt x="530" y="1162"/>
                            <a:pt x="530" y="1162"/>
                            <a:pt x="530" y="1162"/>
                          </a:cubicBezTo>
                          <a:lnTo>
                            <a:pt x="623" y="1129"/>
                          </a:lnTo>
                          <a:cubicBezTo>
                            <a:pt x="636" y="1145"/>
                            <a:pt x="655" y="1155"/>
                            <a:pt x="677" y="1155"/>
                          </a:cubicBezTo>
                          <a:cubicBezTo>
                            <a:pt x="715" y="1155"/>
                            <a:pt x="746" y="1123"/>
                            <a:pt x="746" y="1085"/>
                          </a:cubicBezTo>
                          <a:cubicBezTo>
                            <a:pt x="746" y="1047"/>
                            <a:pt x="715" y="1016"/>
                            <a:pt x="677" y="1016"/>
                          </a:cubicBezTo>
                          <a:cubicBezTo>
                            <a:pt x="646" y="1016"/>
                            <a:pt x="621" y="1036"/>
                            <a:pt x="611" y="1063"/>
                          </a:cubicBezTo>
                          <a:lnTo>
                            <a:pt x="553" y="1083"/>
                          </a:lnTo>
                          <a:lnTo>
                            <a:pt x="553" y="688"/>
                          </a:lnTo>
                          <a:lnTo>
                            <a:pt x="932" y="951"/>
                          </a:lnTo>
                          <a:lnTo>
                            <a:pt x="888" y="966"/>
                          </a:lnTo>
                          <a:cubicBezTo>
                            <a:pt x="877" y="956"/>
                            <a:pt x="862" y="950"/>
                            <a:pt x="845" y="950"/>
                          </a:cubicBezTo>
                          <a:cubicBezTo>
                            <a:pt x="807" y="950"/>
                            <a:pt x="776" y="982"/>
                            <a:pt x="776" y="1020"/>
                          </a:cubicBezTo>
                          <a:cubicBezTo>
                            <a:pt x="776" y="1058"/>
                            <a:pt x="807" y="1089"/>
                            <a:pt x="845" y="1089"/>
                          </a:cubicBezTo>
                          <a:cubicBezTo>
                            <a:pt x="881" y="1089"/>
                            <a:pt x="910" y="1062"/>
                            <a:pt x="914" y="1027"/>
                          </a:cubicBezTo>
                          <a:lnTo>
                            <a:pt x="1015" y="992"/>
                          </a:lnTo>
                          <a:cubicBezTo>
                            <a:pt x="1016" y="992"/>
                            <a:pt x="1017" y="992"/>
                            <a:pt x="1018" y="991"/>
                          </a:cubicBezTo>
                          <a:cubicBezTo>
                            <a:pt x="1019" y="991"/>
                            <a:pt x="1020" y="990"/>
                            <a:pt x="1021" y="990"/>
                          </a:cubicBezTo>
                          <a:cubicBezTo>
                            <a:pt x="1022" y="989"/>
                            <a:pt x="1023" y="988"/>
                            <a:pt x="1024" y="987"/>
                          </a:cubicBezTo>
                          <a:cubicBezTo>
                            <a:pt x="1025" y="987"/>
                            <a:pt x="1026" y="986"/>
                            <a:pt x="1027" y="985"/>
                          </a:cubicBezTo>
                          <a:cubicBezTo>
                            <a:pt x="1028" y="984"/>
                            <a:pt x="1029" y="983"/>
                            <a:pt x="1030" y="982"/>
                          </a:cubicBezTo>
                          <a:cubicBezTo>
                            <a:pt x="1031" y="981"/>
                            <a:pt x="1031" y="981"/>
                            <a:pt x="1032" y="980"/>
                          </a:cubicBezTo>
                          <a:cubicBezTo>
                            <a:pt x="1032" y="980"/>
                            <a:pt x="1032" y="979"/>
                            <a:pt x="1032" y="979"/>
                          </a:cubicBezTo>
                          <a:cubicBezTo>
                            <a:pt x="1033" y="978"/>
                            <a:pt x="1033" y="977"/>
                            <a:pt x="1034" y="976"/>
                          </a:cubicBezTo>
                          <a:cubicBezTo>
                            <a:pt x="1035" y="975"/>
                            <a:pt x="1035" y="974"/>
                            <a:pt x="1036" y="972"/>
                          </a:cubicBezTo>
                          <a:cubicBezTo>
                            <a:pt x="1036" y="972"/>
                            <a:pt x="1036" y="972"/>
                            <a:pt x="1036" y="971"/>
                          </a:cubicBezTo>
                          <a:cubicBezTo>
                            <a:pt x="1036" y="971"/>
                            <a:pt x="1036" y="970"/>
                            <a:pt x="1036" y="970"/>
                          </a:cubicBezTo>
                          <a:cubicBezTo>
                            <a:pt x="1037" y="968"/>
                            <a:pt x="1037" y="967"/>
                            <a:pt x="1037" y="965"/>
                          </a:cubicBezTo>
                          <a:cubicBezTo>
                            <a:pt x="1038" y="964"/>
                            <a:pt x="1038" y="963"/>
                            <a:pt x="1038" y="963"/>
                          </a:cubicBezTo>
                          <a:cubicBezTo>
                            <a:pt x="1038" y="961"/>
                            <a:pt x="1038" y="959"/>
                            <a:pt x="1038" y="958"/>
                          </a:cubicBezTo>
                          <a:cubicBezTo>
                            <a:pt x="1038" y="957"/>
                            <a:pt x="1038" y="956"/>
                            <a:pt x="1037" y="956"/>
                          </a:cubicBezTo>
                          <a:cubicBezTo>
                            <a:pt x="1037" y="951"/>
                            <a:pt x="1035" y="946"/>
                            <a:pt x="1032" y="942"/>
                          </a:cubicBezTo>
                          <a:cubicBezTo>
                            <a:pt x="1032" y="942"/>
                            <a:pt x="1032" y="942"/>
                            <a:pt x="1032" y="942"/>
                          </a:cubicBezTo>
                          <a:lnTo>
                            <a:pt x="663" y="406"/>
                          </a:lnTo>
                          <a:cubicBezTo>
                            <a:pt x="689" y="417"/>
                            <a:pt x="721" y="416"/>
                            <a:pt x="748" y="399"/>
                          </a:cubicBezTo>
                          <a:lnTo>
                            <a:pt x="650" y="244"/>
                          </a:lnTo>
                          <a:cubicBezTo>
                            <a:pt x="621" y="262"/>
                            <a:pt x="606" y="294"/>
                            <a:pt x="607" y="325"/>
                          </a:cubicBezTo>
                          <a:lnTo>
                            <a:pt x="553" y="246"/>
                          </a:lnTo>
                          <a:lnTo>
                            <a:pt x="553" y="34"/>
                          </a:lnTo>
                          <a:cubicBezTo>
                            <a:pt x="553" y="15"/>
                            <a:pt x="538" y="0"/>
                            <a:pt x="519" y="0"/>
                          </a:cubicBezTo>
                          <a:cubicBezTo>
                            <a:pt x="501" y="0"/>
                            <a:pt x="486" y="15"/>
                            <a:pt x="486" y="34"/>
                          </a:cubicBezTo>
                          <a:lnTo>
                            <a:pt x="486" y="248"/>
                          </a:lnTo>
                          <a:lnTo>
                            <a:pt x="428" y="332"/>
                          </a:lnTo>
                          <a:cubicBezTo>
                            <a:pt x="432" y="298"/>
                            <a:pt x="416" y="263"/>
                            <a:pt x="386" y="244"/>
                          </a:cubicBezTo>
                          <a:lnTo>
                            <a:pt x="288" y="399"/>
                          </a:lnTo>
                          <a:cubicBezTo>
                            <a:pt x="316" y="417"/>
                            <a:pt x="351" y="417"/>
                            <a:pt x="379" y="403"/>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grpSp>
              <p:sp>
                <p:nvSpPr>
                  <p:cNvPr id="1145" name="Google Shape;1145;p16"/>
                  <p:cNvSpPr txBox="1"/>
                  <p:nvPr/>
                </p:nvSpPr>
                <p:spPr>
                  <a:xfrm>
                    <a:off x="6308225" y="2018651"/>
                    <a:ext cx="715656" cy="2717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1D1D1A"/>
                        </a:solidFill>
                        <a:latin typeface="Arial"/>
                        <a:ea typeface="Arial"/>
                        <a:cs typeface="Arial"/>
                        <a:sym typeface="Arial"/>
                      </a:rPr>
                      <a:t>5G</a:t>
                    </a:r>
                    <a:endParaRPr b="1" sz="1100">
                      <a:solidFill>
                        <a:srgbClr val="1D1D1A"/>
                      </a:solidFill>
                      <a:latin typeface="Arial"/>
                      <a:ea typeface="Arial"/>
                      <a:cs typeface="Arial"/>
                      <a:sym typeface="Arial"/>
                    </a:endParaRPr>
                  </a:p>
                </p:txBody>
              </p:sp>
            </p:grpSp>
          </p:grpSp>
          <p:sp>
            <p:nvSpPr>
              <p:cNvPr id="1146" name="Google Shape;1146;p16"/>
              <p:cNvSpPr/>
              <p:nvPr/>
            </p:nvSpPr>
            <p:spPr>
              <a:xfrm>
                <a:off x="3042255" y="4123243"/>
                <a:ext cx="2545738" cy="293241"/>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666666"/>
                    </a:solidFill>
                    <a:latin typeface="Microsoft Yahei"/>
                    <a:ea typeface="Microsoft Yahei"/>
                    <a:cs typeface="Microsoft Yahei"/>
                    <a:sym typeface="Microsoft Yahei"/>
                  </a:rPr>
                  <a:t>核心生产业务</a:t>
                </a:r>
                <a:endParaRPr b="1" sz="1000">
                  <a:solidFill>
                    <a:srgbClr val="666666"/>
                  </a:solidFill>
                  <a:latin typeface="Microsoft Yahei"/>
                  <a:ea typeface="Microsoft Yahei"/>
                  <a:cs typeface="Microsoft Yahei"/>
                  <a:sym typeface="Microsoft Yahei"/>
                </a:endParaRPr>
              </a:p>
            </p:txBody>
          </p:sp>
          <p:cxnSp>
            <p:nvCxnSpPr>
              <p:cNvPr id="1147" name="Google Shape;1147;p16"/>
              <p:cNvCxnSpPr/>
              <p:nvPr/>
            </p:nvCxnSpPr>
            <p:spPr>
              <a:xfrm>
                <a:off x="5570070" y="3279886"/>
                <a:ext cx="868346" cy="500154"/>
              </a:xfrm>
              <a:prstGeom prst="bentConnector3">
                <a:avLst>
                  <a:gd fmla="val 106750" name="adj1"/>
                </a:avLst>
              </a:prstGeom>
              <a:noFill/>
              <a:ln cap="flat" cmpd="sng" w="38100">
                <a:solidFill>
                  <a:srgbClr val="FFC000"/>
                </a:solidFill>
                <a:prstDash val="solid"/>
                <a:round/>
                <a:headEnd len="sm" w="sm" type="none"/>
                <a:tailEnd len="sm" w="sm" type="none"/>
              </a:ln>
            </p:spPr>
          </p:cxnSp>
          <p:cxnSp>
            <p:nvCxnSpPr>
              <p:cNvPr id="1148" name="Google Shape;1148;p16"/>
              <p:cNvCxnSpPr/>
              <p:nvPr/>
            </p:nvCxnSpPr>
            <p:spPr>
              <a:xfrm flipH="1" rot="10800000">
                <a:off x="5587125" y="3803241"/>
                <a:ext cx="456830" cy="450533"/>
              </a:xfrm>
              <a:prstGeom prst="bentConnector3">
                <a:avLst>
                  <a:gd fmla="val 201404" name="adj1"/>
                </a:avLst>
              </a:prstGeom>
              <a:noFill/>
              <a:ln cap="flat" cmpd="sng" w="38100">
                <a:solidFill>
                  <a:srgbClr val="FFC000"/>
                </a:solidFill>
                <a:prstDash val="solid"/>
                <a:round/>
                <a:headEnd len="sm" w="sm" type="none"/>
                <a:tailEnd len="sm" w="sm" type="none"/>
              </a:ln>
            </p:spPr>
          </p:cxnSp>
          <p:sp>
            <p:nvSpPr>
              <p:cNvPr id="1149" name="Google Shape;1149;p16"/>
              <p:cNvSpPr/>
              <p:nvPr/>
            </p:nvSpPr>
            <p:spPr>
              <a:xfrm>
                <a:off x="6307586" y="3391069"/>
                <a:ext cx="1228623" cy="565485"/>
              </a:xfrm>
              <a:custGeom>
                <a:rect b="b" l="l" r="r" t="t"/>
                <a:pathLst>
                  <a:path extrusionOk="0" h="11487" w="16443">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chemeClr val="lt1">
                  <a:alpha val="10980"/>
                </a:schemeClr>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666666"/>
                    </a:solidFill>
                    <a:latin typeface="Microsoft Yahei"/>
                    <a:ea typeface="Microsoft Yahei"/>
                    <a:cs typeface="Microsoft Yahei"/>
                    <a:sym typeface="Microsoft Yahei"/>
                  </a:rPr>
                  <a:t>云</a:t>
                </a:r>
                <a:endParaRPr/>
              </a:p>
            </p:txBody>
          </p:sp>
          <p:grpSp>
            <p:nvGrpSpPr>
              <p:cNvPr id="1150" name="Google Shape;1150;p16"/>
              <p:cNvGrpSpPr/>
              <p:nvPr/>
            </p:nvGrpSpPr>
            <p:grpSpPr>
              <a:xfrm>
                <a:off x="6236294" y="3657229"/>
                <a:ext cx="237776" cy="239403"/>
                <a:chOff x="-983298" y="1666240"/>
                <a:chExt cx="547688" cy="309564"/>
              </a:xfrm>
            </p:grpSpPr>
            <p:sp>
              <p:nvSpPr>
                <p:cNvPr id="1151" name="Google Shape;1151;p16"/>
                <p:cNvSpPr/>
                <p:nvPr/>
              </p:nvSpPr>
              <p:spPr>
                <a:xfrm>
                  <a:off x="-983298" y="1798004"/>
                  <a:ext cx="547688" cy="177800"/>
                </a:xfrm>
                <a:custGeom>
                  <a:rect b="b" l="l" r="r" t="t"/>
                  <a:pathLst>
                    <a:path extrusionOk="0" h="5245" w="16189">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00">
                    <a:solidFill>
                      <a:srgbClr val="1D1D1A"/>
                    </a:solidFill>
                    <a:latin typeface="Arial"/>
                    <a:ea typeface="Arial"/>
                    <a:cs typeface="Arial"/>
                    <a:sym typeface="Arial"/>
                  </a:endParaRPr>
                </a:p>
              </p:txBody>
            </p:sp>
            <p:sp>
              <p:nvSpPr>
                <p:cNvPr id="1152" name="Google Shape;1152;p16"/>
                <p:cNvSpPr/>
                <p:nvPr/>
              </p:nvSpPr>
              <p:spPr>
                <a:xfrm>
                  <a:off x="-983298" y="1666240"/>
                  <a:ext cx="547688" cy="207963"/>
                </a:xfrm>
                <a:custGeom>
                  <a:rect b="b" l="l" r="r" t="t"/>
                  <a:pathLst>
                    <a:path extrusionOk="0" h="6154" w="16215">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00">
                    <a:solidFill>
                      <a:srgbClr val="1D1D1A"/>
                    </a:solidFill>
                    <a:latin typeface="Arial"/>
                    <a:ea typeface="Arial"/>
                    <a:cs typeface="Arial"/>
                    <a:sym typeface="Arial"/>
                  </a:endParaRPr>
                </a:p>
              </p:txBody>
            </p:sp>
          </p:grpSp>
          <p:sp>
            <p:nvSpPr>
              <p:cNvPr id="1153" name="Google Shape;1153;p16"/>
              <p:cNvSpPr/>
              <p:nvPr/>
            </p:nvSpPr>
            <p:spPr>
              <a:xfrm>
                <a:off x="3323718" y="2435162"/>
                <a:ext cx="2353181" cy="515927"/>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600">
                    <a:solidFill>
                      <a:srgbClr val="C00000"/>
                    </a:solidFill>
                    <a:latin typeface="Arial"/>
                    <a:ea typeface="Arial"/>
                    <a:cs typeface="Arial"/>
                    <a:sym typeface="Arial"/>
                  </a:rPr>
                  <a:t>5G</a:t>
                </a:r>
                <a:r>
                  <a:rPr b="1" lang="en-US" sz="1200">
                    <a:solidFill>
                      <a:srgbClr val="1D1D1A"/>
                    </a:solidFill>
                    <a:latin typeface="Arial"/>
                    <a:ea typeface="Arial"/>
                    <a:cs typeface="Arial"/>
                    <a:sym typeface="Arial"/>
                  </a:rPr>
                  <a:t>（230M UL，900M DL）</a:t>
                </a:r>
                <a:endParaRPr b="1" sz="1200">
                  <a:solidFill>
                    <a:srgbClr val="1D1D1A"/>
                  </a:solidFill>
                  <a:latin typeface="Arial"/>
                  <a:ea typeface="Arial"/>
                  <a:cs typeface="Arial"/>
                  <a:sym typeface="Arial"/>
                </a:endParaRPr>
              </a:p>
            </p:txBody>
          </p:sp>
          <p:cxnSp>
            <p:nvCxnSpPr>
              <p:cNvPr id="1154" name="Google Shape;1154;p16"/>
              <p:cNvCxnSpPr/>
              <p:nvPr/>
            </p:nvCxnSpPr>
            <p:spPr>
              <a:xfrm>
                <a:off x="3643006" y="3506868"/>
                <a:ext cx="0" cy="592744"/>
              </a:xfrm>
              <a:prstGeom prst="straightConnector1">
                <a:avLst/>
              </a:prstGeom>
              <a:noFill/>
              <a:ln cap="flat" cmpd="sng" w="9525">
                <a:solidFill>
                  <a:srgbClr val="4A7DBA"/>
                </a:solidFill>
                <a:prstDash val="solid"/>
                <a:round/>
                <a:headEnd len="sm" w="sm" type="none"/>
                <a:tailEnd len="med" w="med" type="triangle"/>
              </a:ln>
            </p:spPr>
          </p:cxnSp>
          <p:cxnSp>
            <p:nvCxnSpPr>
              <p:cNvPr id="1155" name="Google Shape;1155;p16"/>
              <p:cNvCxnSpPr/>
              <p:nvPr/>
            </p:nvCxnSpPr>
            <p:spPr>
              <a:xfrm rot="10800000">
                <a:off x="4853438" y="3588259"/>
                <a:ext cx="0" cy="511353"/>
              </a:xfrm>
              <a:prstGeom prst="straightConnector1">
                <a:avLst/>
              </a:prstGeom>
              <a:noFill/>
              <a:ln cap="flat" cmpd="sng" w="9525">
                <a:solidFill>
                  <a:srgbClr val="4A7DBA"/>
                </a:solidFill>
                <a:prstDash val="solid"/>
                <a:round/>
                <a:headEnd len="sm" w="sm" type="none"/>
                <a:tailEnd len="med" w="med" type="triangle"/>
              </a:ln>
            </p:spPr>
          </p:cxnSp>
          <p:sp>
            <p:nvSpPr>
              <p:cNvPr id="1156" name="Google Shape;1156;p16"/>
              <p:cNvSpPr/>
              <p:nvPr/>
            </p:nvSpPr>
            <p:spPr>
              <a:xfrm>
                <a:off x="3677823" y="3672814"/>
                <a:ext cx="1172116"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00000"/>
                    </a:solidFill>
                    <a:latin typeface="Arial"/>
                    <a:ea typeface="Arial"/>
                    <a:cs typeface="Arial"/>
                    <a:sym typeface="Arial"/>
                  </a:rPr>
                  <a:t>应用级智能选路</a:t>
                </a:r>
                <a:endParaRPr b="1" sz="1100">
                  <a:solidFill>
                    <a:srgbClr val="C00000"/>
                  </a:solidFill>
                  <a:latin typeface="Arial"/>
                  <a:ea typeface="Arial"/>
                  <a:cs typeface="Arial"/>
                  <a:sym typeface="Arial"/>
                </a:endParaRPr>
              </a:p>
            </p:txBody>
          </p:sp>
          <p:cxnSp>
            <p:nvCxnSpPr>
              <p:cNvPr id="1157" name="Google Shape;1157;p16"/>
              <p:cNvCxnSpPr>
                <a:endCxn id="1146" idx="1"/>
              </p:cNvCxnSpPr>
              <p:nvPr/>
            </p:nvCxnSpPr>
            <p:spPr>
              <a:xfrm>
                <a:off x="1585155" y="4028364"/>
                <a:ext cx="1457100" cy="241500"/>
              </a:xfrm>
              <a:prstGeom prst="bentConnector3">
                <a:avLst>
                  <a:gd fmla="val -9134" name="adj1"/>
                </a:avLst>
              </a:prstGeom>
              <a:noFill/>
              <a:ln cap="flat" cmpd="sng" w="38100">
                <a:solidFill>
                  <a:srgbClr val="FFC000"/>
                </a:solidFill>
                <a:prstDash val="solid"/>
                <a:round/>
                <a:headEnd len="sm" w="sm" type="none"/>
                <a:tailEnd len="sm" w="sm" type="none"/>
              </a:ln>
            </p:spPr>
          </p:cxnSp>
          <p:sp>
            <p:nvSpPr>
              <p:cNvPr id="1158" name="Google Shape;1158;p16"/>
              <p:cNvSpPr/>
              <p:nvPr/>
            </p:nvSpPr>
            <p:spPr>
              <a:xfrm rot="5400000">
                <a:off x="3951199" y="1907680"/>
                <a:ext cx="693925" cy="2564094"/>
              </a:xfrm>
              <a:prstGeom prst="can">
                <a:avLst>
                  <a:gd fmla="val 25000" name="adj"/>
                </a:avLst>
              </a:pr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50">
                  <a:solidFill>
                    <a:srgbClr val="1D1D1A"/>
                  </a:solidFill>
                  <a:latin typeface="Arial"/>
                  <a:ea typeface="Arial"/>
                  <a:cs typeface="Arial"/>
                  <a:sym typeface="Arial"/>
                </a:endParaRPr>
              </a:p>
            </p:txBody>
          </p:sp>
          <p:sp>
            <p:nvSpPr>
              <p:cNvPr id="1159" name="Google Shape;1159;p16"/>
              <p:cNvSpPr/>
              <p:nvPr/>
            </p:nvSpPr>
            <p:spPr>
              <a:xfrm>
                <a:off x="3404996" y="2943350"/>
                <a:ext cx="1698976" cy="239002"/>
              </a:xfrm>
              <a:prstGeom prst="parallelogram">
                <a:avLst>
                  <a:gd fmla="val 77059" name="adj"/>
                </a:avLst>
              </a:prstGeom>
              <a:solidFill>
                <a:srgbClr val="7F7F7F">
                  <a:alpha val="45882"/>
                </a:srgbClr>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rPr b="1" lang="en-US" sz="1000">
                    <a:solidFill>
                      <a:srgbClr val="1D1D1A"/>
                    </a:solidFill>
                    <a:latin typeface="Microsoft Yahei"/>
                    <a:ea typeface="Microsoft Yahei"/>
                    <a:cs typeface="Microsoft Yahei"/>
                    <a:sym typeface="Microsoft Yahei"/>
                  </a:rPr>
                  <a:t>视频类业务</a:t>
                </a:r>
                <a:endParaRPr/>
              </a:p>
            </p:txBody>
          </p:sp>
          <p:sp>
            <p:nvSpPr>
              <p:cNvPr id="1160" name="Google Shape;1160;p16"/>
              <p:cNvSpPr/>
              <p:nvPr/>
            </p:nvSpPr>
            <p:spPr>
              <a:xfrm>
                <a:off x="3389153" y="3199463"/>
                <a:ext cx="1698976" cy="239002"/>
              </a:xfrm>
              <a:prstGeom prst="parallelogram">
                <a:avLst>
                  <a:gd fmla="val 77059" name="adj"/>
                </a:avLst>
              </a:prstGeom>
              <a:solidFill>
                <a:srgbClr val="7F7F7F">
                  <a:alpha val="45882"/>
                </a:srgbClr>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rPr b="1" lang="en-US" sz="1000">
                    <a:solidFill>
                      <a:srgbClr val="1D1D1A"/>
                    </a:solidFill>
                    <a:latin typeface="Microsoft Yahei"/>
                    <a:ea typeface="Microsoft Yahei"/>
                    <a:cs typeface="Microsoft Yahei"/>
                    <a:sym typeface="Microsoft Yahei"/>
                  </a:rPr>
                  <a:t>AI业务</a:t>
                </a:r>
                <a:endParaRPr/>
              </a:p>
            </p:txBody>
          </p:sp>
          <p:sp>
            <p:nvSpPr>
              <p:cNvPr id="1161" name="Google Shape;1161;p16"/>
              <p:cNvSpPr txBox="1"/>
              <p:nvPr/>
            </p:nvSpPr>
            <p:spPr>
              <a:xfrm>
                <a:off x="300555" y="3544274"/>
                <a:ext cx="2051047" cy="32477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C00000"/>
                    </a:solidFill>
                    <a:latin typeface="Microsoft Yahei"/>
                    <a:ea typeface="Microsoft Yahei"/>
                    <a:cs typeface="Microsoft Yahei"/>
                    <a:sym typeface="Microsoft Yahei"/>
                  </a:rPr>
                  <a:t>NetEngine </a:t>
                </a:r>
                <a:r>
                  <a:rPr b="1" lang="en-US" sz="1600">
                    <a:solidFill>
                      <a:srgbClr val="C00000"/>
                    </a:solidFill>
                    <a:latin typeface="Arial"/>
                    <a:ea typeface="Arial"/>
                    <a:cs typeface="Arial"/>
                    <a:sym typeface="Arial"/>
                  </a:rPr>
                  <a:t>AR</a:t>
                </a:r>
                <a:endParaRPr b="1" sz="1600">
                  <a:solidFill>
                    <a:srgbClr val="C00000"/>
                  </a:solidFill>
                  <a:latin typeface="Arial"/>
                  <a:ea typeface="Arial"/>
                  <a:cs typeface="Arial"/>
                  <a:sym typeface="Arial"/>
                </a:endParaRPr>
              </a:p>
            </p:txBody>
          </p:sp>
        </p:grpSp>
        <p:sp>
          <p:nvSpPr>
            <p:cNvPr id="1162" name="Google Shape;1162;p16"/>
            <p:cNvSpPr/>
            <p:nvPr/>
          </p:nvSpPr>
          <p:spPr>
            <a:xfrm>
              <a:off x="847844" y="5091993"/>
              <a:ext cx="748923" cy="37984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lang="en-US" sz="1100">
                  <a:solidFill>
                    <a:srgbClr val="1D1D1A"/>
                  </a:solidFill>
                  <a:latin typeface="Microsoft Yahei"/>
                  <a:ea typeface="Microsoft Yahei"/>
                  <a:cs typeface="Microsoft Yahei"/>
                  <a:sym typeface="Microsoft Yahei"/>
                </a:rPr>
                <a:t>企业分支</a:t>
              </a:r>
              <a:endParaRPr sz="1100">
                <a:solidFill>
                  <a:srgbClr val="1D1D1A"/>
                </a:solidFill>
                <a:latin typeface="Microsoft Yahei"/>
                <a:ea typeface="Microsoft Yahei"/>
                <a:cs typeface="Microsoft Yahei"/>
                <a:sym typeface="Microsoft Yahei"/>
              </a:endParaRPr>
            </a:p>
          </p:txBody>
        </p:sp>
      </p:grpSp>
      <p:sp>
        <p:nvSpPr>
          <p:cNvPr id="1163" name="Google Shape;1163;p16"/>
          <p:cNvSpPr txBox="1"/>
          <p:nvPr/>
        </p:nvSpPr>
        <p:spPr>
          <a:xfrm>
            <a:off x="417538" y="902437"/>
            <a:ext cx="6603386" cy="397060"/>
          </a:xfrm>
          <a:prstGeom prst="rect">
            <a:avLst/>
          </a:prstGeom>
          <a:solidFill>
            <a:srgbClr val="C00000"/>
          </a:solidFill>
          <a:ln>
            <a:noFill/>
          </a:ln>
        </p:spPr>
        <p:txBody>
          <a:bodyPr anchorCtr="0" anchor="ctr" bIns="31725" lIns="31725" spcFirstLastPara="1" rIns="31725" wrap="square" tIns="31725">
            <a:noAutofit/>
          </a:bodyPr>
          <a:lstStyle/>
          <a:p>
            <a:pPr indent="0" lvl="0" marL="0" marR="0" rtl="0" algn="ctr">
              <a:lnSpc>
                <a:spcPct val="150000"/>
              </a:lnSpc>
              <a:spcBef>
                <a:spcPts val="0"/>
              </a:spcBef>
              <a:spcAft>
                <a:spcPts val="0"/>
              </a:spcAft>
              <a:buNone/>
            </a:pPr>
            <a:r>
              <a:rPr b="1" lang="en-US" sz="2000">
                <a:solidFill>
                  <a:schemeClr val="lt1"/>
                </a:solidFill>
                <a:latin typeface="Arial"/>
                <a:ea typeface="Arial"/>
                <a:cs typeface="Arial"/>
                <a:sym typeface="Arial"/>
              </a:rPr>
              <a:t>NetEngine </a:t>
            </a:r>
            <a:r>
              <a:rPr b="1" lang="en-US" sz="2000">
                <a:solidFill>
                  <a:srgbClr val="FFFFFF"/>
                </a:solidFill>
                <a:latin typeface="Arial"/>
                <a:ea typeface="Arial"/>
                <a:cs typeface="Arial"/>
                <a:sym typeface="Arial"/>
              </a:rPr>
              <a:t>SD-WAN：多分支多云安全互联</a:t>
            </a:r>
            <a:endParaRPr b="1" sz="2000">
              <a:solidFill>
                <a:srgbClr val="FFFFFF"/>
              </a:solidFill>
              <a:latin typeface="Arial"/>
              <a:ea typeface="Arial"/>
              <a:cs typeface="Arial"/>
              <a:sym typeface="Arial"/>
            </a:endParaRPr>
          </a:p>
        </p:txBody>
      </p:sp>
      <p:sp>
        <p:nvSpPr>
          <p:cNvPr id="1164" name="Google Shape;1164;p16"/>
          <p:cNvSpPr txBox="1"/>
          <p:nvPr/>
        </p:nvSpPr>
        <p:spPr>
          <a:xfrm>
            <a:off x="8527358" y="3504723"/>
            <a:ext cx="1673535"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D1D1A"/>
                </a:solidFill>
                <a:latin typeface="Arial"/>
                <a:ea typeface="Arial"/>
                <a:cs typeface="Arial"/>
                <a:sym typeface="Arial"/>
              </a:rPr>
              <a:t>A-FEC：20%丢包视频不卡顿</a:t>
            </a:r>
            <a:endParaRPr/>
          </a:p>
        </p:txBody>
      </p:sp>
      <p:sp>
        <p:nvSpPr>
          <p:cNvPr id="1165" name="Google Shape;1165;p16"/>
          <p:cNvSpPr txBox="1"/>
          <p:nvPr/>
        </p:nvSpPr>
        <p:spPr>
          <a:xfrm>
            <a:off x="8392072" y="5042232"/>
            <a:ext cx="2308324" cy="15388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D1D1A"/>
                </a:solidFill>
                <a:latin typeface="Arial"/>
                <a:ea typeface="Arial"/>
                <a:cs typeface="Arial"/>
                <a:sym typeface="Arial"/>
              </a:rPr>
              <a:t>应用级智能选路，关键应用最优链路保障</a:t>
            </a:r>
            <a:endParaRPr/>
          </a:p>
        </p:txBody>
      </p:sp>
      <p:pic>
        <p:nvPicPr>
          <p:cNvPr id="1166" name="Google Shape;1166;p16"/>
          <p:cNvPicPr preferRelativeResize="0"/>
          <p:nvPr/>
        </p:nvPicPr>
        <p:blipFill rotWithShape="1">
          <a:blip r:embed="rId10">
            <a:alphaModFix/>
          </a:blip>
          <a:srcRect b="0" l="0" r="0" t="0"/>
          <a:stretch/>
        </p:blipFill>
        <p:spPr>
          <a:xfrm>
            <a:off x="207151" y="4505951"/>
            <a:ext cx="2453928" cy="13803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17"/>
          <p:cNvSpPr txBox="1"/>
          <p:nvPr>
            <p:ph idx="1" type="subTitle"/>
          </p:nvPr>
        </p:nvSpPr>
        <p:spPr>
          <a:xfrm>
            <a:off x="752908" y="484465"/>
            <a:ext cx="10740640" cy="579727"/>
          </a:xfrm>
          <a:prstGeom prst="rect">
            <a:avLst/>
          </a:prstGeom>
          <a:noFill/>
          <a:ln>
            <a:noFill/>
          </a:ln>
        </p:spPr>
        <p:txBody>
          <a:bodyPr anchorCtr="0" anchor="t" bIns="0" lIns="0" spcFirstLastPara="1" rIns="0" wrap="square" tIns="0">
            <a:normAutofit/>
          </a:bodyPr>
          <a:lstStyle/>
          <a:p>
            <a:pPr indent="0" lvl="0" marL="0" rtl="0" algn="l">
              <a:lnSpc>
                <a:spcPct val="142916"/>
              </a:lnSpc>
              <a:spcBef>
                <a:spcPts val="0"/>
              </a:spcBef>
              <a:spcAft>
                <a:spcPts val="0"/>
              </a:spcAft>
              <a:buClr>
                <a:schemeClr val="dk1"/>
              </a:buClr>
              <a:buSzPts val="2400"/>
              <a:buNone/>
            </a:pPr>
            <a:r>
              <a:rPr b="1" lang="en-US" sz="2400">
                <a:latin typeface="Microsoft Yahei"/>
                <a:ea typeface="Microsoft Yahei"/>
                <a:cs typeface="Microsoft Yahei"/>
                <a:sym typeface="Microsoft Yahei"/>
              </a:rPr>
              <a:t>全流程自动化，即插即用</a:t>
            </a:r>
            <a:endParaRPr/>
          </a:p>
        </p:txBody>
      </p:sp>
      <p:sp>
        <p:nvSpPr>
          <p:cNvPr id="1172" name="Google Shape;1172;p17"/>
          <p:cNvSpPr txBox="1"/>
          <p:nvPr/>
        </p:nvSpPr>
        <p:spPr>
          <a:xfrm>
            <a:off x="8711994" y="1513204"/>
            <a:ext cx="1304884" cy="307777"/>
          </a:xfrm>
          <a:prstGeom prst="rect">
            <a:avLst/>
          </a:prstGeom>
          <a:noFill/>
          <a:ln>
            <a:noFill/>
          </a:ln>
        </p:spPr>
        <p:txBody>
          <a:bodyPr anchorCtr="0" anchor="t" bIns="0" lIns="0" spcFirstLastPara="1" rIns="0" wrap="square" tIns="0">
            <a:spAutoFit/>
          </a:bodyPr>
          <a:lstStyle/>
          <a:p>
            <a:pPr indent="0" lvl="0" marL="7938" marR="0" rtl="0" algn="l">
              <a:spcBef>
                <a:spcPts val="0"/>
              </a:spcBef>
              <a:spcAft>
                <a:spcPts val="0"/>
              </a:spcAft>
              <a:buClr>
                <a:srgbClr val="C7000A"/>
              </a:buClr>
              <a:buSzPts val="2000"/>
              <a:buFont typeface="Arial"/>
              <a:buNone/>
            </a:pPr>
            <a:r>
              <a:rPr b="1" lang="en-US" sz="2000">
                <a:solidFill>
                  <a:srgbClr val="C7000A"/>
                </a:solidFill>
                <a:latin typeface="Microsoft Yahei"/>
                <a:ea typeface="Microsoft Yahei"/>
                <a:cs typeface="Microsoft Yahei"/>
                <a:sym typeface="Microsoft Yahei"/>
              </a:rPr>
              <a:t>可视化运维</a:t>
            </a:r>
            <a:endParaRPr sz="2000">
              <a:solidFill>
                <a:srgbClr val="C7000A"/>
              </a:solidFill>
              <a:latin typeface="Microsoft Yahei"/>
              <a:ea typeface="Microsoft Yahei"/>
              <a:cs typeface="Microsoft Yahei"/>
              <a:sym typeface="Microsoft Yahei"/>
            </a:endParaRPr>
          </a:p>
        </p:txBody>
      </p:sp>
      <p:sp>
        <p:nvSpPr>
          <p:cNvPr id="1173" name="Google Shape;1173;p17"/>
          <p:cNvSpPr/>
          <p:nvPr/>
        </p:nvSpPr>
        <p:spPr>
          <a:xfrm flipH="1" rot="5400000">
            <a:off x="6116054" y="3821198"/>
            <a:ext cx="4824000" cy="34280"/>
          </a:xfrm>
          <a:prstGeom prst="rect">
            <a:avLst/>
          </a:prstGeom>
          <a:gradFill>
            <a:gsLst>
              <a:gs pos="0">
                <a:srgbClr val="E57B84">
                  <a:alpha val="0"/>
                </a:srgbClr>
              </a:gs>
              <a:gs pos="50000">
                <a:srgbClr val="FF434B"/>
              </a:gs>
              <a:gs pos="100000">
                <a:srgbClr val="E57B84"/>
              </a:gs>
            </a:gsLst>
            <a:lin ang="0" scaled="0"/>
          </a:gradFill>
          <a:ln>
            <a:noFill/>
          </a:ln>
        </p:spPr>
        <p:txBody>
          <a:bodyPr anchorCtr="0" anchor="ctr" bIns="34275" lIns="68550" spcFirstLastPara="1" rIns="68550" wrap="square" tIns="34275">
            <a:noAutofit/>
          </a:bodyPr>
          <a:lstStyle/>
          <a:p>
            <a:pPr indent="-109529" lvl="0" marL="128579" marR="0" rtl="0" algn="ctr">
              <a:spcBef>
                <a:spcPts val="0"/>
              </a:spcBef>
              <a:spcAft>
                <a:spcPts val="0"/>
              </a:spcAft>
              <a:buClr>
                <a:schemeClr val="dk1"/>
              </a:buClr>
              <a:buSzPts val="300"/>
              <a:buFont typeface="Arial"/>
              <a:buNone/>
            </a:pPr>
            <a:r>
              <a:t/>
            </a:r>
            <a:endParaRPr sz="300">
              <a:solidFill>
                <a:srgbClr val="000000"/>
              </a:solidFill>
              <a:latin typeface="Microsoft Yahei"/>
              <a:ea typeface="Microsoft Yahei"/>
              <a:cs typeface="Microsoft Yahei"/>
              <a:sym typeface="Microsoft Yahei"/>
            </a:endParaRPr>
          </a:p>
        </p:txBody>
      </p:sp>
      <p:pic>
        <p:nvPicPr>
          <p:cNvPr id="1174" name="Google Shape;1174;p17"/>
          <p:cNvPicPr preferRelativeResize="0"/>
          <p:nvPr/>
        </p:nvPicPr>
        <p:blipFill rotWithShape="1">
          <a:blip r:embed="rId3">
            <a:alphaModFix/>
          </a:blip>
          <a:srcRect b="0" l="0" r="0" t="0"/>
          <a:stretch/>
        </p:blipFill>
        <p:spPr>
          <a:xfrm>
            <a:off x="5446856" y="2581234"/>
            <a:ext cx="1196224" cy="2221519"/>
          </a:xfrm>
          <a:prstGeom prst="rect">
            <a:avLst/>
          </a:prstGeom>
          <a:noFill/>
          <a:ln>
            <a:noFill/>
          </a:ln>
        </p:spPr>
      </p:pic>
      <p:sp>
        <p:nvSpPr>
          <p:cNvPr id="1175" name="Google Shape;1175;p17"/>
          <p:cNvSpPr txBox="1"/>
          <p:nvPr/>
        </p:nvSpPr>
        <p:spPr>
          <a:xfrm>
            <a:off x="8605242" y="1850942"/>
            <a:ext cx="3431045" cy="867930"/>
          </a:xfrm>
          <a:prstGeom prst="rect">
            <a:avLst/>
          </a:prstGeom>
          <a:noFill/>
          <a:ln>
            <a:noFill/>
          </a:ln>
        </p:spPr>
        <p:txBody>
          <a:bodyPr anchorCtr="0" anchor="t" bIns="45700" lIns="91425" spcFirstLastPara="1" rIns="91425" wrap="square" tIns="45700">
            <a:spAutoFit/>
          </a:bodyPr>
          <a:lstStyle/>
          <a:p>
            <a:pPr indent="-171450" lvl="0" marL="171450" marR="0" rtl="0" algn="l">
              <a:lnSpc>
                <a:spcPct val="120000"/>
              </a:lnSpc>
              <a:spcBef>
                <a:spcPts val="0"/>
              </a:spcBef>
              <a:spcAft>
                <a:spcPts val="0"/>
              </a:spcAft>
              <a:buClr>
                <a:srgbClr val="1D1D1A"/>
              </a:buClr>
              <a:buSzPts val="1400"/>
              <a:buFont typeface="Arial"/>
              <a:buChar char="•"/>
            </a:pPr>
            <a:r>
              <a:rPr lang="en-US" sz="1400">
                <a:solidFill>
                  <a:srgbClr val="1D1D1A"/>
                </a:solidFill>
                <a:latin typeface="Microsoft Yahei"/>
                <a:ea typeface="Microsoft Yahei"/>
                <a:cs typeface="Microsoft Yahei"/>
                <a:sym typeface="Microsoft Yahei"/>
              </a:rPr>
              <a:t>基于GIS地图的网络监控，应用/链路/站点/整网状态可视</a:t>
            </a:r>
            <a:endParaRPr sz="1400">
              <a:solidFill>
                <a:srgbClr val="1D1D1A"/>
              </a:solidFill>
              <a:latin typeface="Microsoft Yahei"/>
              <a:ea typeface="Microsoft Yahei"/>
              <a:cs typeface="Microsoft Yahei"/>
              <a:sym typeface="Microsoft Yahei"/>
            </a:endParaRPr>
          </a:p>
          <a:p>
            <a:pPr indent="-171450" lvl="0" marL="171450" marR="0" rtl="0" algn="l">
              <a:lnSpc>
                <a:spcPct val="120000"/>
              </a:lnSpc>
              <a:spcBef>
                <a:spcPts val="0"/>
              </a:spcBef>
              <a:spcAft>
                <a:spcPts val="0"/>
              </a:spcAft>
              <a:buClr>
                <a:srgbClr val="1D1D1A"/>
              </a:buClr>
              <a:buSzPts val="1400"/>
              <a:buFont typeface="Arial"/>
              <a:buChar char="•"/>
            </a:pPr>
            <a:r>
              <a:rPr lang="en-US" sz="1400">
                <a:solidFill>
                  <a:srgbClr val="1D1D1A"/>
                </a:solidFill>
                <a:latin typeface="Microsoft Yahei"/>
                <a:ea typeface="Microsoft Yahei"/>
                <a:cs typeface="Microsoft Yahei"/>
                <a:sym typeface="Microsoft Yahei"/>
              </a:rPr>
              <a:t>网络自动巡检，精准告警信息邮件通知</a:t>
            </a:r>
            <a:endParaRPr sz="1400">
              <a:solidFill>
                <a:srgbClr val="1D1D1A"/>
              </a:solidFill>
              <a:latin typeface="Microsoft Yahei"/>
              <a:ea typeface="Microsoft Yahei"/>
              <a:cs typeface="Microsoft Yahei"/>
              <a:sym typeface="Microsoft Yahei"/>
            </a:endParaRPr>
          </a:p>
        </p:txBody>
      </p:sp>
      <p:sp>
        <p:nvSpPr>
          <p:cNvPr id="1176" name="Google Shape;1176;p17"/>
          <p:cNvSpPr txBox="1"/>
          <p:nvPr/>
        </p:nvSpPr>
        <p:spPr>
          <a:xfrm>
            <a:off x="8730854" y="3326990"/>
            <a:ext cx="3110394" cy="307777"/>
          </a:xfrm>
          <a:prstGeom prst="rect">
            <a:avLst/>
          </a:prstGeom>
          <a:noFill/>
          <a:ln>
            <a:noFill/>
          </a:ln>
        </p:spPr>
        <p:txBody>
          <a:bodyPr anchorCtr="0" anchor="t" bIns="0" lIns="0" spcFirstLastPara="1" rIns="0" wrap="square" tIns="0">
            <a:spAutoFit/>
          </a:bodyPr>
          <a:lstStyle/>
          <a:p>
            <a:pPr indent="0" lvl="0" marL="7938" marR="0" rtl="0" algn="l">
              <a:spcBef>
                <a:spcPts val="0"/>
              </a:spcBef>
              <a:spcAft>
                <a:spcPts val="0"/>
              </a:spcAft>
              <a:buClr>
                <a:srgbClr val="C7000A"/>
              </a:buClr>
              <a:buSzPts val="2000"/>
              <a:buFont typeface="Arial"/>
              <a:buNone/>
            </a:pPr>
            <a:r>
              <a:rPr b="1" lang="en-US" sz="2000">
                <a:solidFill>
                  <a:srgbClr val="C7000A"/>
                </a:solidFill>
                <a:latin typeface="Microsoft Yahei"/>
                <a:ea typeface="Microsoft Yahei"/>
                <a:cs typeface="Microsoft Yahei"/>
                <a:sym typeface="Microsoft Yahei"/>
              </a:rPr>
              <a:t>全流程自动化</a:t>
            </a:r>
            <a:endParaRPr sz="2000">
              <a:solidFill>
                <a:srgbClr val="C7000A"/>
              </a:solidFill>
              <a:latin typeface="Microsoft Yahei"/>
              <a:ea typeface="Microsoft Yahei"/>
              <a:cs typeface="Microsoft Yahei"/>
              <a:sym typeface="Microsoft Yahei"/>
            </a:endParaRPr>
          </a:p>
        </p:txBody>
      </p:sp>
      <p:sp>
        <p:nvSpPr>
          <p:cNvPr id="1177" name="Google Shape;1177;p17"/>
          <p:cNvSpPr txBox="1"/>
          <p:nvPr/>
        </p:nvSpPr>
        <p:spPr>
          <a:xfrm>
            <a:off x="8627726" y="3662227"/>
            <a:ext cx="3408561" cy="609398"/>
          </a:xfrm>
          <a:prstGeom prst="rect">
            <a:avLst/>
          </a:prstGeom>
          <a:noFill/>
          <a:ln>
            <a:noFill/>
          </a:ln>
        </p:spPr>
        <p:txBody>
          <a:bodyPr anchorCtr="0" anchor="t" bIns="45700" lIns="91425" spcFirstLastPara="1" rIns="91425" wrap="square" tIns="45700">
            <a:spAutoFit/>
          </a:bodyPr>
          <a:lstStyle/>
          <a:p>
            <a:pPr indent="-171450" lvl="0" marL="171450" marR="0" rtl="0" algn="l">
              <a:lnSpc>
                <a:spcPct val="120000"/>
              </a:lnSpc>
              <a:spcBef>
                <a:spcPts val="0"/>
              </a:spcBef>
              <a:spcAft>
                <a:spcPts val="0"/>
              </a:spcAft>
              <a:buClr>
                <a:srgbClr val="1D1D1A"/>
              </a:buClr>
              <a:buSzPts val="1400"/>
              <a:buFont typeface="Arial"/>
              <a:buChar char="•"/>
            </a:pPr>
            <a:r>
              <a:rPr lang="en-US" sz="1400">
                <a:solidFill>
                  <a:srgbClr val="1D1D1A"/>
                </a:solidFill>
                <a:latin typeface="Microsoft Yahei"/>
                <a:ea typeface="Microsoft Yahei"/>
                <a:cs typeface="Microsoft Yahei"/>
                <a:sym typeface="Microsoft Yahei"/>
              </a:rPr>
              <a:t>模板化，流程化的站点和网络拓扑配置</a:t>
            </a:r>
            <a:endParaRPr sz="1400">
              <a:solidFill>
                <a:srgbClr val="1D1D1A"/>
              </a:solidFill>
              <a:latin typeface="Microsoft Yahei"/>
              <a:ea typeface="Microsoft Yahei"/>
              <a:cs typeface="Microsoft Yahei"/>
              <a:sym typeface="Microsoft Yahei"/>
            </a:endParaRPr>
          </a:p>
          <a:p>
            <a:pPr indent="-171450" lvl="0" marL="171450" marR="0" rtl="0" algn="l">
              <a:lnSpc>
                <a:spcPct val="120000"/>
              </a:lnSpc>
              <a:spcBef>
                <a:spcPts val="0"/>
              </a:spcBef>
              <a:spcAft>
                <a:spcPts val="0"/>
              </a:spcAft>
              <a:buClr>
                <a:srgbClr val="1D1D1A"/>
              </a:buClr>
              <a:buSzPts val="1400"/>
              <a:buFont typeface="Arial"/>
              <a:buChar char="•"/>
            </a:pPr>
            <a:r>
              <a:rPr lang="en-US" sz="1400">
                <a:solidFill>
                  <a:srgbClr val="1D1D1A"/>
                </a:solidFill>
                <a:latin typeface="Microsoft Yahei"/>
                <a:ea typeface="Microsoft Yahei"/>
                <a:cs typeface="Microsoft Yahei"/>
                <a:sym typeface="Microsoft Yahei"/>
              </a:rPr>
              <a:t>应用为中心的选路，QoS和安全策略</a:t>
            </a:r>
            <a:endParaRPr sz="1400">
              <a:solidFill>
                <a:srgbClr val="1D1D1A"/>
              </a:solidFill>
              <a:latin typeface="Microsoft Yahei"/>
              <a:ea typeface="Microsoft Yahei"/>
              <a:cs typeface="Microsoft Yahei"/>
              <a:sym typeface="Microsoft Yahei"/>
            </a:endParaRPr>
          </a:p>
        </p:txBody>
      </p:sp>
      <p:sp>
        <p:nvSpPr>
          <p:cNvPr id="1178" name="Google Shape;1178;p17"/>
          <p:cNvSpPr txBox="1"/>
          <p:nvPr/>
        </p:nvSpPr>
        <p:spPr>
          <a:xfrm>
            <a:off x="8730854" y="5024207"/>
            <a:ext cx="2497460" cy="307777"/>
          </a:xfrm>
          <a:prstGeom prst="rect">
            <a:avLst/>
          </a:prstGeom>
          <a:noFill/>
          <a:ln>
            <a:noFill/>
          </a:ln>
        </p:spPr>
        <p:txBody>
          <a:bodyPr anchorCtr="0" anchor="t" bIns="0" lIns="0" spcFirstLastPara="1" rIns="0" wrap="square" tIns="0">
            <a:spAutoFit/>
          </a:bodyPr>
          <a:lstStyle/>
          <a:p>
            <a:pPr indent="0" lvl="0" marL="7938" marR="0" rtl="0" algn="l">
              <a:spcBef>
                <a:spcPts val="0"/>
              </a:spcBef>
              <a:spcAft>
                <a:spcPts val="0"/>
              </a:spcAft>
              <a:buClr>
                <a:srgbClr val="C7000A"/>
              </a:buClr>
              <a:buSzPts val="2000"/>
              <a:buFont typeface="Arial"/>
              <a:buNone/>
            </a:pPr>
            <a:r>
              <a:rPr b="1" lang="en-US" sz="2000">
                <a:solidFill>
                  <a:srgbClr val="C7000A"/>
                </a:solidFill>
                <a:latin typeface="Microsoft Yahei"/>
                <a:ea typeface="Microsoft Yahei"/>
                <a:cs typeface="Microsoft Yahei"/>
                <a:sym typeface="Microsoft Yahei"/>
              </a:rPr>
              <a:t>多场景ZTP开局</a:t>
            </a:r>
            <a:endParaRPr b="1" sz="2000">
              <a:solidFill>
                <a:srgbClr val="C7000A"/>
              </a:solidFill>
              <a:latin typeface="Microsoft Yahei"/>
              <a:ea typeface="Microsoft Yahei"/>
              <a:cs typeface="Microsoft Yahei"/>
              <a:sym typeface="Microsoft Yahei"/>
            </a:endParaRPr>
          </a:p>
        </p:txBody>
      </p:sp>
      <p:sp>
        <p:nvSpPr>
          <p:cNvPr id="1179" name="Google Shape;1179;p17"/>
          <p:cNvSpPr txBox="1"/>
          <p:nvPr/>
        </p:nvSpPr>
        <p:spPr>
          <a:xfrm>
            <a:off x="8605242" y="5311181"/>
            <a:ext cx="3236005" cy="307777"/>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1D1A"/>
              </a:buClr>
              <a:buSzPts val="1400"/>
              <a:buFont typeface="Arial"/>
              <a:buChar char="•"/>
            </a:pPr>
            <a:r>
              <a:rPr lang="en-US" sz="1400">
                <a:solidFill>
                  <a:srgbClr val="1D1D1A"/>
                </a:solidFill>
                <a:latin typeface="Microsoft Yahei"/>
                <a:ea typeface="Microsoft Yahei"/>
                <a:cs typeface="Microsoft Yahei"/>
                <a:sym typeface="Microsoft Yahei"/>
              </a:rPr>
              <a:t>丰富ZTP开局方式，设备即插即用</a:t>
            </a:r>
            <a:endParaRPr/>
          </a:p>
        </p:txBody>
      </p:sp>
      <p:grpSp>
        <p:nvGrpSpPr>
          <p:cNvPr id="1180" name="Google Shape;1180;p17"/>
          <p:cNvGrpSpPr/>
          <p:nvPr/>
        </p:nvGrpSpPr>
        <p:grpSpPr>
          <a:xfrm>
            <a:off x="535947" y="1401455"/>
            <a:ext cx="5005330" cy="2806300"/>
            <a:chOff x="6754694" y="1949451"/>
            <a:chExt cx="1926385" cy="1037143"/>
          </a:xfrm>
        </p:grpSpPr>
        <p:sp>
          <p:nvSpPr>
            <p:cNvPr id="1181" name="Google Shape;1181;p17"/>
            <p:cNvSpPr/>
            <p:nvPr/>
          </p:nvSpPr>
          <p:spPr>
            <a:xfrm>
              <a:off x="6758497" y="1950637"/>
              <a:ext cx="1922582" cy="1035957"/>
            </a:xfrm>
            <a:custGeom>
              <a:rect b="b" l="l" r="r" t="t"/>
              <a:pathLst>
                <a:path extrusionOk="0" h="3316" w="6154">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gradFill>
              <a:gsLst>
                <a:gs pos="0">
                  <a:srgbClr val="919188">
                    <a:alpha val="58039"/>
                  </a:srgbClr>
                </a:gs>
                <a:gs pos="67000">
                  <a:srgbClr val="919188">
                    <a:alpha val="14901"/>
                  </a:srgbClr>
                </a:gs>
                <a:gs pos="100000">
                  <a:srgbClr val="919188">
                    <a:alpha val="1490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Microsoft Yahei"/>
                <a:ea typeface="Microsoft Yahei"/>
                <a:cs typeface="Microsoft Yahei"/>
                <a:sym typeface="Microsoft Yahei"/>
              </a:endParaRPr>
            </a:p>
          </p:txBody>
        </p:sp>
        <p:sp>
          <p:nvSpPr>
            <p:cNvPr id="1182" name="Google Shape;1182;p17"/>
            <p:cNvSpPr/>
            <p:nvPr/>
          </p:nvSpPr>
          <p:spPr>
            <a:xfrm>
              <a:off x="6754694" y="1949451"/>
              <a:ext cx="1922582" cy="1035957"/>
            </a:xfrm>
            <a:custGeom>
              <a:rect b="b" l="l" r="r" t="t"/>
              <a:pathLst>
                <a:path extrusionOk="0" h="3316" w="6154">
                  <a:moveTo>
                    <a:pt x="5512" y="1980"/>
                  </a:moveTo>
                  <a:lnTo>
                    <a:pt x="5512" y="1980"/>
                  </a:lnTo>
                  <a:lnTo>
                    <a:pt x="5504" y="1928"/>
                  </a:lnTo>
                  <a:lnTo>
                    <a:pt x="5492" y="1876"/>
                  </a:lnTo>
                  <a:lnTo>
                    <a:pt x="5478" y="1826"/>
                  </a:lnTo>
                  <a:lnTo>
                    <a:pt x="5462" y="1778"/>
                  </a:lnTo>
                  <a:lnTo>
                    <a:pt x="5446" y="1730"/>
                  </a:lnTo>
                  <a:lnTo>
                    <a:pt x="5426" y="1682"/>
                  </a:lnTo>
                  <a:lnTo>
                    <a:pt x="5404" y="1636"/>
                  </a:lnTo>
                  <a:lnTo>
                    <a:pt x="5380" y="1592"/>
                  </a:lnTo>
                  <a:lnTo>
                    <a:pt x="5354" y="1548"/>
                  </a:lnTo>
                  <a:lnTo>
                    <a:pt x="5326" y="1506"/>
                  </a:lnTo>
                  <a:lnTo>
                    <a:pt x="5296" y="1466"/>
                  </a:lnTo>
                  <a:lnTo>
                    <a:pt x="5266" y="1426"/>
                  </a:lnTo>
                  <a:lnTo>
                    <a:pt x="5234" y="1388"/>
                  </a:lnTo>
                  <a:lnTo>
                    <a:pt x="5198" y="1350"/>
                  </a:lnTo>
                  <a:lnTo>
                    <a:pt x="5162" y="1316"/>
                  </a:lnTo>
                  <a:lnTo>
                    <a:pt x="5126" y="1282"/>
                  </a:lnTo>
                  <a:lnTo>
                    <a:pt x="5086" y="1250"/>
                  </a:lnTo>
                  <a:lnTo>
                    <a:pt x="5046" y="1220"/>
                  </a:lnTo>
                  <a:lnTo>
                    <a:pt x="5006" y="1190"/>
                  </a:lnTo>
                  <a:lnTo>
                    <a:pt x="4962" y="1164"/>
                  </a:lnTo>
                  <a:lnTo>
                    <a:pt x="4918" y="1138"/>
                  </a:lnTo>
                  <a:lnTo>
                    <a:pt x="4874" y="1116"/>
                  </a:lnTo>
                  <a:lnTo>
                    <a:pt x="4826" y="1094"/>
                  </a:lnTo>
                  <a:lnTo>
                    <a:pt x="4780" y="1074"/>
                  </a:lnTo>
                  <a:lnTo>
                    <a:pt x="4732" y="1058"/>
                  </a:lnTo>
                  <a:lnTo>
                    <a:pt x="4682" y="1042"/>
                  </a:lnTo>
                  <a:lnTo>
                    <a:pt x="4632" y="1030"/>
                  </a:lnTo>
                  <a:lnTo>
                    <a:pt x="4580" y="1020"/>
                  </a:lnTo>
                  <a:lnTo>
                    <a:pt x="4528" y="1010"/>
                  </a:lnTo>
                  <a:lnTo>
                    <a:pt x="4476" y="1004"/>
                  </a:lnTo>
                  <a:lnTo>
                    <a:pt x="4422" y="1002"/>
                  </a:lnTo>
                  <a:lnTo>
                    <a:pt x="4368" y="1000"/>
                  </a:lnTo>
                  <a:lnTo>
                    <a:pt x="4368" y="1000"/>
                  </a:lnTo>
                  <a:lnTo>
                    <a:pt x="4302" y="1002"/>
                  </a:lnTo>
                  <a:lnTo>
                    <a:pt x="4236" y="1008"/>
                  </a:lnTo>
                  <a:lnTo>
                    <a:pt x="4236" y="1008"/>
                  </a:lnTo>
                  <a:lnTo>
                    <a:pt x="4212" y="952"/>
                  </a:lnTo>
                  <a:lnTo>
                    <a:pt x="4184" y="898"/>
                  </a:lnTo>
                  <a:lnTo>
                    <a:pt x="4156" y="846"/>
                  </a:lnTo>
                  <a:lnTo>
                    <a:pt x="4126" y="794"/>
                  </a:lnTo>
                  <a:lnTo>
                    <a:pt x="4094" y="744"/>
                  </a:lnTo>
                  <a:lnTo>
                    <a:pt x="4060" y="694"/>
                  </a:lnTo>
                  <a:lnTo>
                    <a:pt x="4024" y="646"/>
                  </a:lnTo>
                  <a:lnTo>
                    <a:pt x="3988" y="600"/>
                  </a:lnTo>
                  <a:lnTo>
                    <a:pt x="3948" y="554"/>
                  </a:lnTo>
                  <a:lnTo>
                    <a:pt x="3908" y="512"/>
                  </a:lnTo>
                  <a:lnTo>
                    <a:pt x="3866" y="470"/>
                  </a:lnTo>
                  <a:lnTo>
                    <a:pt x="3822" y="428"/>
                  </a:lnTo>
                  <a:lnTo>
                    <a:pt x="3778" y="390"/>
                  </a:lnTo>
                  <a:lnTo>
                    <a:pt x="3732" y="352"/>
                  </a:lnTo>
                  <a:lnTo>
                    <a:pt x="3684" y="316"/>
                  </a:lnTo>
                  <a:lnTo>
                    <a:pt x="3636" y="282"/>
                  </a:lnTo>
                  <a:lnTo>
                    <a:pt x="3586" y="248"/>
                  </a:lnTo>
                  <a:lnTo>
                    <a:pt x="3534" y="218"/>
                  </a:lnTo>
                  <a:lnTo>
                    <a:pt x="3482" y="190"/>
                  </a:lnTo>
                  <a:lnTo>
                    <a:pt x="3428" y="162"/>
                  </a:lnTo>
                  <a:lnTo>
                    <a:pt x="3372" y="138"/>
                  </a:lnTo>
                  <a:lnTo>
                    <a:pt x="3316" y="114"/>
                  </a:lnTo>
                  <a:lnTo>
                    <a:pt x="3260" y="92"/>
                  </a:lnTo>
                  <a:lnTo>
                    <a:pt x="3202" y="74"/>
                  </a:lnTo>
                  <a:lnTo>
                    <a:pt x="3144" y="56"/>
                  </a:lnTo>
                  <a:lnTo>
                    <a:pt x="3084" y="42"/>
                  </a:lnTo>
                  <a:lnTo>
                    <a:pt x="3024" y="30"/>
                  </a:lnTo>
                  <a:lnTo>
                    <a:pt x="2962" y="18"/>
                  </a:lnTo>
                  <a:lnTo>
                    <a:pt x="2900" y="10"/>
                  </a:lnTo>
                  <a:lnTo>
                    <a:pt x="2838" y="4"/>
                  </a:lnTo>
                  <a:lnTo>
                    <a:pt x="2774" y="0"/>
                  </a:lnTo>
                  <a:lnTo>
                    <a:pt x="2710" y="0"/>
                  </a:lnTo>
                  <a:lnTo>
                    <a:pt x="2710" y="0"/>
                  </a:lnTo>
                  <a:lnTo>
                    <a:pt x="2630" y="2"/>
                  </a:lnTo>
                  <a:lnTo>
                    <a:pt x="2550" y="8"/>
                  </a:lnTo>
                  <a:lnTo>
                    <a:pt x="2472" y="16"/>
                  </a:lnTo>
                  <a:lnTo>
                    <a:pt x="2394" y="30"/>
                  </a:lnTo>
                  <a:lnTo>
                    <a:pt x="2318" y="46"/>
                  </a:lnTo>
                  <a:lnTo>
                    <a:pt x="2242" y="66"/>
                  </a:lnTo>
                  <a:lnTo>
                    <a:pt x="2168" y="90"/>
                  </a:lnTo>
                  <a:lnTo>
                    <a:pt x="2096" y="116"/>
                  </a:lnTo>
                  <a:lnTo>
                    <a:pt x="2026" y="146"/>
                  </a:lnTo>
                  <a:lnTo>
                    <a:pt x="1958" y="180"/>
                  </a:lnTo>
                  <a:lnTo>
                    <a:pt x="1892" y="216"/>
                  </a:lnTo>
                  <a:lnTo>
                    <a:pt x="1826" y="256"/>
                  </a:lnTo>
                  <a:lnTo>
                    <a:pt x="1764" y="296"/>
                  </a:lnTo>
                  <a:lnTo>
                    <a:pt x="1702" y="342"/>
                  </a:lnTo>
                  <a:lnTo>
                    <a:pt x="1644" y="388"/>
                  </a:lnTo>
                  <a:lnTo>
                    <a:pt x="1586" y="438"/>
                  </a:lnTo>
                  <a:lnTo>
                    <a:pt x="1532" y="490"/>
                  </a:lnTo>
                  <a:lnTo>
                    <a:pt x="1480" y="546"/>
                  </a:lnTo>
                  <a:lnTo>
                    <a:pt x="1432" y="602"/>
                  </a:lnTo>
                  <a:lnTo>
                    <a:pt x="1386" y="662"/>
                  </a:lnTo>
                  <a:lnTo>
                    <a:pt x="1340" y="724"/>
                  </a:lnTo>
                  <a:lnTo>
                    <a:pt x="1300" y="786"/>
                  </a:lnTo>
                  <a:lnTo>
                    <a:pt x="1262" y="852"/>
                  </a:lnTo>
                  <a:lnTo>
                    <a:pt x="1226" y="920"/>
                  </a:lnTo>
                  <a:lnTo>
                    <a:pt x="1194" y="988"/>
                  </a:lnTo>
                  <a:lnTo>
                    <a:pt x="1164" y="1058"/>
                  </a:lnTo>
                  <a:lnTo>
                    <a:pt x="1138" y="1132"/>
                  </a:lnTo>
                  <a:lnTo>
                    <a:pt x="1116" y="1204"/>
                  </a:lnTo>
                  <a:lnTo>
                    <a:pt x="1096" y="1280"/>
                  </a:lnTo>
                  <a:lnTo>
                    <a:pt x="1080" y="1356"/>
                  </a:lnTo>
                  <a:lnTo>
                    <a:pt x="1068" y="1434"/>
                  </a:lnTo>
                  <a:lnTo>
                    <a:pt x="1058" y="1514"/>
                  </a:lnTo>
                  <a:lnTo>
                    <a:pt x="1058" y="1514"/>
                  </a:lnTo>
                  <a:lnTo>
                    <a:pt x="1022" y="1508"/>
                  </a:lnTo>
                  <a:lnTo>
                    <a:pt x="984" y="1504"/>
                  </a:lnTo>
                  <a:lnTo>
                    <a:pt x="946" y="1500"/>
                  </a:lnTo>
                  <a:lnTo>
                    <a:pt x="908" y="1500"/>
                  </a:lnTo>
                  <a:lnTo>
                    <a:pt x="908" y="1500"/>
                  </a:lnTo>
                  <a:lnTo>
                    <a:pt x="860" y="1502"/>
                  </a:lnTo>
                  <a:lnTo>
                    <a:pt x="814" y="1504"/>
                  </a:lnTo>
                  <a:lnTo>
                    <a:pt x="770" y="1510"/>
                  </a:lnTo>
                  <a:lnTo>
                    <a:pt x="724" y="1518"/>
                  </a:lnTo>
                  <a:lnTo>
                    <a:pt x="680" y="1528"/>
                  </a:lnTo>
                  <a:lnTo>
                    <a:pt x="638" y="1540"/>
                  </a:lnTo>
                  <a:lnTo>
                    <a:pt x="596" y="1556"/>
                  </a:lnTo>
                  <a:lnTo>
                    <a:pt x="554" y="1572"/>
                  </a:lnTo>
                  <a:lnTo>
                    <a:pt x="514" y="1590"/>
                  </a:lnTo>
                  <a:lnTo>
                    <a:pt x="474" y="1610"/>
                  </a:lnTo>
                  <a:lnTo>
                    <a:pt x="436" y="1632"/>
                  </a:lnTo>
                  <a:lnTo>
                    <a:pt x="400" y="1656"/>
                  </a:lnTo>
                  <a:lnTo>
                    <a:pt x="364" y="1680"/>
                  </a:lnTo>
                  <a:lnTo>
                    <a:pt x="330" y="1708"/>
                  </a:lnTo>
                  <a:lnTo>
                    <a:pt x="296" y="1736"/>
                  </a:lnTo>
                  <a:lnTo>
                    <a:pt x="266" y="1766"/>
                  </a:lnTo>
                  <a:lnTo>
                    <a:pt x="236" y="1798"/>
                  </a:lnTo>
                  <a:lnTo>
                    <a:pt x="206" y="1830"/>
                  </a:lnTo>
                  <a:lnTo>
                    <a:pt x="180" y="1864"/>
                  </a:lnTo>
                  <a:lnTo>
                    <a:pt x="154" y="1900"/>
                  </a:lnTo>
                  <a:lnTo>
                    <a:pt x="130" y="1938"/>
                  </a:lnTo>
                  <a:lnTo>
                    <a:pt x="110" y="1976"/>
                  </a:lnTo>
                  <a:lnTo>
                    <a:pt x="90" y="2014"/>
                  </a:lnTo>
                  <a:lnTo>
                    <a:pt x="70" y="2054"/>
                  </a:lnTo>
                  <a:lnTo>
                    <a:pt x="54" y="2096"/>
                  </a:lnTo>
                  <a:lnTo>
                    <a:pt x="40" y="2138"/>
                  </a:lnTo>
                  <a:lnTo>
                    <a:pt x="28" y="2182"/>
                  </a:lnTo>
                  <a:lnTo>
                    <a:pt x="18" y="2224"/>
                  </a:lnTo>
                  <a:lnTo>
                    <a:pt x="10" y="2270"/>
                  </a:lnTo>
                  <a:lnTo>
                    <a:pt x="4" y="2316"/>
                  </a:lnTo>
                  <a:lnTo>
                    <a:pt x="0" y="2362"/>
                  </a:lnTo>
                  <a:lnTo>
                    <a:pt x="0" y="2408"/>
                  </a:lnTo>
                  <a:lnTo>
                    <a:pt x="0" y="2408"/>
                  </a:lnTo>
                  <a:lnTo>
                    <a:pt x="0" y="2454"/>
                  </a:lnTo>
                  <a:lnTo>
                    <a:pt x="4" y="2500"/>
                  </a:lnTo>
                  <a:lnTo>
                    <a:pt x="10" y="2546"/>
                  </a:lnTo>
                  <a:lnTo>
                    <a:pt x="18" y="2590"/>
                  </a:lnTo>
                  <a:lnTo>
                    <a:pt x="28" y="2634"/>
                  </a:lnTo>
                  <a:lnTo>
                    <a:pt x="40" y="2678"/>
                  </a:lnTo>
                  <a:lnTo>
                    <a:pt x="54" y="2720"/>
                  </a:lnTo>
                  <a:lnTo>
                    <a:pt x="70" y="2762"/>
                  </a:lnTo>
                  <a:lnTo>
                    <a:pt x="90" y="2802"/>
                  </a:lnTo>
                  <a:lnTo>
                    <a:pt x="110" y="2840"/>
                  </a:lnTo>
                  <a:lnTo>
                    <a:pt x="130" y="2878"/>
                  </a:lnTo>
                  <a:lnTo>
                    <a:pt x="154" y="2916"/>
                  </a:lnTo>
                  <a:lnTo>
                    <a:pt x="180" y="2952"/>
                  </a:lnTo>
                  <a:lnTo>
                    <a:pt x="206" y="2986"/>
                  </a:lnTo>
                  <a:lnTo>
                    <a:pt x="236" y="3018"/>
                  </a:lnTo>
                  <a:lnTo>
                    <a:pt x="266" y="3050"/>
                  </a:lnTo>
                  <a:lnTo>
                    <a:pt x="296" y="3080"/>
                  </a:lnTo>
                  <a:lnTo>
                    <a:pt x="330" y="3108"/>
                  </a:lnTo>
                  <a:lnTo>
                    <a:pt x="364" y="3136"/>
                  </a:lnTo>
                  <a:lnTo>
                    <a:pt x="400" y="3160"/>
                  </a:lnTo>
                  <a:lnTo>
                    <a:pt x="436" y="3184"/>
                  </a:lnTo>
                  <a:lnTo>
                    <a:pt x="474" y="3206"/>
                  </a:lnTo>
                  <a:lnTo>
                    <a:pt x="514" y="3226"/>
                  </a:lnTo>
                  <a:lnTo>
                    <a:pt x="554" y="3244"/>
                  </a:lnTo>
                  <a:lnTo>
                    <a:pt x="596" y="3260"/>
                  </a:lnTo>
                  <a:lnTo>
                    <a:pt x="638" y="3276"/>
                  </a:lnTo>
                  <a:lnTo>
                    <a:pt x="680" y="3288"/>
                  </a:lnTo>
                  <a:lnTo>
                    <a:pt x="724" y="3298"/>
                  </a:lnTo>
                  <a:lnTo>
                    <a:pt x="770" y="3306"/>
                  </a:lnTo>
                  <a:lnTo>
                    <a:pt x="814" y="3312"/>
                  </a:lnTo>
                  <a:lnTo>
                    <a:pt x="860" y="3314"/>
                  </a:lnTo>
                  <a:lnTo>
                    <a:pt x="908" y="3316"/>
                  </a:lnTo>
                  <a:lnTo>
                    <a:pt x="5486" y="3316"/>
                  </a:lnTo>
                  <a:lnTo>
                    <a:pt x="5486" y="3316"/>
                  </a:lnTo>
                  <a:lnTo>
                    <a:pt x="5520" y="3316"/>
                  </a:lnTo>
                  <a:lnTo>
                    <a:pt x="5554" y="3312"/>
                  </a:lnTo>
                  <a:lnTo>
                    <a:pt x="5588" y="3308"/>
                  </a:lnTo>
                  <a:lnTo>
                    <a:pt x="5620" y="3302"/>
                  </a:lnTo>
                  <a:lnTo>
                    <a:pt x="5652" y="3294"/>
                  </a:lnTo>
                  <a:lnTo>
                    <a:pt x="5684" y="3286"/>
                  </a:lnTo>
                  <a:lnTo>
                    <a:pt x="5716" y="3276"/>
                  </a:lnTo>
                  <a:lnTo>
                    <a:pt x="5746" y="3264"/>
                  </a:lnTo>
                  <a:lnTo>
                    <a:pt x="5776" y="3250"/>
                  </a:lnTo>
                  <a:lnTo>
                    <a:pt x="5804" y="3236"/>
                  </a:lnTo>
                  <a:lnTo>
                    <a:pt x="5832" y="3220"/>
                  </a:lnTo>
                  <a:lnTo>
                    <a:pt x="5860" y="3202"/>
                  </a:lnTo>
                  <a:lnTo>
                    <a:pt x="5886" y="3184"/>
                  </a:lnTo>
                  <a:lnTo>
                    <a:pt x="5910" y="3164"/>
                  </a:lnTo>
                  <a:lnTo>
                    <a:pt x="5934" y="3142"/>
                  </a:lnTo>
                  <a:lnTo>
                    <a:pt x="5958" y="3120"/>
                  </a:lnTo>
                  <a:lnTo>
                    <a:pt x="5980" y="3096"/>
                  </a:lnTo>
                  <a:lnTo>
                    <a:pt x="6002" y="3072"/>
                  </a:lnTo>
                  <a:lnTo>
                    <a:pt x="6022" y="3048"/>
                  </a:lnTo>
                  <a:lnTo>
                    <a:pt x="6040" y="3022"/>
                  </a:lnTo>
                  <a:lnTo>
                    <a:pt x="6058" y="2994"/>
                  </a:lnTo>
                  <a:lnTo>
                    <a:pt x="6074" y="2966"/>
                  </a:lnTo>
                  <a:lnTo>
                    <a:pt x="6088" y="2938"/>
                  </a:lnTo>
                  <a:lnTo>
                    <a:pt x="6102" y="2908"/>
                  </a:lnTo>
                  <a:lnTo>
                    <a:pt x="6114" y="2878"/>
                  </a:lnTo>
                  <a:lnTo>
                    <a:pt x="6124" y="2846"/>
                  </a:lnTo>
                  <a:lnTo>
                    <a:pt x="6134" y="2814"/>
                  </a:lnTo>
                  <a:lnTo>
                    <a:pt x="6140" y="2782"/>
                  </a:lnTo>
                  <a:lnTo>
                    <a:pt x="6146" y="2748"/>
                  </a:lnTo>
                  <a:lnTo>
                    <a:pt x="6150" y="2716"/>
                  </a:lnTo>
                  <a:lnTo>
                    <a:pt x="6154" y="2682"/>
                  </a:lnTo>
                  <a:lnTo>
                    <a:pt x="6154" y="2646"/>
                  </a:lnTo>
                  <a:lnTo>
                    <a:pt x="6154" y="2646"/>
                  </a:lnTo>
                  <a:lnTo>
                    <a:pt x="6154" y="2614"/>
                  </a:lnTo>
                  <a:lnTo>
                    <a:pt x="6150" y="2580"/>
                  </a:lnTo>
                  <a:lnTo>
                    <a:pt x="6146" y="2548"/>
                  </a:lnTo>
                  <a:lnTo>
                    <a:pt x="6142" y="2516"/>
                  </a:lnTo>
                  <a:lnTo>
                    <a:pt x="6134" y="2484"/>
                  </a:lnTo>
                  <a:lnTo>
                    <a:pt x="6126" y="2452"/>
                  </a:lnTo>
                  <a:lnTo>
                    <a:pt x="6116" y="2422"/>
                  </a:lnTo>
                  <a:lnTo>
                    <a:pt x="6104" y="2392"/>
                  </a:lnTo>
                  <a:lnTo>
                    <a:pt x="6092" y="2364"/>
                  </a:lnTo>
                  <a:lnTo>
                    <a:pt x="6078" y="2336"/>
                  </a:lnTo>
                  <a:lnTo>
                    <a:pt x="6062" y="2308"/>
                  </a:lnTo>
                  <a:lnTo>
                    <a:pt x="6046" y="2282"/>
                  </a:lnTo>
                  <a:lnTo>
                    <a:pt x="6028" y="2256"/>
                  </a:lnTo>
                  <a:lnTo>
                    <a:pt x="6008" y="2230"/>
                  </a:lnTo>
                  <a:lnTo>
                    <a:pt x="5988" y="2206"/>
                  </a:lnTo>
                  <a:lnTo>
                    <a:pt x="5968" y="2184"/>
                  </a:lnTo>
                  <a:lnTo>
                    <a:pt x="5946" y="2162"/>
                  </a:lnTo>
                  <a:lnTo>
                    <a:pt x="5922" y="2140"/>
                  </a:lnTo>
                  <a:lnTo>
                    <a:pt x="5898" y="2120"/>
                  </a:lnTo>
                  <a:lnTo>
                    <a:pt x="5872" y="2102"/>
                  </a:lnTo>
                  <a:lnTo>
                    <a:pt x="5846" y="2084"/>
                  </a:lnTo>
                  <a:lnTo>
                    <a:pt x="5820" y="2068"/>
                  </a:lnTo>
                  <a:lnTo>
                    <a:pt x="5792" y="2054"/>
                  </a:lnTo>
                  <a:lnTo>
                    <a:pt x="5764" y="2040"/>
                  </a:lnTo>
                  <a:lnTo>
                    <a:pt x="5734" y="2026"/>
                  </a:lnTo>
                  <a:lnTo>
                    <a:pt x="5704" y="2016"/>
                  </a:lnTo>
                  <a:lnTo>
                    <a:pt x="5674" y="2006"/>
                  </a:lnTo>
                  <a:lnTo>
                    <a:pt x="5642" y="1998"/>
                  </a:lnTo>
                  <a:lnTo>
                    <a:pt x="5612" y="1990"/>
                  </a:lnTo>
                  <a:lnTo>
                    <a:pt x="5578" y="1986"/>
                  </a:lnTo>
                  <a:lnTo>
                    <a:pt x="5546" y="1982"/>
                  </a:lnTo>
                  <a:lnTo>
                    <a:pt x="5512" y="1980"/>
                  </a:lnTo>
                  <a:lnTo>
                    <a:pt x="5512" y="1980"/>
                  </a:lnTo>
                  <a:close/>
                </a:path>
              </a:pathLst>
            </a:custGeom>
            <a:no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Microsoft Yahei"/>
                <a:ea typeface="Microsoft Yahei"/>
                <a:cs typeface="Microsoft Yahei"/>
                <a:sym typeface="Microsoft Yahei"/>
              </a:endParaRPr>
            </a:p>
          </p:txBody>
        </p:sp>
        <p:pic>
          <p:nvPicPr>
            <p:cNvPr descr="C:\Users\Administrator\Desktop\云2-02.png" id="1183" name="Google Shape;1183;p17"/>
            <p:cNvPicPr preferRelativeResize="0"/>
            <p:nvPr/>
          </p:nvPicPr>
          <p:blipFill rotWithShape="1">
            <a:blip r:embed="rId4">
              <a:alphaModFix/>
            </a:blip>
            <a:srcRect b="0" l="0" r="0" t="0"/>
            <a:stretch/>
          </p:blipFill>
          <p:spPr>
            <a:xfrm>
              <a:off x="6808125" y="1974388"/>
              <a:ext cx="1861717" cy="1003300"/>
            </a:xfrm>
            <a:prstGeom prst="rect">
              <a:avLst/>
            </a:prstGeom>
            <a:noFill/>
            <a:ln>
              <a:noFill/>
            </a:ln>
          </p:spPr>
        </p:pic>
      </p:grpSp>
      <p:sp>
        <p:nvSpPr>
          <p:cNvPr id="1184" name="Google Shape;1184;p17"/>
          <p:cNvSpPr/>
          <p:nvPr/>
        </p:nvSpPr>
        <p:spPr>
          <a:xfrm>
            <a:off x="2350289" y="3137080"/>
            <a:ext cx="360000" cy="396000"/>
          </a:xfrm>
          <a:custGeom>
            <a:rect b="b" l="l" r="r" t="t"/>
            <a:pathLst>
              <a:path extrusionOk="0" h="1254" w="1231">
                <a:moveTo>
                  <a:pt x="522" y="22"/>
                </a:moveTo>
                <a:cubicBezTo>
                  <a:pt x="470" y="0"/>
                  <a:pt x="410" y="2"/>
                  <a:pt x="364" y="27"/>
                </a:cubicBezTo>
                <a:cubicBezTo>
                  <a:pt x="289" y="68"/>
                  <a:pt x="265" y="128"/>
                  <a:pt x="260" y="179"/>
                </a:cubicBezTo>
                <a:cubicBezTo>
                  <a:pt x="202" y="173"/>
                  <a:pt x="112" y="192"/>
                  <a:pt x="73" y="297"/>
                </a:cubicBezTo>
                <a:cubicBezTo>
                  <a:pt x="47" y="368"/>
                  <a:pt x="60" y="423"/>
                  <a:pt x="81" y="461"/>
                </a:cubicBezTo>
                <a:cubicBezTo>
                  <a:pt x="53" y="488"/>
                  <a:pt x="0" y="554"/>
                  <a:pt x="10" y="639"/>
                </a:cubicBezTo>
                <a:cubicBezTo>
                  <a:pt x="20" y="717"/>
                  <a:pt x="80" y="758"/>
                  <a:pt x="119" y="776"/>
                </a:cubicBezTo>
                <a:cubicBezTo>
                  <a:pt x="98" y="805"/>
                  <a:pt x="82" y="841"/>
                  <a:pt x="82" y="882"/>
                </a:cubicBezTo>
                <a:cubicBezTo>
                  <a:pt x="82" y="978"/>
                  <a:pt x="127" y="1031"/>
                  <a:pt x="165" y="1059"/>
                </a:cubicBezTo>
                <a:cubicBezTo>
                  <a:pt x="189" y="1077"/>
                  <a:pt x="214" y="1087"/>
                  <a:pt x="230" y="1091"/>
                </a:cubicBezTo>
                <a:cubicBezTo>
                  <a:pt x="235" y="1123"/>
                  <a:pt x="245" y="1153"/>
                  <a:pt x="263" y="1179"/>
                </a:cubicBezTo>
                <a:cubicBezTo>
                  <a:pt x="287" y="1213"/>
                  <a:pt x="335" y="1254"/>
                  <a:pt x="428" y="1254"/>
                </a:cubicBezTo>
                <a:cubicBezTo>
                  <a:pt x="519" y="1254"/>
                  <a:pt x="567" y="1205"/>
                  <a:pt x="592" y="1163"/>
                </a:cubicBezTo>
                <a:cubicBezTo>
                  <a:pt x="618" y="1120"/>
                  <a:pt x="624" y="1077"/>
                  <a:pt x="624" y="1075"/>
                </a:cubicBezTo>
                <a:cubicBezTo>
                  <a:pt x="624" y="1074"/>
                  <a:pt x="624" y="1073"/>
                  <a:pt x="624" y="1072"/>
                </a:cubicBezTo>
                <a:cubicBezTo>
                  <a:pt x="624" y="918"/>
                  <a:pt x="624" y="918"/>
                  <a:pt x="624" y="918"/>
                </a:cubicBezTo>
                <a:cubicBezTo>
                  <a:pt x="624" y="918"/>
                  <a:pt x="624" y="918"/>
                  <a:pt x="624" y="918"/>
                </a:cubicBezTo>
                <a:cubicBezTo>
                  <a:pt x="624" y="150"/>
                  <a:pt x="624" y="150"/>
                  <a:pt x="624" y="150"/>
                </a:cubicBezTo>
                <a:cubicBezTo>
                  <a:pt x="624" y="148"/>
                  <a:pt x="624" y="146"/>
                  <a:pt x="623" y="144"/>
                </a:cubicBezTo>
                <a:cubicBezTo>
                  <a:pt x="609" y="88"/>
                  <a:pt x="573" y="44"/>
                  <a:pt x="522" y="22"/>
                </a:cubicBezTo>
                <a:close/>
                <a:moveTo>
                  <a:pt x="576" y="289"/>
                </a:moveTo>
                <a:cubicBezTo>
                  <a:pt x="565" y="298"/>
                  <a:pt x="540" y="313"/>
                  <a:pt x="491" y="310"/>
                </a:cubicBezTo>
                <a:cubicBezTo>
                  <a:pt x="457" y="308"/>
                  <a:pt x="424" y="261"/>
                  <a:pt x="416" y="244"/>
                </a:cubicBezTo>
                <a:cubicBezTo>
                  <a:pt x="409" y="233"/>
                  <a:pt x="395" y="228"/>
                  <a:pt x="383" y="234"/>
                </a:cubicBezTo>
                <a:cubicBezTo>
                  <a:pt x="371" y="241"/>
                  <a:pt x="367" y="255"/>
                  <a:pt x="373" y="267"/>
                </a:cubicBezTo>
                <a:cubicBezTo>
                  <a:pt x="376" y="271"/>
                  <a:pt x="386" y="290"/>
                  <a:pt x="404" y="310"/>
                </a:cubicBezTo>
                <a:cubicBezTo>
                  <a:pt x="424" y="333"/>
                  <a:pt x="453" y="356"/>
                  <a:pt x="488" y="358"/>
                </a:cubicBezTo>
                <a:cubicBezTo>
                  <a:pt x="526" y="361"/>
                  <a:pt x="555" y="354"/>
                  <a:pt x="576" y="344"/>
                </a:cubicBezTo>
                <a:cubicBezTo>
                  <a:pt x="576" y="914"/>
                  <a:pt x="576" y="914"/>
                  <a:pt x="576" y="914"/>
                </a:cubicBezTo>
                <a:cubicBezTo>
                  <a:pt x="571" y="929"/>
                  <a:pt x="559" y="952"/>
                  <a:pt x="547" y="960"/>
                </a:cubicBezTo>
                <a:cubicBezTo>
                  <a:pt x="523" y="976"/>
                  <a:pt x="496" y="976"/>
                  <a:pt x="496" y="976"/>
                </a:cubicBezTo>
                <a:cubicBezTo>
                  <a:pt x="483" y="976"/>
                  <a:pt x="472" y="987"/>
                  <a:pt x="472" y="1000"/>
                </a:cubicBezTo>
                <a:cubicBezTo>
                  <a:pt x="472" y="1013"/>
                  <a:pt x="483" y="1024"/>
                  <a:pt x="496" y="1024"/>
                </a:cubicBezTo>
                <a:cubicBezTo>
                  <a:pt x="498" y="1024"/>
                  <a:pt x="538" y="1024"/>
                  <a:pt x="573" y="1000"/>
                </a:cubicBezTo>
                <a:cubicBezTo>
                  <a:pt x="574" y="999"/>
                  <a:pt x="575" y="999"/>
                  <a:pt x="576" y="998"/>
                </a:cubicBezTo>
                <a:cubicBezTo>
                  <a:pt x="576" y="1070"/>
                  <a:pt x="576" y="1070"/>
                  <a:pt x="576" y="1070"/>
                </a:cubicBezTo>
                <a:cubicBezTo>
                  <a:pt x="574" y="1085"/>
                  <a:pt x="553" y="1206"/>
                  <a:pt x="428" y="1206"/>
                </a:cubicBezTo>
                <a:cubicBezTo>
                  <a:pt x="370" y="1206"/>
                  <a:pt x="328" y="1188"/>
                  <a:pt x="303" y="1152"/>
                </a:cubicBezTo>
                <a:cubicBezTo>
                  <a:pt x="267" y="1102"/>
                  <a:pt x="270" y="1027"/>
                  <a:pt x="289" y="976"/>
                </a:cubicBezTo>
                <a:cubicBezTo>
                  <a:pt x="313" y="907"/>
                  <a:pt x="400" y="894"/>
                  <a:pt x="401" y="894"/>
                </a:cubicBezTo>
                <a:cubicBezTo>
                  <a:pt x="414" y="892"/>
                  <a:pt x="424" y="880"/>
                  <a:pt x="422" y="867"/>
                </a:cubicBezTo>
                <a:cubicBezTo>
                  <a:pt x="420" y="854"/>
                  <a:pt x="408" y="844"/>
                  <a:pt x="395" y="846"/>
                </a:cubicBezTo>
                <a:cubicBezTo>
                  <a:pt x="390" y="847"/>
                  <a:pt x="278" y="863"/>
                  <a:pt x="243" y="960"/>
                </a:cubicBezTo>
                <a:cubicBezTo>
                  <a:pt x="235" y="983"/>
                  <a:pt x="229" y="1011"/>
                  <a:pt x="228" y="1040"/>
                </a:cubicBezTo>
                <a:cubicBezTo>
                  <a:pt x="191" y="1024"/>
                  <a:pt x="130" y="984"/>
                  <a:pt x="130" y="882"/>
                </a:cubicBezTo>
                <a:cubicBezTo>
                  <a:pt x="130" y="843"/>
                  <a:pt x="151" y="809"/>
                  <a:pt x="175" y="783"/>
                </a:cubicBezTo>
                <a:cubicBezTo>
                  <a:pt x="176" y="782"/>
                  <a:pt x="177" y="782"/>
                  <a:pt x="177" y="781"/>
                </a:cubicBezTo>
                <a:cubicBezTo>
                  <a:pt x="209" y="747"/>
                  <a:pt x="245" y="727"/>
                  <a:pt x="245" y="727"/>
                </a:cubicBezTo>
                <a:cubicBezTo>
                  <a:pt x="257" y="721"/>
                  <a:pt x="261" y="706"/>
                  <a:pt x="255" y="695"/>
                </a:cubicBezTo>
                <a:cubicBezTo>
                  <a:pt x="249" y="683"/>
                  <a:pt x="234" y="679"/>
                  <a:pt x="223" y="685"/>
                </a:cubicBezTo>
                <a:cubicBezTo>
                  <a:pt x="220" y="686"/>
                  <a:pt x="186" y="705"/>
                  <a:pt x="152" y="738"/>
                </a:cubicBezTo>
                <a:cubicBezTo>
                  <a:pt x="125" y="728"/>
                  <a:pt x="66" y="698"/>
                  <a:pt x="58" y="634"/>
                </a:cubicBezTo>
                <a:cubicBezTo>
                  <a:pt x="51" y="574"/>
                  <a:pt x="87" y="524"/>
                  <a:pt x="110" y="500"/>
                </a:cubicBezTo>
                <a:cubicBezTo>
                  <a:pt x="136" y="528"/>
                  <a:pt x="162" y="541"/>
                  <a:pt x="163" y="542"/>
                </a:cubicBezTo>
                <a:cubicBezTo>
                  <a:pt x="167" y="543"/>
                  <a:pt x="170" y="544"/>
                  <a:pt x="174" y="544"/>
                </a:cubicBezTo>
                <a:cubicBezTo>
                  <a:pt x="183" y="544"/>
                  <a:pt x="191" y="539"/>
                  <a:pt x="196" y="531"/>
                </a:cubicBezTo>
                <a:cubicBezTo>
                  <a:pt x="201" y="519"/>
                  <a:pt x="196" y="504"/>
                  <a:pt x="185" y="498"/>
                </a:cubicBezTo>
                <a:cubicBezTo>
                  <a:pt x="180" y="496"/>
                  <a:pt x="71" y="441"/>
                  <a:pt x="118" y="313"/>
                </a:cubicBezTo>
                <a:cubicBezTo>
                  <a:pt x="151" y="224"/>
                  <a:pt x="230" y="224"/>
                  <a:pt x="260" y="227"/>
                </a:cubicBezTo>
                <a:cubicBezTo>
                  <a:pt x="265" y="277"/>
                  <a:pt x="284" y="315"/>
                  <a:pt x="284" y="317"/>
                </a:cubicBezTo>
                <a:cubicBezTo>
                  <a:pt x="290" y="328"/>
                  <a:pt x="305" y="333"/>
                  <a:pt x="317" y="328"/>
                </a:cubicBezTo>
                <a:cubicBezTo>
                  <a:pt x="328" y="322"/>
                  <a:pt x="333" y="307"/>
                  <a:pt x="328" y="295"/>
                </a:cubicBezTo>
                <a:cubicBezTo>
                  <a:pt x="325" y="289"/>
                  <a:pt x="255" y="142"/>
                  <a:pt x="388" y="69"/>
                </a:cubicBezTo>
                <a:cubicBezTo>
                  <a:pt x="420" y="51"/>
                  <a:pt x="465" y="50"/>
                  <a:pt x="502" y="66"/>
                </a:cubicBezTo>
                <a:cubicBezTo>
                  <a:pt x="528" y="78"/>
                  <a:pt x="562" y="102"/>
                  <a:pt x="576" y="153"/>
                </a:cubicBezTo>
                <a:lnTo>
                  <a:pt x="576" y="289"/>
                </a:lnTo>
                <a:close/>
                <a:moveTo>
                  <a:pt x="274" y="518"/>
                </a:moveTo>
                <a:cubicBezTo>
                  <a:pt x="261" y="519"/>
                  <a:pt x="251" y="530"/>
                  <a:pt x="252" y="544"/>
                </a:cubicBezTo>
                <a:cubicBezTo>
                  <a:pt x="253" y="557"/>
                  <a:pt x="264" y="567"/>
                  <a:pt x="278" y="566"/>
                </a:cubicBezTo>
                <a:cubicBezTo>
                  <a:pt x="309" y="564"/>
                  <a:pt x="396" y="569"/>
                  <a:pt x="414" y="616"/>
                </a:cubicBezTo>
                <a:cubicBezTo>
                  <a:pt x="439" y="684"/>
                  <a:pt x="405" y="745"/>
                  <a:pt x="405" y="746"/>
                </a:cubicBezTo>
                <a:cubicBezTo>
                  <a:pt x="398" y="757"/>
                  <a:pt x="402" y="772"/>
                  <a:pt x="414" y="779"/>
                </a:cubicBezTo>
                <a:cubicBezTo>
                  <a:pt x="418" y="781"/>
                  <a:pt x="422" y="782"/>
                  <a:pt x="426" y="782"/>
                </a:cubicBezTo>
                <a:cubicBezTo>
                  <a:pt x="434" y="782"/>
                  <a:pt x="442" y="778"/>
                  <a:pt x="447" y="770"/>
                </a:cubicBezTo>
                <a:cubicBezTo>
                  <a:pt x="448" y="767"/>
                  <a:pt x="485" y="702"/>
                  <a:pt x="466" y="623"/>
                </a:cubicBezTo>
                <a:cubicBezTo>
                  <a:pt x="494" y="609"/>
                  <a:pt x="523" y="578"/>
                  <a:pt x="520" y="519"/>
                </a:cubicBezTo>
                <a:cubicBezTo>
                  <a:pt x="516" y="460"/>
                  <a:pt x="487" y="419"/>
                  <a:pt x="485" y="418"/>
                </a:cubicBezTo>
                <a:cubicBezTo>
                  <a:pt x="477" y="407"/>
                  <a:pt x="462" y="405"/>
                  <a:pt x="452" y="413"/>
                </a:cubicBezTo>
                <a:cubicBezTo>
                  <a:pt x="441" y="421"/>
                  <a:pt x="439" y="436"/>
                  <a:pt x="447" y="446"/>
                </a:cubicBezTo>
                <a:cubicBezTo>
                  <a:pt x="447" y="447"/>
                  <a:pt x="469" y="478"/>
                  <a:pt x="472" y="521"/>
                </a:cubicBezTo>
                <a:cubicBezTo>
                  <a:pt x="474" y="556"/>
                  <a:pt x="460" y="571"/>
                  <a:pt x="447" y="579"/>
                </a:cubicBezTo>
                <a:cubicBezTo>
                  <a:pt x="401" y="511"/>
                  <a:pt x="280" y="518"/>
                  <a:pt x="274" y="518"/>
                </a:cubicBezTo>
                <a:close/>
                <a:moveTo>
                  <a:pt x="682" y="230"/>
                </a:moveTo>
                <a:cubicBezTo>
                  <a:pt x="750" y="230"/>
                  <a:pt x="750" y="230"/>
                  <a:pt x="750" y="230"/>
                </a:cubicBezTo>
                <a:cubicBezTo>
                  <a:pt x="763" y="271"/>
                  <a:pt x="801" y="300"/>
                  <a:pt x="845" y="300"/>
                </a:cubicBezTo>
                <a:cubicBezTo>
                  <a:pt x="900" y="300"/>
                  <a:pt x="945" y="255"/>
                  <a:pt x="945" y="201"/>
                </a:cubicBezTo>
                <a:cubicBezTo>
                  <a:pt x="945" y="146"/>
                  <a:pt x="900" y="101"/>
                  <a:pt x="845" y="101"/>
                </a:cubicBezTo>
                <a:cubicBezTo>
                  <a:pt x="797" y="101"/>
                  <a:pt x="756" y="136"/>
                  <a:pt x="748" y="182"/>
                </a:cubicBezTo>
                <a:cubicBezTo>
                  <a:pt x="682" y="182"/>
                  <a:pt x="682" y="182"/>
                  <a:pt x="682" y="182"/>
                </a:cubicBezTo>
                <a:cubicBezTo>
                  <a:pt x="669" y="182"/>
                  <a:pt x="658" y="193"/>
                  <a:pt x="658" y="206"/>
                </a:cubicBezTo>
                <a:cubicBezTo>
                  <a:pt x="658" y="219"/>
                  <a:pt x="669" y="230"/>
                  <a:pt x="682" y="230"/>
                </a:cubicBezTo>
                <a:close/>
                <a:moveTo>
                  <a:pt x="845" y="149"/>
                </a:moveTo>
                <a:cubicBezTo>
                  <a:pt x="874" y="149"/>
                  <a:pt x="897" y="172"/>
                  <a:pt x="897" y="201"/>
                </a:cubicBezTo>
                <a:cubicBezTo>
                  <a:pt x="897" y="229"/>
                  <a:pt x="874" y="252"/>
                  <a:pt x="845" y="252"/>
                </a:cubicBezTo>
                <a:cubicBezTo>
                  <a:pt x="817" y="252"/>
                  <a:pt x="794" y="229"/>
                  <a:pt x="794" y="201"/>
                </a:cubicBezTo>
                <a:cubicBezTo>
                  <a:pt x="794" y="172"/>
                  <a:pt x="817" y="149"/>
                  <a:pt x="845" y="149"/>
                </a:cubicBezTo>
                <a:close/>
                <a:moveTo>
                  <a:pt x="682" y="582"/>
                </a:moveTo>
                <a:cubicBezTo>
                  <a:pt x="806" y="582"/>
                  <a:pt x="806" y="582"/>
                  <a:pt x="806" y="582"/>
                </a:cubicBezTo>
                <a:cubicBezTo>
                  <a:pt x="814" y="582"/>
                  <a:pt x="822" y="578"/>
                  <a:pt x="826" y="571"/>
                </a:cubicBezTo>
                <a:cubicBezTo>
                  <a:pt x="917" y="428"/>
                  <a:pt x="917" y="428"/>
                  <a:pt x="917" y="428"/>
                </a:cubicBezTo>
                <a:cubicBezTo>
                  <a:pt x="1001" y="428"/>
                  <a:pt x="1001" y="428"/>
                  <a:pt x="1001" y="428"/>
                </a:cubicBezTo>
                <a:cubicBezTo>
                  <a:pt x="1015" y="467"/>
                  <a:pt x="1052" y="496"/>
                  <a:pt x="1095" y="496"/>
                </a:cubicBezTo>
                <a:cubicBezTo>
                  <a:pt x="1150" y="496"/>
                  <a:pt x="1195" y="451"/>
                  <a:pt x="1195" y="396"/>
                </a:cubicBezTo>
                <a:cubicBezTo>
                  <a:pt x="1195" y="341"/>
                  <a:pt x="1150" y="297"/>
                  <a:pt x="1095" y="297"/>
                </a:cubicBezTo>
                <a:cubicBezTo>
                  <a:pt x="1046" y="297"/>
                  <a:pt x="1005" y="333"/>
                  <a:pt x="997" y="380"/>
                </a:cubicBezTo>
                <a:cubicBezTo>
                  <a:pt x="904" y="380"/>
                  <a:pt x="904" y="380"/>
                  <a:pt x="904" y="380"/>
                </a:cubicBezTo>
                <a:cubicBezTo>
                  <a:pt x="896" y="380"/>
                  <a:pt x="888" y="384"/>
                  <a:pt x="884" y="391"/>
                </a:cubicBezTo>
                <a:cubicBezTo>
                  <a:pt x="793" y="534"/>
                  <a:pt x="793" y="534"/>
                  <a:pt x="793" y="534"/>
                </a:cubicBezTo>
                <a:cubicBezTo>
                  <a:pt x="682" y="534"/>
                  <a:pt x="682" y="534"/>
                  <a:pt x="682" y="534"/>
                </a:cubicBezTo>
                <a:cubicBezTo>
                  <a:pt x="669" y="534"/>
                  <a:pt x="658" y="545"/>
                  <a:pt x="658" y="558"/>
                </a:cubicBezTo>
                <a:cubicBezTo>
                  <a:pt x="658" y="571"/>
                  <a:pt x="669" y="582"/>
                  <a:pt x="682" y="582"/>
                </a:cubicBezTo>
                <a:close/>
                <a:moveTo>
                  <a:pt x="1095" y="345"/>
                </a:moveTo>
                <a:cubicBezTo>
                  <a:pt x="1124" y="345"/>
                  <a:pt x="1147" y="368"/>
                  <a:pt x="1147" y="396"/>
                </a:cubicBezTo>
                <a:cubicBezTo>
                  <a:pt x="1147" y="425"/>
                  <a:pt x="1124" y="448"/>
                  <a:pt x="1095" y="448"/>
                </a:cubicBezTo>
                <a:cubicBezTo>
                  <a:pt x="1067" y="448"/>
                  <a:pt x="1044" y="425"/>
                  <a:pt x="1044" y="396"/>
                </a:cubicBezTo>
                <a:cubicBezTo>
                  <a:pt x="1044" y="368"/>
                  <a:pt x="1067" y="345"/>
                  <a:pt x="1095" y="345"/>
                </a:cubicBezTo>
                <a:close/>
                <a:moveTo>
                  <a:pt x="682" y="750"/>
                </a:moveTo>
                <a:cubicBezTo>
                  <a:pt x="749" y="750"/>
                  <a:pt x="749" y="750"/>
                  <a:pt x="749" y="750"/>
                </a:cubicBezTo>
                <a:cubicBezTo>
                  <a:pt x="760" y="793"/>
                  <a:pt x="799" y="825"/>
                  <a:pt x="845" y="825"/>
                </a:cubicBezTo>
                <a:cubicBezTo>
                  <a:pt x="900" y="825"/>
                  <a:pt x="945" y="781"/>
                  <a:pt x="945" y="726"/>
                </a:cubicBezTo>
                <a:cubicBezTo>
                  <a:pt x="945" y="671"/>
                  <a:pt x="900" y="627"/>
                  <a:pt x="845" y="627"/>
                </a:cubicBezTo>
                <a:cubicBezTo>
                  <a:pt x="799" y="627"/>
                  <a:pt x="760" y="659"/>
                  <a:pt x="749" y="702"/>
                </a:cubicBezTo>
                <a:cubicBezTo>
                  <a:pt x="682" y="702"/>
                  <a:pt x="682" y="702"/>
                  <a:pt x="682" y="702"/>
                </a:cubicBezTo>
                <a:cubicBezTo>
                  <a:pt x="669" y="702"/>
                  <a:pt x="658" y="713"/>
                  <a:pt x="658" y="726"/>
                </a:cubicBezTo>
                <a:cubicBezTo>
                  <a:pt x="658" y="739"/>
                  <a:pt x="669" y="750"/>
                  <a:pt x="682" y="750"/>
                </a:cubicBezTo>
                <a:close/>
                <a:moveTo>
                  <a:pt x="845" y="675"/>
                </a:moveTo>
                <a:cubicBezTo>
                  <a:pt x="874" y="675"/>
                  <a:pt x="897" y="698"/>
                  <a:pt x="897" y="726"/>
                </a:cubicBezTo>
                <a:cubicBezTo>
                  <a:pt x="897" y="754"/>
                  <a:pt x="874" y="777"/>
                  <a:pt x="845" y="777"/>
                </a:cubicBezTo>
                <a:cubicBezTo>
                  <a:pt x="817" y="777"/>
                  <a:pt x="794" y="754"/>
                  <a:pt x="794" y="726"/>
                </a:cubicBezTo>
                <a:cubicBezTo>
                  <a:pt x="794" y="698"/>
                  <a:pt x="817" y="675"/>
                  <a:pt x="845" y="675"/>
                </a:cubicBezTo>
                <a:close/>
                <a:moveTo>
                  <a:pt x="955" y="981"/>
                </a:moveTo>
                <a:cubicBezTo>
                  <a:pt x="909" y="981"/>
                  <a:pt x="870" y="1013"/>
                  <a:pt x="859" y="1056"/>
                </a:cubicBezTo>
                <a:cubicBezTo>
                  <a:pt x="682" y="1056"/>
                  <a:pt x="682" y="1056"/>
                  <a:pt x="682" y="1056"/>
                </a:cubicBezTo>
                <a:cubicBezTo>
                  <a:pt x="669" y="1056"/>
                  <a:pt x="658" y="1067"/>
                  <a:pt x="658" y="1080"/>
                </a:cubicBezTo>
                <a:cubicBezTo>
                  <a:pt x="658" y="1093"/>
                  <a:pt x="669" y="1104"/>
                  <a:pt x="682" y="1104"/>
                </a:cubicBezTo>
                <a:cubicBezTo>
                  <a:pt x="859" y="1104"/>
                  <a:pt x="859" y="1104"/>
                  <a:pt x="859" y="1104"/>
                </a:cubicBezTo>
                <a:cubicBezTo>
                  <a:pt x="870" y="1147"/>
                  <a:pt x="909" y="1179"/>
                  <a:pt x="955" y="1179"/>
                </a:cubicBezTo>
                <a:cubicBezTo>
                  <a:pt x="1010" y="1179"/>
                  <a:pt x="1055" y="1135"/>
                  <a:pt x="1055" y="1080"/>
                </a:cubicBezTo>
                <a:cubicBezTo>
                  <a:pt x="1055" y="1025"/>
                  <a:pt x="1010" y="981"/>
                  <a:pt x="955" y="981"/>
                </a:cubicBezTo>
                <a:close/>
                <a:moveTo>
                  <a:pt x="955" y="1131"/>
                </a:moveTo>
                <a:cubicBezTo>
                  <a:pt x="927" y="1131"/>
                  <a:pt x="904" y="1108"/>
                  <a:pt x="904" y="1080"/>
                </a:cubicBezTo>
                <a:cubicBezTo>
                  <a:pt x="904" y="1052"/>
                  <a:pt x="927" y="1029"/>
                  <a:pt x="955" y="1029"/>
                </a:cubicBezTo>
                <a:cubicBezTo>
                  <a:pt x="984" y="1029"/>
                  <a:pt x="1007" y="1052"/>
                  <a:pt x="1007" y="1080"/>
                </a:cubicBezTo>
                <a:cubicBezTo>
                  <a:pt x="1007" y="1108"/>
                  <a:pt x="984" y="1131"/>
                  <a:pt x="955" y="1131"/>
                </a:cubicBezTo>
                <a:close/>
                <a:moveTo>
                  <a:pt x="1132" y="652"/>
                </a:moveTo>
                <a:cubicBezTo>
                  <a:pt x="1077" y="652"/>
                  <a:pt x="1033" y="696"/>
                  <a:pt x="1033" y="751"/>
                </a:cubicBezTo>
                <a:cubicBezTo>
                  <a:pt x="1033" y="783"/>
                  <a:pt x="1047" y="811"/>
                  <a:pt x="1070" y="829"/>
                </a:cubicBezTo>
                <a:cubicBezTo>
                  <a:pt x="1037" y="894"/>
                  <a:pt x="1037" y="894"/>
                  <a:pt x="1037" y="894"/>
                </a:cubicBezTo>
                <a:cubicBezTo>
                  <a:pt x="682" y="894"/>
                  <a:pt x="682" y="894"/>
                  <a:pt x="682" y="894"/>
                </a:cubicBezTo>
                <a:cubicBezTo>
                  <a:pt x="669" y="894"/>
                  <a:pt x="658" y="905"/>
                  <a:pt x="658" y="918"/>
                </a:cubicBezTo>
                <a:cubicBezTo>
                  <a:pt x="658" y="931"/>
                  <a:pt x="669" y="942"/>
                  <a:pt x="682" y="942"/>
                </a:cubicBezTo>
                <a:cubicBezTo>
                  <a:pt x="1052" y="942"/>
                  <a:pt x="1052" y="942"/>
                  <a:pt x="1052" y="942"/>
                </a:cubicBezTo>
                <a:cubicBezTo>
                  <a:pt x="1061" y="942"/>
                  <a:pt x="1069" y="937"/>
                  <a:pt x="1073" y="929"/>
                </a:cubicBezTo>
                <a:cubicBezTo>
                  <a:pt x="1114" y="849"/>
                  <a:pt x="1114" y="849"/>
                  <a:pt x="1114" y="849"/>
                </a:cubicBezTo>
                <a:cubicBezTo>
                  <a:pt x="1120" y="850"/>
                  <a:pt x="1126" y="850"/>
                  <a:pt x="1132" y="850"/>
                </a:cubicBezTo>
                <a:cubicBezTo>
                  <a:pt x="1187" y="850"/>
                  <a:pt x="1231" y="806"/>
                  <a:pt x="1231" y="751"/>
                </a:cubicBezTo>
                <a:cubicBezTo>
                  <a:pt x="1231" y="696"/>
                  <a:pt x="1187" y="652"/>
                  <a:pt x="1132" y="652"/>
                </a:cubicBezTo>
                <a:close/>
                <a:moveTo>
                  <a:pt x="1132" y="802"/>
                </a:moveTo>
                <a:cubicBezTo>
                  <a:pt x="1125" y="802"/>
                  <a:pt x="1119" y="801"/>
                  <a:pt x="1113" y="799"/>
                </a:cubicBezTo>
                <a:cubicBezTo>
                  <a:pt x="1113" y="799"/>
                  <a:pt x="1113" y="799"/>
                  <a:pt x="1113" y="799"/>
                </a:cubicBezTo>
                <a:cubicBezTo>
                  <a:pt x="1112" y="798"/>
                  <a:pt x="1111" y="798"/>
                  <a:pt x="1110" y="797"/>
                </a:cubicBezTo>
                <a:cubicBezTo>
                  <a:pt x="1093" y="789"/>
                  <a:pt x="1081" y="771"/>
                  <a:pt x="1081" y="751"/>
                </a:cubicBezTo>
                <a:cubicBezTo>
                  <a:pt x="1081" y="723"/>
                  <a:pt x="1104" y="700"/>
                  <a:pt x="1132" y="700"/>
                </a:cubicBezTo>
                <a:cubicBezTo>
                  <a:pt x="1160" y="700"/>
                  <a:pt x="1183" y="723"/>
                  <a:pt x="1183" y="751"/>
                </a:cubicBezTo>
                <a:cubicBezTo>
                  <a:pt x="1183" y="779"/>
                  <a:pt x="1160" y="802"/>
                  <a:pt x="1132" y="802"/>
                </a:cubicBezTo>
                <a:close/>
              </a:path>
            </a:pathLst>
          </a:custGeom>
          <a:solidFill>
            <a:srgbClr val="C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Microsoft Yahei"/>
              <a:ea typeface="Microsoft Yahei"/>
              <a:cs typeface="Microsoft Yahei"/>
              <a:sym typeface="Microsoft Yahei"/>
            </a:endParaRPr>
          </a:p>
        </p:txBody>
      </p:sp>
      <p:grpSp>
        <p:nvGrpSpPr>
          <p:cNvPr id="1185" name="Google Shape;1185;p17"/>
          <p:cNvGrpSpPr/>
          <p:nvPr/>
        </p:nvGrpSpPr>
        <p:grpSpPr>
          <a:xfrm>
            <a:off x="2274578" y="2115974"/>
            <a:ext cx="432000" cy="432000"/>
            <a:chOff x="35047238" y="-1593788"/>
            <a:chExt cx="828674" cy="798513"/>
          </a:xfrm>
        </p:grpSpPr>
        <p:sp>
          <p:nvSpPr>
            <p:cNvPr id="1186" name="Google Shape;1186;p17"/>
            <p:cNvSpPr/>
            <p:nvPr/>
          </p:nvSpPr>
          <p:spPr>
            <a:xfrm>
              <a:off x="35226624" y="-1593788"/>
              <a:ext cx="649288" cy="798513"/>
            </a:xfrm>
            <a:custGeom>
              <a:rect b="b" l="l" r="r" t="t"/>
              <a:pathLst>
                <a:path extrusionOk="0" h="213" w="173">
                  <a:moveTo>
                    <a:pt x="171" y="200"/>
                  </a:moveTo>
                  <a:cubicBezTo>
                    <a:pt x="135" y="154"/>
                    <a:pt x="135" y="154"/>
                    <a:pt x="135" y="154"/>
                  </a:cubicBezTo>
                  <a:cubicBezTo>
                    <a:pt x="135" y="153"/>
                    <a:pt x="135" y="153"/>
                    <a:pt x="136" y="153"/>
                  </a:cubicBezTo>
                  <a:cubicBezTo>
                    <a:pt x="153" y="138"/>
                    <a:pt x="164" y="117"/>
                    <a:pt x="165" y="95"/>
                  </a:cubicBezTo>
                  <a:cubicBezTo>
                    <a:pt x="167" y="72"/>
                    <a:pt x="160" y="50"/>
                    <a:pt x="145" y="33"/>
                  </a:cubicBezTo>
                  <a:cubicBezTo>
                    <a:pt x="131" y="15"/>
                    <a:pt x="110" y="5"/>
                    <a:pt x="87" y="3"/>
                  </a:cubicBezTo>
                  <a:cubicBezTo>
                    <a:pt x="50" y="0"/>
                    <a:pt x="16" y="21"/>
                    <a:pt x="2" y="55"/>
                  </a:cubicBezTo>
                  <a:cubicBezTo>
                    <a:pt x="0" y="59"/>
                    <a:pt x="2" y="64"/>
                    <a:pt x="6" y="66"/>
                  </a:cubicBezTo>
                  <a:cubicBezTo>
                    <a:pt x="10" y="67"/>
                    <a:pt x="15" y="65"/>
                    <a:pt x="16" y="61"/>
                  </a:cubicBezTo>
                  <a:cubicBezTo>
                    <a:pt x="28" y="34"/>
                    <a:pt x="56" y="17"/>
                    <a:pt x="86" y="19"/>
                  </a:cubicBezTo>
                  <a:cubicBezTo>
                    <a:pt x="104" y="20"/>
                    <a:pt x="121" y="29"/>
                    <a:pt x="133" y="43"/>
                  </a:cubicBezTo>
                  <a:cubicBezTo>
                    <a:pt x="145" y="57"/>
                    <a:pt x="151" y="75"/>
                    <a:pt x="150" y="93"/>
                  </a:cubicBezTo>
                  <a:cubicBezTo>
                    <a:pt x="148" y="112"/>
                    <a:pt x="139" y="129"/>
                    <a:pt x="125" y="141"/>
                  </a:cubicBezTo>
                  <a:cubicBezTo>
                    <a:pt x="111" y="153"/>
                    <a:pt x="93" y="159"/>
                    <a:pt x="75" y="157"/>
                  </a:cubicBezTo>
                  <a:cubicBezTo>
                    <a:pt x="53" y="155"/>
                    <a:pt x="34" y="144"/>
                    <a:pt x="22" y="126"/>
                  </a:cubicBezTo>
                  <a:cubicBezTo>
                    <a:pt x="20" y="122"/>
                    <a:pt x="15" y="121"/>
                    <a:pt x="11" y="123"/>
                  </a:cubicBezTo>
                  <a:cubicBezTo>
                    <a:pt x="7" y="126"/>
                    <a:pt x="6" y="131"/>
                    <a:pt x="9" y="135"/>
                  </a:cubicBezTo>
                  <a:cubicBezTo>
                    <a:pt x="23" y="157"/>
                    <a:pt x="47" y="171"/>
                    <a:pt x="74" y="173"/>
                  </a:cubicBezTo>
                  <a:cubicBezTo>
                    <a:pt x="76" y="173"/>
                    <a:pt x="78" y="173"/>
                    <a:pt x="81" y="173"/>
                  </a:cubicBezTo>
                  <a:cubicBezTo>
                    <a:pt x="95" y="173"/>
                    <a:pt x="109" y="170"/>
                    <a:pt x="122" y="163"/>
                  </a:cubicBezTo>
                  <a:cubicBezTo>
                    <a:pt x="158" y="209"/>
                    <a:pt x="158" y="209"/>
                    <a:pt x="158" y="209"/>
                  </a:cubicBezTo>
                  <a:cubicBezTo>
                    <a:pt x="160" y="211"/>
                    <a:pt x="162" y="213"/>
                    <a:pt x="164" y="213"/>
                  </a:cubicBezTo>
                  <a:cubicBezTo>
                    <a:pt x="166" y="213"/>
                    <a:pt x="168" y="212"/>
                    <a:pt x="169" y="211"/>
                  </a:cubicBezTo>
                  <a:cubicBezTo>
                    <a:pt x="173" y="208"/>
                    <a:pt x="173" y="203"/>
                    <a:pt x="171" y="200"/>
                  </a:cubicBezTo>
                  <a:close/>
                </a:path>
              </a:pathLst>
            </a:custGeom>
            <a:solidFill>
              <a:srgbClr val="C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1D1D1A"/>
                </a:solidFill>
                <a:latin typeface="Microsoft Yahei"/>
                <a:ea typeface="Microsoft Yahei"/>
                <a:cs typeface="Microsoft Yahei"/>
                <a:sym typeface="Microsoft Yahei"/>
              </a:endParaRPr>
            </a:p>
          </p:txBody>
        </p:sp>
        <p:sp>
          <p:nvSpPr>
            <p:cNvPr id="1187" name="Google Shape;1187;p17"/>
            <p:cNvSpPr/>
            <p:nvPr/>
          </p:nvSpPr>
          <p:spPr>
            <a:xfrm>
              <a:off x="35047238" y="-1382369"/>
              <a:ext cx="614362" cy="276225"/>
            </a:xfrm>
            <a:custGeom>
              <a:rect b="b" l="l" r="r" t="t"/>
              <a:pathLst>
                <a:path extrusionOk="0" h="74" w="164">
                  <a:moveTo>
                    <a:pt x="80" y="56"/>
                  </a:moveTo>
                  <a:cubicBezTo>
                    <a:pt x="81" y="58"/>
                    <a:pt x="83" y="59"/>
                    <a:pt x="86" y="59"/>
                  </a:cubicBezTo>
                  <a:cubicBezTo>
                    <a:pt x="88" y="60"/>
                    <a:pt x="90" y="59"/>
                    <a:pt x="92" y="57"/>
                  </a:cubicBezTo>
                  <a:cubicBezTo>
                    <a:pt x="98" y="53"/>
                    <a:pt x="98" y="53"/>
                    <a:pt x="98" y="53"/>
                  </a:cubicBezTo>
                  <a:cubicBezTo>
                    <a:pt x="108" y="70"/>
                    <a:pt x="108" y="70"/>
                    <a:pt x="108" y="70"/>
                  </a:cubicBezTo>
                  <a:cubicBezTo>
                    <a:pt x="109" y="73"/>
                    <a:pt x="112" y="74"/>
                    <a:pt x="115" y="74"/>
                  </a:cubicBezTo>
                  <a:cubicBezTo>
                    <a:pt x="115" y="74"/>
                    <a:pt x="115" y="74"/>
                    <a:pt x="115" y="74"/>
                  </a:cubicBezTo>
                  <a:cubicBezTo>
                    <a:pt x="118" y="74"/>
                    <a:pt x="121" y="72"/>
                    <a:pt x="122" y="69"/>
                  </a:cubicBezTo>
                  <a:cubicBezTo>
                    <a:pt x="140" y="22"/>
                    <a:pt x="140" y="22"/>
                    <a:pt x="140" y="22"/>
                  </a:cubicBezTo>
                  <a:cubicBezTo>
                    <a:pt x="149" y="31"/>
                    <a:pt x="149" y="31"/>
                    <a:pt x="149" y="31"/>
                  </a:cubicBezTo>
                  <a:cubicBezTo>
                    <a:pt x="153" y="34"/>
                    <a:pt x="158" y="34"/>
                    <a:pt x="161" y="31"/>
                  </a:cubicBezTo>
                  <a:cubicBezTo>
                    <a:pt x="164" y="27"/>
                    <a:pt x="163" y="22"/>
                    <a:pt x="160" y="19"/>
                  </a:cubicBezTo>
                  <a:cubicBezTo>
                    <a:pt x="141" y="3"/>
                    <a:pt x="141" y="3"/>
                    <a:pt x="141" y="3"/>
                  </a:cubicBezTo>
                  <a:cubicBezTo>
                    <a:pt x="139" y="1"/>
                    <a:pt x="137" y="0"/>
                    <a:pt x="134" y="1"/>
                  </a:cubicBezTo>
                  <a:cubicBezTo>
                    <a:pt x="132" y="1"/>
                    <a:pt x="130" y="3"/>
                    <a:pt x="129" y="6"/>
                  </a:cubicBezTo>
                  <a:cubicBezTo>
                    <a:pt x="113" y="47"/>
                    <a:pt x="113" y="47"/>
                    <a:pt x="113" y="47"/>
                  </a:cubicBezTo>
                  <a:cubicBezTo>
                    <a:pt x="106" y="36"/>
                    <a:pt x="106" y="36"/>
                    <a:pt x="106" y="36"/>
                  </a:cubicBezTo>
                  <a:cubicBezTo>
                    <a:pt x="105" y="34"/>
                    <a:pt x="103" y="33"/>
                    <a:pt x="101" y="32"/>
                  </a:cubicBezTo>
                  <a:cubicBezTo>
                    <a:pt x="99" y="32"/>
                    <a:pt x="96" y="33"/>
                    <a:pt x="94" y="34"/>
                  </a:cubicBezTo>
                  <a:cubicBezTo>
                    <a:pt x="88" y="39"/>
                    <a:pt x="88" y="39"/>
                    <a:pt x="88" y="39"/>
                  </a:cubicBezTo>
                  <a:cubicBezTo>
                    <a:pt x="72" y="16"/>
                    <a:pt x="72" y="16"/>
                    <a:pt x="72" y="16"/>
                  </a:cubicBezTo>
                  <a:cubicBezTo>
                    <a:pt x="71" y="13"/>
                    <a:pt x="68" y="12"/>
                    <a:pt x="66" y="12"/>
                  </a:cubicBezTo>
                  <a:cubicBezTo>
                    <a:pt x="63" y="12"/>
                    <a:pt x="60" y="14"/>
                    <a:pt x="59" y="16"/>
                  </a:cubicBezTo>
                  <a:cubicBezTo>
                    <a:pt x="42" y="43"/>
                    <a:pt x="42" y="43"/>
                    <a:pt x="42" y="43"/>
                  </a:cubicBezTo>
                  <a:cubicBezTo>
                    <a:pt x="8" y="43"/>
                    <a:pt x="8" y="43"/>
                    <a:pt x="8" y="43"/>
                  </a:cubicBezTo>
                  <a:cubicBezTo>
                    <a:pt x="4" y="43"/>
                    <a:pt x="0" y="47"/>
                    <a:pt x="0" y="51"/>
                  </a:cubicBezTo>
                  <a:cubicBezTo>
                    <a:pt x="0" y="56"/>
                    <a:pt x="4" y="59"/>
                    <a:pt x="8" y="59"/>
                  </a:cubicBezTo>
                  <a:cubicBezTo>
                    <a:pt x="47" y="59"/>
                    <a:pt x="47" y="59"/>
                    <a:pt x="47" y="59"/>
                  </a:cubicBezTo>
                  <a:cubicBezTo>
                    <a:pt x="49" y="59"/>
                    <a:pt x="52" y="58"/>
                    <a:pt x="53" y="55"/>
                  </a:cubicBezTo>
                  <a:cubicBezTo>
                    <a:pt x="66" y="35"/>
                    <a:pt x="66" y="35"/>
                    <a:pt x="66" y="35"/>
                  </a:cubicBezTo>
                  <a:lnTo>
                    <a:pt x="80" y="56"/>
                  </a:lnTo>
                  <a:close/>
                </a:path>
              </a:pathLst>
            </a:custGeom>
            <a:solidFill>
              <a:srgbClr val="C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rgbClr val="1D1D1A"/>
                </a:solidFill>
                <a:latin typeface="Microsoft Yahei"/>
                <a:ea typeface="Microsoft Yahei"/>
                <a:cs typeface="Microsoft Yahei"/>
                <a:sym typeface="Microsoft Yahei"/>
              </a:endParaRPr>
            </a:p>
          </p:txBody>
        </p:sp>
      </p:grpSp>
      <p:sp>
        <p:nvSpPr>
          <p:cNvPr id="1188" name="Google Shape;1188;p17"/>
          <p:cNvSpPr txBox="1"/>
          <p:nvPr/>
        </p:nvSpPr>
        <p:spPr>
          <a:xfrm>
            <a:off x="2694172" y="2128923"/>
            <a:ext cx="954892"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D1D1A"/>
                </a:solidFill>
                <a:latin typeface="Microsoft Yahei"/>
                <a:ea typeface="Microsoft Yahei"/>
                <a:cs typeface="Microsoft Yahei"/>
                <a:sym typeface="Microsoft Yahei"/>
              </a:rPr>
              <a:t>可视化</a:t>
            </a:r>
            <a:endParaRPr/>
          </a:p>
        </p:txBody>
      </p:sp>
      <p:sp>
        <p:nvSpPr>
          <p:cNvPr id="1189" name="Google Shape;1189;p17"/>
          <p:cNvSpPr txBox="1"/>
          <p:nvPr/>
        </p:nvSpPr>
        <p:spPr>
          <a:xfrm>
            <a:off x="2706577" y="3180819"/>
            <a:ext cx="173540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D1D1A"/>
                </a:solidFill>
                <a:latin typeface="Microsoft Yahei"/>
                <a:ea typeface="Microsoft Yahei"/>
                <a:cs typeface="Microsoft Yahei"/>
                <a:sym typeface="Microsoft Yahei"/>
              </a:rPr>
              <a:t>全流程自动化</a:t>
            </a:r>
            <a:endParaRPr/>
          </a:p>
        </p:txBody>
      </p:sp>
      <p:sp>
        <p:nvSpPr>
          <p:cNvPr id="1190" name="Google Shape;1190;p17"/>
          <p:cNvSpPr/>
          <p:nvPr/>
        </p:nvSpPr>
        <p:spPr>
          <a:xfrm>
            <a:off x="1457757" y="2630318"/>
            <a:ext cx="305080" cy="360000"/>
          </a:xfrm>
          <a:custGeom>
            <a:rect b="b" l="l" r="r" t="t"/>
            <a:pathLst>
              <a:path extrusionOk="0" h="16584" w="14592">
                <a:moveTo>
                  <a:pt x="1968" y="0"/>
                </a:moveTo>
                <a:lnTo>
                  <a:pt x="9792" y="0"/>
                </a:lnTo>
                <a:lnTo>
                  <a:pt x="9792" y="1006"/>
                </a:lnTo>
                <a:lnTo>
                  <a:pt x="10128" y="1103"/>
                </a:lnTo>
                <a:lnTo>
                  <a:pt x="10464" y="1246"/>
                </a:lnTo>
                <a:lnTo>
                  <a:pt x="10752" y="1390"/>
                </a:lnTo>
                <a:lnTo>
                  <a:pt x="11040" y="1629"/>
                </a:lnTo>
                <a:lnTo>
                  <a:pt x="11280" y="1965"/>
                </a:lnTo>
                <a:lnTo>
                  <a:pt x="11472" y="2301"/>
                </a:lnTo>
                <a:lnTo>
                  <a:pt x="11616" y="2685"/>
                </a:lnTo>
                <a:lnTo>
                  <a:pt x="11664" y="3116"/>
                </a:lnTo>
                <a:lnTo>
                  <a:pt x="11664" y="9251"/>
                </a:lnTo>
                <a:lnTo>
                  <a:pt x="10752" y="9251"/>
                </a:lnTo>
                <a:lnTo>
                  <a:pt x="10752" y="3116"/>
                </a:lnTo>
                <a:lnTo>
                  <a:pt x="10704" y="2876"/>
                </a:lnTo>
                <a:lnTo>
                  <a:pt x="10656" y="2636"/>
                </a:lnTo>
                <a:lnTo>
                  <a:pt x="10560" y="2444"/>
                </a:lnTo>
                <a:lnTo>
                  <a:pt x="10368" y="2252"/>
                </a:lnTo>
                <a:lnTo>
                  <a:pt x="10128" y="2061"/>
                </a:lnTo>
                <a:lnTo>
                  <a:pt x="9792" y="1918"/>
                </a:lnTo>
                <a:lnTo>
                  <a:pt x="9792" y="2972"/>
                </a:lnTo>
                <a:lnTo>
                  <a:pt x="1968" y="2972"/>
                </a:lnTo>
                <a:lnTo>
                  <a:pt x="1968" y="1918"/>
                </a:lnTo>
                <a:lnTo>
                  <a:pt x="1776" y="1965"/>
                </a:lnTo>
                <a:lnTo>
                  <a:pt x="1584" y="2013"/>
                </a:lnTo>
                <a:lnTo>
                  <a:pt x="1392" y="2157"/>
                </a:lnTo>
                <a:lnTo>
                  <a:pt x="1248" y="2252"/>
                </a:lnTo>
                <a:lnTo>
                  <a:pt x="1104" y="2444"/>
                </a:lnTo>
                <a:lnTo>
                  <a:pt x="1008" y="2636"/>
                </a:lnTo>
                <a:lnTo>
                  <a:pt x="912" y="2876"/>
                </a:lnTo>
                <a:lnTo>
                  <a:pt x="912" y="3116"/>
                </a:lnTo>
                <a:lnTo>
                  <a:pt x="912" y="13085"/>
                </a:lnTo>
                <a:lnTo>
                  <a:pt x="912" y="13325"/>
                </a:lnTo>
                <a:lnTo>
                  <a:pt x="1008" y="13565"/>
                </a:lnTo>
                <a:lnTo>
                  <a:pt x="1104" y="13756"/>
                </a:lnTo>
                <a:lnTo>
                  <a:pt x="1248" y="13948"/>
                </a:lnTo>
                <a:lnTo>
                  <a:pt x="1440" y="14091"/>
                </a:lnTo>
                <a:lnTo>
                  <a:pt x="1680" y="14188"/>
                </a:lnTo>
                <a:lnTo>
                  <a:pt x="1873" y="14283"/>
                </a:lnTo>
                <a:lnTo>
                  <a:pt x="2112" y="14283"/>
                </a:lnTo>
                <a:lnTo>
                  <a:pt x="7152" y="14283"/>
                </a:lnTo>
                <a:lnTo>
                  <a:pt x="7152" y="15194"/>
                </a:lnTo>
                <a:lnTo>
                  <a:pt x="2112" y="15194"/>
                </a:lnTo>
                <a:lnTo>
                  <a:pt x="1728" y="15146"/>
                </a:lnTo>
                <a:lnTo>
                  <a:pt x="1296" y="15050"/>
                </a:lnTo>
                <a:lnTo>
                  <a:pt x="960" y="14858"/>
                </a:lnTo>
                <a:lnTo>
                  <a:pt x="624" y="14571"/>
                </a:lnTo>
                <a:lnTo>
                  <a:pt x="384" y="14283"/>
                </a:lnTo>
                <a:lnTo>
                  <a:pt x="192" y="13899"/>
                </a:lnTo>
                <a:lnTo>
                  <a:pt x="48" y="13516"/>
                </a:lnTo>
                <a:lnTo>
                  <a:pt x="0" y="13085"/>
                </a:lnTo>
                <a:lnTo>
                  <a:pt x="0" y="3116"/>
                </a:lnTo>
                <a:lnTo>
                  <a:pt x="48" y="2685"/>
                </a:lnTo>
                <a:lnTo>
                  <a:pt x="192" y="2301"/>
                </a:lnTo>
                <a:lnTo>
                  <a:pt x="384" y="1965"/>
                </a:lnTo>
                <a:lnTo>
                  <a:pt x="624" y="1629"/>
                </a:lnTo>
                <a:lnTo>
                  <a:pt x="912" y="1390"/>
                </a:lnTo>
                <a:lnTo>
                  <a:pt x="1248" y="1198"/>
                </a:lnTo>
                <a:lnTo>
                  <a:pt x="1584" y="1054"/>
                </a:lnTo>
                <a:lnTo>
                  <a:pt x="1968" y="1006"/>
                </a:lnTo>
                <a:lnTo>
                  <a:pt x="1968" y="0"/>
                </a:lnTo>
                <a:close/>
                <a:moveTo>
                  <a:pt x="13776" y="10305"/>
                </a:moveTo>
                <a:lnTo>
                  <a:pt x="9024" y="10305"/>
                </a:lnTo>
                <a:lnTo>
                  <a:pt x="8880" y="10353"/>
                </a:lnTo>
                <a:lnTo>
                  <a:pt x="8688" y="10401"/>
                </a:lnTo>
                <a:lnTo>
                  <a:pt x="8544" y="10449"/>
                </a:lnTo>
                <a:lnTo>
                  <a:pt x="8448" y="10544"/>
                </a:lnTo>
                <a:lnTo>
                  <a:pt x="8352" y="10688"/>
                </a:lnTo>
                <a:lnTo>
                  <a:pt x="8256" y="10832"/>
                </a:lnTo>
                <a:lnTo>
                  <a:pt x="8208" y="10977"/>
                </a:lnTo>
                <a:lnTo>
                  <a:pt x="8208" y="11120"/>
                </a:lnTo>
                <a:lnTo>
                  <a:pt x="8208" y="15769"/>
                </a:lnTo>
                <a:lnTo>
                  <a:pt x="8208" y="15913"/>
                </a:lnTo>
                <a:lnTo>
                  <a:pt x="8256" y="16056"/>
                </a:lnTo>
                <a:lnTo>
                  <a:pt x="8352" y="16200"/>
                </a:lnTo>
                <a:lnTo>
                  <a:pt x="8448" y="16345"/>
                </a:lnTo>
                <a:lnTo>
                  <a:pt x="8544" y="16440"/>
                </a:lnTo>
                <a:lnTo>
                  <a:pt x="8688" y="16489"/>
                </a:lnTo>
                <a:lnTo>
                  <a:pt x="8880" y="16536"/>
                </a:lnTo>
                <a:lnTo>
                  <a:pt x="9024" y="16584"/>
                </a:lnTo>
                <a:lnTo>
                  <a:pt x="13776" y="16584"/>
                </a:lnTo>
                <a:lnTo>
                  <a:pt x="13920" y="16536"/>
                </a:lnTo>
                <a:lnTo>
                  <a:pt x="14064" y="16489"/>
                </a:lnTo>
                <a:lnTo>
                  <a:pt x="14208" y="16440"/>
                </a:lnTo>
                <a:lnTo>
                  <a:pt x="14352" y="16345"/>
                </a:lnTo>
                <a:lnTo>
                  <a:pt x="14448" y="16200"/>
                </a:lnTo>
                <a:lnTo>
                  <a:pt x="14497" y="16056"/>
                </a:lnTo>
                <a:lnTo>
                  <a:pt x="14544" y="15913"/>
                </a:lnTo>
                <a:lnTo>
                  <a:pt x="14592" y="15769"/>
                </a:lnTo>
                <a:lnTo>
                  <a:pt x="14592" y="11120"/>
                </a:lnTo>
                <a:lnTo>
                  <a:pt x="14544" y="10977"/>
                </a:lnTo>
                <a:lnTo>
                  <a:pt x="14497" y="10832"/>
                </a:lnTo>
                <a:lnTo>
                  <a:pt x="14448" y="10688"/>
                </a:lnTo>
                <a:lnTo>
                  <a:pt x="14352" y="10544"/>
                </a:lnTo>
                <a:lnTo>
                  <a:pt x="14208" y="10449"/>
                </a:lnTo>
                <a:lnTo>
                  <a:pt x="14064" y="10401"/>
                </a:lnTo>
                <a:lnTo>
                  <a:pt x="13920" y="10353"/>
                </a:lnTo>
                <a:lnTo>
                  <a:pt x="13776" y="10305"/>
                </a:lnTo>
                <a:close/>
                <a:moveTo>
                  <a:pt x="7152" y="12222"/>
                </a:moveTo>
                <a:lnTo>
                  <a:pt x="7152" y="11743"/>
                </a:lnTo>
                <a:lnTo>
                  <a:pt x="4128" y="11743"/>
                </a:lnTo>
                <a:lnTo>
                  <a:pt x="4128" y="12222"/>
                </a:lnTo>
                <a:lnTo>
                  <a:pt x="7152" y="12222"/>
                </a:lnTo>
                <a:close/>
                <a:moveTo>
                  <a:pt x="7680" y="9826"/>
                </a:moveTo>
                <a:lnTo>
                  <a:pt x="7728" y="9826"/>
                </a:lnTo>
                <a:lnTo>
                  <a:pt x="7872" y="9634"/>
                </a:lnTo>
                <a:lnTo>
                  <a:pt x="8112" y="9538"/>
                </a:lnTo>
                <a:lnTo>
                  <a:pt x="8304" y="9395"/>
                </a:lnTo>
                <a:lnTo>
                  <a:pt x="8544" y="9346"/>
                </a:lnTo>
                <a:lnTo>
                  <a:pt x="4128" y="9346"/>
                </a:lnTo>
                <a:lnTo>
                  <a:pt x="4128" y="9826"/>
                </a:lnTo>
                <a:lnTo>
                  <a:pt x="7680" y="9826"/>
                </a:lnTo>
                <a:close/>
                <a:moveTo>
                  <a:pt x="2064" y="11072"/>
                </a:moveTo>
                <a:lnTo>
                  <a:pt x="1824" y="11072"/>
                </a:lnTo>
                <a:lnTo>
                  <a:pt x="1824" y="11311"/>
                </a:lnTo>
                <a:lnTo>
                  <a:pt x="1824" y="12701"/>
                </a:lnTo>
                <a:lnTo>
                  <a:pt x="1824" y="12942"/>
                </a:lnTo>
                <a:lnTo>
                  <a:pt x="2064" y="12942"/>
                </a:lnTo>
                <a:lnTo>
                  <a:pt x="3456" y="12942"/>
                </a:lnTo>
                <a:lnTo>
                  <a:pt x="3696" y="12942"/>
                </a:lnTo>
                <a:lnTo>
                  <a:pt x="3696" y="12701"/>
                </a:lnTo>
                <a:lnTo>
                  <a:pt x="3696" y="11311"/>
                </a:lnTo>
                <a:lnTo>
                  <a:pt x="3696" y="11072"/>
                </a:lnTo>
                <a:lnTo>
                  <a:pt x="3456" y="11072"/>
                </a:lnTo>
                <a:lnTo>
                  <a:pt x="2064" y="11072"/>
                </a:lnTo>
                <a:close/>
                <a:moveTo>
                  <a:pt x="3264" y="11503"/>
                </a:moveTo>
                <a:lnTo>
                  <a:pt x="2304" y="11503"/>
                </a:lnTo>
                <a:lnTo>
                  <a:pt x="2304" y="12462"/>
                </a:lnTo>
                <a:lnTo>
                  <a:pt x="3264" y="12462"/>
                </a:lnTo>
                <a:lnTo>
                  <a:pt x="3264" y="11503"/>
                </a:lnTo>
                <a:close/>
                <a:moveTo>
                  <a:pt x="2064" y="8676"/>
                </a:moveTo>
                <a:lnTo>
                  <a:pt x="1824" y="8676"/>
                </a:lnTo>
                <a:lnTo>
                  <a:pt x="1824" y="8915"/>
                </a:lnTo>
                <a:lnTo>
                  <a:pt x="1824" y="10305"/>
                </a:lnTo>
                <a:lnTo>
                  <a:pt x="1824" y="10544"/>
                </a:lnTo>
                <a:lnTo>
                  <a:pt x="2064" y="10544"/>
                </a:lnTo>
                <a:lnTo>
                  <a:pt x="3456" y="10544"/>
                </a:lnTo>
                <a:lnTo>
                  <a:pt x="3696" y="10544"/>
                </a:lnTo>
                <a:lnTo>
                  <a:pt x="3696" y="10305"/>
                </a:lnTo>
                <a:lnTo>
                  <a:pt x="3696" y="8915"/>
                </a:lnTo>
                <a:lnTo>
                  <a:pt x="3696" y="8676"/>
                </a:lnTo>
                <a:lnTo>
                  <a:pt x="3456" y="8676"/>
                </a:lnTo>
                <a:lnTo>
                  <a:pt x="2064" y="8676"/>
                </a:lnTo>
                <a:close/>
                <a:moveTo>
                  <a:pt x="3264" y="9107"/>
                </a:moveTo>
                <a:lnTo>
                  <a:pt x="2304" y="9107"/>
                </a:lnTo>
                <a:lnTo>
                  <a:pt x="2304" y="10065"/>
                </a:lnTo>
                <a:lnTo>
                  <a:pt x="3264" y="10065"/>
                </a:lnTo>
                <a:lnTo>
                  <a:pt x="3264" y="9107"/>
                </a:lnTo>
                <a:close/>
                <a:moveTo>
                  <a:pt x="4128" y="6854"/>
                </a:moveTo>
                <a:lnTo>
                  <a:pt x="4128" y="7381"/>
                </a:lnTo>
                <a:lnTo>
                  <a:pt x="9167" y="7381"/>
                </a:lnTo>
                <a:lnTo>
                  <a:pt x="9167" y="6854"/>
                </a:lnTo>
                <a:lnTo>
                  <a:pt x="4128" y="6854"/>
                </a:lnTo>
                <a:close/>
                <a:moveTo>
                  <a:pt x="2064" y="6183"/>
                </a:moveTo>
                <a:lnTo>
                  <a:pt x="1824" y="6183"/>
                </a:lnTo>
                <a:lnTo>
                  <a:pt x="1824" y="6423"/>
                </a:lnTo>
                <a:lnTo>
                  <a:pt x="1824" y="7813"/>
                </a:lnTo>
                <a:lnTo>
                  <a:pt x="1824" y="8053"/>
                </a:lnTo>
                <a:lnTo>
                  <a:pt x="2064" y="8053"/>
                </a:lnTo>
                <a:lnTo>
                  <a:pt x="3456" y="8053"/>
                </a:lnTo>
                <a:lnTo>
                  <a:pt x="3696" y="8053"/>
                </a:lnTo>
                <a:lnTo>
                  <a:pt x="3696" y="7813"/>
                </a:lnTo>
                <a:lnTo>
                  <a:pt x="3696" y="6423"/>
                </a:lnTo>
                <a:lnTo>
                  <a:pt x="3696" y="6183"/>
                </a:lnTo>
                <a:lnTo>
                  <a:pt x="3456" y="6183"/>
                </a:lnTo>
                <a:lnTo>
                  <a:pt x="2064" y="6183"/>
                </a:lnTo>
                <a:close/>
                <a:moveTo>
                  <a:pt x="3264" y="6663"/>
                </a:moveTo>
                <a:lnTo>
                  <a:pt x="2304" y="6663"/>
                </a:lnTo>
                <a:lnTo>
                  <a:pt x="2304" y="7621"/>
                </a:lnTo>
                <a:lnTo>
                  <a:pt x="3264" y="7621"/>
                </a:lnTo>
                <a:lnTo>
                  <a:pt x="3264" y="6663"/>
                </a:lnTo>
                <a:close/>
                <a:moveTo>
                  <a:pt x="4128" y="4506"/>
                </a:moveTo>
                <a:lnTo>
                  <a:pt x="4128" y="5032"/>
                </a:lnTo>
                <a:lnTo>
                  <a:pt x="9167" y="5032"/>
                </a:lnTo>
                <a:lnTo>
                  <a:pt x="9167" y="4506"/>
                </a:lnTo>
                <a:lnTo>
                  <a:pt x="4128" y="4506"/>
                </a:lnTo>
                <a:close/>
                <a:moveTo>
                  <a:pt x="2064" y="3883"/>
                </a:moveTo>
                <a:lnTo>
                  <a:pt x="1824" y="3883"/>
                </a:lnTo>
                <a:lnTo>
                  <a:pt x="1824" y="4074"/>
                </a:lnTo>
                <a:lnTo>
                  <a:pt x="1824" y="5512"/>
                </a:lnTo>
                <a:lnTo>
                  <a:pt x="1824" y="5704"/>
                </a:lnTo>
                <a:lnTo>
                  <a:pt x="2064" y="5704"/>
                </a:lnTo>
                <a:lnTo>
                  <a:pt x="3456" y="5704"/>
                </a:lnTo>
                <a:lnTo>
                  <a:pt x="3696" y="5704"/>
                </a:lnTo>
                <a:lnTo>
                  <a:pt x="3696" y="5512"/>
                </a:lnTo>
                <a:lnTo>
                  <a:pt x="3696" y="4074"/>
                </a:lnTo>
                <a:lnTo>
                  <a:pt x="3696" y="3883"/>
                </a:lnTo>
                <a:lnTo>
                  <a:pt x="3456" y="3883"/>
                </a:lnTo>
                <a:lnTo>
                  <a:pt x="2064" y="3883"/>
                </a:lnTo>
                <a:close/>
                <a:moveTo>
                  <a:pt x="3264" y="4314"/>
                </a:moveTo>
                <a:lnTo>
                  <a:pt x="2304" y="4314"/>
                </a:lnTo>
                <a:lnTo>
                  <a:pt x="2304" y="5273"/>
                </a:lnTo>
                <a:lnTo>
                  <a:pt x="3264" y="5273"/>
                </a:lnTo>
                <a:lnTo>
                  <a:pt x="3264" y="4314"/>
                </a:lnTo>
                <a:close/>
                <a:moveTo>
                  <a:pt x="8784" y="13516"/>
                </a:moveTo>
                <a:lnTo>
                  <a:pt x="10608" y="15961"/>
                </a:lnTo>
                <a:lnTo>
                  <a:pt x="10800" y="16153"/>
                </a:lnTo>
                <a:lnTo>
                  <a:pt x="11040" y="16248"/>
                </a:lnTo>
                <a:lnTo>
                  <a:pt x="11280" y="16200"/>
                </a:lnTo>
                <a:lnTo>
                  <a:pt x="11520" y="16105"/>
                </a:lnTo>
                <a:lnTo>
                  <a:pt x="11664" y="16009"/>
                </a:lnTo>
                <a:lnTo>
                  <a:pt x="11760" y="15865"/>
                </a:lnTo>
                <a:lnTo>
                  <a:pt x="14064" y="11743"/>
                </a:lnTo>
                <a:lnTo>
                  <a:pt x="14112" y="11503"/>
                </a:lnTo>
                <a:lnTo>
                  <a:pt x="14112" y="11264"/>
                </a:lnTo>
                <a:lnTo>
                  <a:pt x="13968" y="11024"/>
                </a:lnTo>
                <a:lnTo>
                  <a:pt x="13776" y="10832"/>
                </a:lnTo>
                <a:lnTo>
                  <a:pt x="13536" y="10785"/>
                </a:lnTo>
                <a:lnTo>
                  <a:pt x="13296" y="10785"/>
                </a:lnTo>
                <a:lnTo>
                  <a:pt x="13056" y="10880"/>
                </a:lnTo>
                <a:lnTo>
                  <a:pt x="12864" y="11120"/>
                </a:lnTo>
                <a:lnTo>
                  <a:pt x="11040" y="14332"/>
                </a:lnTo>
                <a:lnTo>
                  <a:pt x="9888" y="12750"/>
                </a:lnTo>
                <a:lnTo>
                  <a:pt x="9696" y="12558"/>
                </a:lnTo>
                <a:lnTo>
                  <a:pt x="9456" y="12462"/>
                </a:lnTo>
                <a:lnTo>
                  <a:pt x="9167" y="12462"/>
                </a:lnTo>
                <a:lnTo>
                  <a:pt x="8928" y="12606"/>
                </a:lnTo>
                <a:lnTo>
                  <a:pt x="8784" y="12798"/>
                </a:lnTo>
                <a:lnTo>
                  <a:pt x="8688" y="13037"/>
                </a:lnTo>
                <a:lnTo>
                  <a:pt x="8688" y="13277"/>
                </a:lnTo>
                <a:lnTo>
                  <a:pt x="8784" y="1351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sp>
        <p:nvSpPr>
          <p:cNvPr id="1191" name="Google Shape;1191;p17"/>
          <p:cNvSpPr/>
          <p:nvPr/>
        </p:nvSpPr>
        <p:spPr>
          <a:xfrm>
            <a:off x="1848736" y="2612717"/>
            <a:ext cx="2833799" cy="370502"/>
          </a:xfrm>
          <a:prstGeom prst="roundRect">
            <a:avLst>
              <a:gd fmla="val 0" name="adj"/>
            </a:avLst>
          </a:prstGeom>
          <a:gradFill>
            <a:gsLst>
              <a:gs pos="0">
                <a:srgbClr val="919188">
                  <a:alpha val="23921"/>
                </a:srgbClr>
              </a:gs>
              <a:gs pos="100000">
                <a:srgbClr val="919188">
                  <a:alpha val="0"/>
                </a:srgbClr>
              </a:gs>
            </a:gsLst>
            <a:lin ang="16200000" scaled="0"/>
          </a:gradFill>
          <a:ln cap="flat" cmpd="sng" w="9525">
            <a:solidFill>
              <a:schemeClr val="lt1">
                <a:alpha val="23921"/>
              </a:scheme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900">
              <a:solidFill>
                <a:srgbClr val="FFC000"/>
              </a:solidFill>
              <a:latin typeface="Arial"/>
              <a:ea typeface="Arial"/>
              <a:cs typeface="Arial"/>
              <a:sym typeface="Arial"/>
            </a:endParaRPr>
          </a:p>
        </p:txBody>
      </p:sp>
      <p:grpSp>
        <p:nvGrpSpPr>
          <p:cNvPr id="1192" name="Google Shape;1192;p17"/>
          <p:cNvGrpSpPr/>
          <p:nvPr/>
        </p:nvGrpSpPr>
        <p:grpSpPr>
          <a:xfrm>
            <a:off x="1791161" y="2630318"/>
            <a:ext cx="2923997" cy="284121"/>
            <a:chOff x="2066662" y="2610236"/>
            <a:chExt cx="2923997" cy="284121"/>
          </a:xfrm>
        </p:grpSpPr>
        <p:sp>
          <p:nvSpPr>
            <p:cNvPr id="1193" name="Google Shape;1193;p17"/>
            <p:cNvSpPr txBox="1"/>
            <p:nvPr/>
          </p:nvSpPr>
          <p:spPr>
            <a:xfrm>
              <a:off x="2987673" y="2610236"/>
              <a:ext cx="86333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45+报表</a:t>
              </a:r>
              <a:endParaRPr/>
            </a:p>
          </p:txBody>
        </p:sp>
        <p:sp>
          <p:nvSpPr>
            <p:cNvPr id="1194" name="Google Shape;1194;p17"/>
            <p:cNvSpPr txBox="1"/>
            <p:nvPr/>
          </p:nvSpPr>
          <p:spPr>
            <a:xfrm>
              <a:off x="2066662" y="2610236"/>
              <a:ext cx="103452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rgbClr val="1D1D1A"/>
                  </a:solidFill>
                  <a:latin typeface="Microsoft YaHei"/>
                  <a:ea typeface="Microsoft YaHei"/>
                  <a:cs typeface="Microsoft YaHei"/>
                  <a:sym typeface="Microsoft YaHei"/>
                </a:rPr>
                <a:t>GIS地图</a:t>
              </a:r>
              <a:endParaRPr/>
            </a:p>
          </p:txBody>
        </p:sp>
        <p:sp>
          <p:nvSpPr>
            <p:cNvPr id="1195" name="Google Shape;1195;p17"/>
            <p:cNvSpPr txBox="1"/>
            <p:nvPr/>
          </p:nvSpPr>
          <p:spPr>
            <a:xfrm>
              <a:off x="3766341" y="2610236"/>
              <a:ext cx="666304" cy="2841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告警</a:t>
              </a:r>
              <a:endParaRPr/>
            </a:p>
          </p:txBody>
        </p:sp>
        <p:sp>
          <p:nvSpPr>
            <p:cNvPr id="1196" name="Google Shape;1196;p17"/>
            <p:cNvSpPr txBox="1"/>
            <p:nvPr/>
          </p:nvSpPr>
          <p:spPr>
            <a:xfrm>
              <a:off x="4324355" y="2610236"/>
              <a:ext cx="666304" cy="2841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巡检</a:t>
              </a:r>
              <a:endParaRPr/>
            </a:p>
          </p:txBody>
        </p:sp>
      </p:grpSp>
      <p:sp>
        <p:nvSpPr>
          <p:cNvPr id="1197" name="Google Shape;1197;p17"/>
          <p:cNvSpPr/>
          <p:nvPr/>
        </p:nvSpPr>
        <p:spPr>
          <a:xfrm>
            <a:off x="1184234" y="3505090"/>
            <a:ext cx="4053867" cy="545308"/>
          </a:xfrm>
          <a:prstGeom prst="roundRect">
            <a:avLst>
              <a:gd fmla="val 0" name="adj"/>
            </a:avLst>
          </a:prstGeom>
          <a:gradFill>
            <a:gsLst>
              <a:gs pos="0">
                <a:srgbClr val="919188">
                  <a:alpha val="23921"/>
                </a:srgbClr>
              </a:gs>
              <a:gs pos="100000">
                <a:srgbClr val="919188">
                  <a:alpha val="0"/>
                </a:srgbClr>
              </a:gs>
            </a:gsLst>
            <a:lin ang="16200000" scaled="0"/>
          </a:gradFill>
          <a:ln cap="flat" cmpd="sng" w="9525">
            <a:solidFill>
              <a:schemeClr val="lt1">
                <a:alpha val="23921"/>
              </a:scheme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900">
              <a:solidFill>
                <a:srgbClr val="FFC000"/>
              </a:solidFill>
              <a:latin typeface="Arial"/>
              <a:ea typeface="Arial"/>
              <a:cs typeface="Arial"/>
              <a:sym typeface="Arial"/>
            </a:endParaRPr>
          </a:p>
        </p:txBody>
      </p:sp>
      <p:grpSp>
        <p:nvGrpSpPr>
          <p:cNvPr id="1198" name="Google Shape;1198;p17"/>
          <p:cNvGrpSpPr/>
          <p:nvPr/>
        </p:nvGrpSpPr>
        <p:grpSpPr>
          <a:xfrm>
            <a:off x="819108" y="3636674"/>
            <a:ext cx="319740" cy="327908"/>
            <a:chOff x="1888260" y="2343036"/>
            <a:chExt cx="476155" cy="524082"/>
          </a:xfrm>
        </p:grpSpPr>
        <p:sp>
          <p:nvSpPr>
            <p:cNvPr id="1199" name="Google Shape;1199;p17"/>
            <p:cNvSpPr/>
            <p:nvPr/>
          </p:nvSpPr>
          <p:spPr>
            <a:xfrm flipH="1">
              <a:off x="1888260" y="2343036"/>
              <a:ext cx="476155" cy="524082"/>
            </a:xfrm>
            <a:custGeom>
              <a:rect b="b" l="l" r="r" t="t"/>
              <a:pathLst>
                <a:path extrusionOk="0" h="16444" w="15663">
                  <a:moveTo>
                    <a:pt x="1788" y="11307"/>
                  </a:moveTo>
                  <a:lnTo>
                    <a:pt x="1788" y="13999"/>
                  </a:lnTo>
                  <a:lnTo>
                    <a:pt x="1805" y="14102"/>
                  </a:lnTo>
                  <a:lnTo>
                    <a:pt x="1827" y="14183"/>
                  </a:lnTo>
                  <a:lnTo>
                    <a:pt x="1868" y="14265"/>
                  </a:lnTo>
                  <a:lnTo>
                    <a:pt x="1930" y="14348"/>
                  </a:lnTo>
                  <a:lnTo>
                    <a:pt x="2015" y="14409"/>
                  </a:lnTo>
                  <a:lnTo>
                    <a:pt x="2096" y="14451"/>
                  </a:lnTo>
                  <a:lnTo>
                    <a:pt x="2177" y="14470"/>
                  </a:lnTo>
                  <a:lnTo>
                    <a:pt x="2280" y="14490"/>
                  </a:lnTo>
                  <a:lnTo>
                    <a:pt x="3121" y="14490"/>
                  </a:lnTo>
                  <a:lnTo>
                    <a:pt x="5256" y="14490"/>
                  </a:lnTo>
                  <a:lnTo>
                    <a:pt x="5256" y="15950"/>
                  </a:lnTo>
                  <a:lnTo>
                    <a:pt x="5256" y="16034"/>
                  </a:lnTo>
                  <a:lnTo>
                    <a:pt x="5277" y="16136"/>
                  </a:lnTo>
                  <a:lnTo>
                    <a:pt x="5337" y="16217"/>
                  </a:lnTo>
                  <a:lnTo>
                    <a:pt x="5401" y="16299"/>
                  </a:lnTo>
                  <a:lnTo>
                    <a:pt x="5464" y="16362"/>
                  </a:lnTo>
                  <a:lnTo>
                    <a:pt x="5543" y="16401"/>
                  </a:lnTo>
                  <a:lnTo>
                    <a:pt x="5647" y="16422"/>
                  </a:lnTo>
                  <a:lnTo>
                    <a:pt x="5749" y="16444"/>
                  </a:lnTo>
                  <a:lnTo>
                    <a:pt x="12483" y="16444"/>
                  </a:lnTo>
                  <a:lnTo>
                    <a:pt x="12583" y="16422"/>
                  </a:lnTo>
                  <a:lnTo>
                    <a:pt x="12686" y="16401"/>
                  </a:lnTo>
                  <a:lnTo>
                    <a:pt x="12770" y="16362"/>
                  </a:lnTo>
                  <a:lnTo>
                    <a:pt x="12830" y="16299"/>
                  </a:lnTo>
                  <a:lnTo>
                    <a:pt x="12893" y="16217"/>
                  </a:lnTo>
                  <a:lnTo>
                    <a:pt x="12933" y="16136"/>
                  </a:lnTo>
                  <a:lnTo>
                    <a:pt x="12974" y="16034"/>
                  </a:lnTo>
                  <a:lnTo>
                    <a:pt x="12974" y="15950"/>
                  </a:lnTo>
                  <a:lnTo>
                    <a:pt x="12974" y="12456"/>
                  </a:lnTo>
                  <a:lnTo>
                    <a:pt x="13282" y="12208"/>
                  </a:lnTo>
                  <a:lnTo>
                    <a:pt x="13570" y="11943"/>
                  </a:lnTo>
                  <a:lnTo>
                    <a:pt x="13838" y="11675"/>
                  </a:lnTo>
                  <a:lnTo>
                    <a:pt x="14082" y="11367"/>
                  </a:lnTo>
                  <a:lnTo>
                    <a:pt x="14329" y="11060"/>
                  </a:lnTo>
                  <a:lnTo>
                    <a:pt x="14554" y="10750"/>
                  </a:lnTo>
                  <a:lnTo>
                    <a:pt x="14759" y="10420"/>
                  </a:lnTo>
                  <a:lnTo>
                    <a:pt x="14947" y="10071"/>
                  </a:lnTo>
                  <a:lnTo>
                    <a:pt x="15109" y="9722"/>
                  </a:lnTo>
                  <a:lnTo>
                    <a:pt x="15253" y="9353"/>
                  </a:lnTo>
                  <a:lnTo>
                    <a:pt x="15379" y="8962"/>
                  </a:lnTo>
                  <a:lnTo>
                    <a:pt x="15479" y="8592"/>
                  </a:lnTo>
                  <a:lnTo>
                    <a:pt x="15560" y="8181"/>
                  </a:lnTo>
                  <a:lnTo>
                    <a:pt x="15623" y="7789"/>
                  </a:lnTo>
                  <a:lnTo>
                    <a:pt x="15663" y="7379"/>
                  </a:lnTo>
                  <a:lnTo>
                    <a:pt x="15663" y="6967"/>
                  </a:lnTo>
                  <a:lnTo>
                    <a:pt x="15663" y="6599"/>
                  </a:lnTo>
                  <a:lnTo>
                    <a:pt x="15641" y="6249"/>
                  </a:lnTo>
                  <a:lnTo>
                    <a:pt x="15601" y="5899"/>
                  </a:lnTo>
                  <a:lnTo>
                    <a:pt x="15539" y="5550"/>
                  </a:lnTo>
                  <a:lnTo>
                    <a:pt x="15458" y="5221"/>
                  </a:lnTo>
                  <a:lnTo>
                    <a:pt x="15355" y="4890"/>
                  </a:lnTo>
                  <a:lnTo>
                    <a:pt x="15253" y="4561"/>
                  </a:lnTo>
                  <a:lnTo>
                    <a:pt x="15132" y="4254"/>
                  </a:lnTo>
                  <a:lnTo>
                    <a:pt x="14988" y="3946"/>
                  </a:lnTo>
                  <a:lnTo>
                    <a:pt x="14844" y="3638"/>
                  </a:lnTo>
                  <a:lnTo>
                    <a:pt x="14678" y="3349"/>
                  </a:lnTo>
                  <a:lnTo>
                    <a:pt x="14494" y="3081"/>
                  </a:lnTo>
                  <a:lnTo>
                    <a:pt x="14290" y="2796"/>
                  </a:lnTo>
                  <a:lnTo>
                    <a:pt x="14082" y="2528"/>
                  </a:lnTo>
                  <a:lnTo>
                    <a:pt x="13878" y="2282"/>
                  </a:lnTo>
                  <a:lnTo>
                    <a:pt x="13631" y="2034"/>
                  </a:lnTo>
                  <a:lnTo>
                    <a:pt x="13408" y="1809"/>
                  </a:lnTo>
                  <a:lnTo>
                    <a:pt x="13139" y="1600"/>
                  </a:lnTo>
                  <a:lnTo>
                    <a:pt x="12893" y="1399"/>
                  </a:lnTo>
                  <a:lnTo>
                    <a:pt x="12604" y="1191"/>
                  </a:lnTo>
                  <a:lnTo>
                    <a:pt x="12338" y="1007"/>
                  </a:lnTo>
                  <a:lnTo>
                    <a:pt x="12033" y="841"/>
                  </a:lnTo>
                  <a:lnTo>
                    <a:pt x="11742" y="699"/>
                  </a:lnTo>
                  <a:lnTo>
                    <a:pt x="11436" y="555"/>
                  </a:lnTo>
                  <a:lnTo>
                    <a:pt x="11128" y="431"/>
                  </a:lnTo>
                  <a:lnTo>
                    <a:pt x="10798" y="326"/>
                  </a:lnTo>
                  <a:lnTo>
                    <a:pt x="10469" y="223"/>
                  </a:lnTo>
                  <a:lnTo>
                    <a:pt x="10120" y="142"/>
                  </a:lnTo>
                  <a:lnTo>
                    <a:pt x="9793" y="81"/>
                  </a:lnTo>
                  <a:lnTo>
                    <a:pt x="9444" y="40"/>
                  </a:lnTo>
                  <a:lnTo>
                    <a:pt x="9094" y="21"/>
                  </a:lnTo>
                  <a:lnTo>
                    <a:pt x="8723" y="0"/>
                  </a:lnTo>
                  <a:lnTo>
                    <a:pt x="8374" y="21"/>
                  </a:lnTo>
                  <a:lnTo>
                    <a:pt x="8049" y="40"/>
                  </a:lnTo>
                  <a:lnTo>
                    <a:pt x="7700" y="81"/>
                  </a:lnTo>
                  <a:lnTo>
                    <a:pt x="7372" y="142"/>
                  </a:lnTo>
                  <a:lnTo>
                    <a:pt x="7041" y="205"/>
                  </a:lnTo>
                  <a:lnTo>
                    <a:pt x="6734" y="307"/>
                  </a:lnTo>
                  <a:lnTo>
                    <a:pt x="6426" y="410"/>
                  </a:lnTo>
                  <a:lnTo>
                    <a:pt x="6117" y="513"/>
                  </a:lnTo>
                  <a:lnTo>
                    <a:pt x="5809" y="657"/>
                  </a:lnTo>
                  <a:lnTo>
                    <a:pt x="5521" y="802"/>
                  </a:lnTo>
                  <a:lnTo>
                    <a:pt x="5236" y="945"/>
                  </a:lnTo>
                  <a:lnTo>
                    <a:pt x="4970" y="1131"/>
                  </a:lnTo>
                  <a:lnTo>
                    <a:pt x="4702" y="1296"/>
                  </a:lnTo>
                  <a:lnTo>
                    <a:pt x="4434" y="1501"/>
                  </a:lnTo>
                  <a:lnTo>
                    <a:pt x="4188" y="1703"/>
                  </a:lnTo>
                  <a:lnTo>
                    <a:pt x="3942" y="1911"/>
                  </a:lnTo>
                  <a:lnTo>
                    <a:pt x="3718" y="2138"/>
                  </a:lnTo>
                  <a:lnTo>
                    <a:pt x="3510" y="2385"/>
                  </a:lnTo>
                  <a:lnTo>
                    <a:pt x="3305" y="2631"/>
                  </a:lnTo>
                  <a:lnTo>
                    <a:pt x="3100" y="2896"/>
                  </a:lnTo>
                  <a:lnTo>
                    <a:pt x="2915" y="3165"/>
                  </a:lnTo>
                  <a:lnTo>
                    <a:pt x="2751" y="3431"/>
                  </a:lnTo>
                  <a:lnTo>
                    <a:pt x="2589" y="3721"/>
                  </a:lnTo>
                  <a:lnTo>
                    <a:pt x="2445" y="4006"/>
                  </a:lnTo>
                  <a:lnTo>
                    <a:pt x="2321" y="4295"/>
                  </a:lnTo>
                  <a:lnTo>
                    <a:pt x="2199" y="4604"/>
                  </a:lnTo>
                  <a:lnTo>
                    <a:pt x="2096" y="4931"/>
                  </a:lnTo>
                  <a:lnTo>
                    <a:pt x="2015" y="5240"/>
                  </a:lnTo>
                  <a:lnTo>
                    <a:pt x="1930" y="5571"/>
                  </a:lnTo>
                  <a:lnTo>
                    <a:pt x="1868" y="5899"/>
                  </a:lnTo>
                  <a:lnTo>
                    <a:pt x="1827" y="6228"/>
                  </a:lnTo>
                  <a:lnTo>
                    <a:pt x="1805" y="6578"/>
                  </a:lnTo>
                  <a:lnTo>
                    <a:pt x="1788" y="6555"/>
                  </a:lnTo>
                  <a:lnTo>
                    <a:pt x="1788" y="6967"/>
                  </a:lnTo>
                  <a:lnTo>
                    <a:pt x="1788" y="7132"/>
                  </a:lnTo>
                  <a:lnTo>
                    <a:pt x="1643" y="7440"/>
                  </a:lnTo>
                  <a:lnTo>
                    <a:pt x="1500" y="7747"/>
                  </a:lnTo>
                  <a:lnTo>
                    <a:pt x="1313" y="8057"/>
                  </a:lnTo>
                  <a:lnTo>
                    <a:pt x="1131" y="8365"/>
                  </a:lnTo>
                  <a:lnTo>
                    <a:pt x="924" y="8652"/>
                  </a:lnTo>
                  <a:lnTo>
                    <a:pt x="677" y="8962"/>
                  </a:lnTo>
                  <a:lnTo>
                    <a:pt x="430" y="9248"/>
                  </a:lnTo>
                  <a:lnTo>
                    <a:pt x="165" y="9537"/>
                  </a:lnTo>
                  <a:lnTo>
                    <a:pt x="81" y="9620"/>
                  </a:lnTo>
                  <a:lnTo>
                    <a:pt x="42" y="9703"/>
                  </a:lnTo>
                  <a:lnTo>
                    <a:pt x="22" y="9805"/>
                  </a:lnTo>
                  <a:lnTo>
                    <a:pt x="0" y="9888"/>
                  </a:lnTo>
                  <a:lnTo>
                    <a:pt x="22" y="9989"/>
                  </a:lnTo>
                  <a:lnTo>
                    <a:pt x="42" y="10071"/>
                  </a:lnTo>
                  <a:lnTo>
                    <a:pt x="81" y="10173"/>
                  </a:lnTo>
                  <a:lnTo>
                    <a:pt x="145" y="10235"/>
                  </a:lnTo>
                  <a:lnTo>
                    <a:pt x="349" y="10442"/>
                  </a:lnTo>
                  <a:lnTo>
                    <a:pt x="536" y="10604"/>
                  </a:lnTo>
                  <a:lnTo>
                    <a:pt x="740" y="10770"/>
                  </a:lnTo>
                  <a:lnTo>
                    <a:pt x="945" y="10914"/>
                  </a:lnTo>
                  <a:lnTo>
                    <a:pt x="1152" y="11039"/>
                  </a:lnTo>
                  <a:lnTo>
                    <a:pt x="1355" y="11142"/>
                  </a:lnTo>
                  <a:lnTo>
                    <a:pt x="1581" y="11223"/>
                  </a:lnTo>
                  <a:lnTo>
                    <a:pt x="1788" y="11307"/>
                  </a:lnTo>
                  <a:close/>
                  <a:moveTo>
                    <a:pt x="4456" y="4356"/>
                  </a:moveTo>
                  <a:lnTo>
                    <a:pt x="4621" y="4133"/>
                  </a:lnTo>
                  <a:lnTo>
                    <a:pt x="4826" y="3905"/>
                  </a:lnTo>
                  <a:lnTo>
                    <a:pt x="5030" y="3698"/>
                  </a:lnTo>
                  <a:lnTo>
                    <a:pt x="5236" y="3514"/>
                  </a:lnTo>
                  <a:lnTo>
                    <a:pt x="5482" y="3328"/>
                  </a:lnTo>
                  <a:lnTo>
                    <a:pt x="5728" y="3165"/>
                  </a:lnTo>
                  <a:lnTo>
                    <a:pt x="5996" y="2999"/>
                  </a:lnTo>
                  <a:lnTo>
                    <a:pt x="6283" y="2857"/>
                  </a:lnTo>
                  <a:lnTo>
                    <a:pt x="6571" y="2734"/>
                  </a:lnTo>
                  <a:lnTo>
                    <a:pt x="6857" y="2631"/>
                  </a:lnTo>
                  <a:lnTo>
                    <a:pt x="7164" y="2528"/>
                  </a:lnTo>
                  <a:lnTo>
                    <a:pt x="7493" y="2445"/>
                  </a:lnTo>
                  <a:lnTo>
                    <a:pt x="7823" y="2385"/>
                  </a:lnTo>
                  <a:lnTo>
                    <a:pt x="8152" y="2321"/>
                  </a:lnTo>
                  <a:lnTo>
                    <a:pt x="8477" y="2300"/>
                  </a:lnTo>
                  <a:lnTo>
                    <a:pt x="8830" y="2282"/>
                  </a:lnTo>
                  <a:lnTo>
                    <a:pt x="9320" y="2300"/>
                  </a:lnTo>
                  <a:lnTo>
                    <a:pt x="9793" y="2364"/>
                  </a:lnTo>
                  <a:lnTo>
                    <a:pt x="10245" y="2466"/>
                  </a:lnTo>
                  <a:lnTo>
                    <a:pt x="10696" y="2611"/>
                  </a:lnTo>
                  <a:lnTo>
                    <a:pt x="11107" y="2774"/>
                  </a:lnTo>
                  <a:lnTo>
                    <a:pt x="11496" y="2979"/>
                  </a:lnTo>
                  <a:lnTo>
                    <a:pt x="11866" y="3205"/>
                  </a:lnTo>
                  <a:lnTo>
                    <a:pt x="12216" y="3451"/>
                  </a:lnTo>
                  <a:lnTo>
                    <a:pt x="12525" y="3741"/>
                  </a:lnTo>
                  <a:lnTo>
                    <a:pt x="12812" y="4049"/>
                  </a:lnTo>
                  <a:lnTo>
                    <a:pt x="13034" y="4376"/>
                  </a:lnTo>
                  <a:lnTo>
                    <a:pt x="13242" y="4726"/>
                  </a:lnTo>
                  <a:lnTo>
                    <a:pt x="13408" y="5098"/>
                  </a:lnTo>
                  <a:lnTo>
                    <a:pt x="13528" y="5468"/>
                  </a:lnTo>
                  <a:lnTo>
                    <a:pt x="13592" y="5878"/>
                  </a:lnTo>
                  <a:lnTo>
                    <a:pt x="13612" y="6084"/>
                  </a:lnTo>
                  <a:lnTo>
                    <a:pt x="13612" y="6288"/>
                  </a:lnTo>
                  <a:lnTo>
                    <a:pt x="13612" y="6578"/>
                  </a:lnTo>
                  <a:lnTo>
                    <a:pt x="13570" y="6845"/>
                  </a:lnTo>
                  <a:lnTo>
                    <a:pt x="13528" y="7111"/>
                  </a:lnTo>
                  <a:lnTo>
                    <a:pt x="13469" y="7358"/>
                  </a:lnTo>
                  <a:lnTo>
                    <a:pt x="13366" y="7605"/>
                  </a:lnTo>
                  <a:lnTo>
                    <a:pt x="13263" y="7832"/>
                  </a:lnTo>
                  <a:lnTo>
                    <a:pt x="13139" y="8038"/>
                  </a:lnTo>
                  <a:lnTo>
                    <a:pt x="12974" y="8263"/>
                  </a:lnTo>
                  <a:lnTo>
                    <a:pt x="12788" y="8470"/>
                  </a:lnTo>
                  <a:lnTo>
                    <a:pt x="12583" y="8693"/>
                  </a:lnTo>
                  <a:lnTo>
                    <a:pt x="12338" y="8899"/>
                  </a:lnTo>
                  <a:lnTo>
                    <a:pt x="12072" y="9106"/>
                  </a:lnTo>
                  <a:lnTo>
                    <a:pt x="11888" y="9167"/>
                  </a:lnTo>
                  <a:lnTo>
                    <a:pt x="11701" y="9209"/>
                  </a:lnTo>
                  <a:lnTo>
                    <a:pt x="11538" y="9209"/>
                  </a:lnTo>
                  <a:lnTo>
                    <a:pt x="11373" y="9188"/>
                  </a:lnTo>
                  <a:lnTo>
                    <a:pt x="11229" y="9146"/>
                  </a:lnTo>
                  <a:lnTo>
                    <a:pt x="11087" y="9106"/>
                  </a:lnTo>
                  <a:lnTo>
                    <a:pt x="10963" y="9023"/>
                  </a:lnTo>
                  <a:lnTo>
                    <a:pt x="10860" y="8962"/>
                  </a:lnTo>
                  <a:lnTo>
                    <a:pt x="10657" y="8796"/>
                  </a:lnTo>
                  <a:lnTo>
                    <a:pt x="10511" y="8631"/>
                  </a:lnTo>
                  <a:lnTo>
                    <a:pt x="10389" y="8470"/>
                  </a:lnTo>
                  <a:lnTo>
                    <a:pt x="11291" y="10668"/>
                  </a:lnTo>
                  <a:lnTo>
                    <a:pt x="11311" y="10770"/>
                  </a:lnTo>
                  <a:lnTo>
                    <a:pt x="11291" y="10853"/>
                  </a:lnTo>
                  <a:lnTo>
                    <a:pt x="11229" y="10936"/>
                  </a:lnTo>
                  <a:lnTo>
                    <a:pt x="11147" y="10976"/>
                  </a:lnTo>
                  <a:lnTo>
                    <a:pt x="10985" y="11017"/>
                  </a:lnTo>
                  <a:lnTo>
                    <a:pt x="10860" y="11039"/>
                  </a:lnTo>
                  <a:lnTo>
                    <a:pt x="10738" y="10998"/>
                  </a:lnTo>
                  <a:lnTo>
                    <a:pt x="10636" y="10936"/>
                  </a:lnTo>
                  <a:lnTo>
                    <a:pt x="10555" y="10831"/>
                  </a:lnTo>
                  <a:lnTo>
                    <a:pt x="9527" y="9023"/>
                  </a:lnTo>
                  <a:lnTo>
                    <a:pt x="9320" y="8940"/>
                  </a:lnTo>
                  <a:lnTo>
                    <a:pt x="9136" y="8818"/>
                  </a:lnTo>
                  <a:lnTo>
                    <a:pt x="8970" y="8693"/>
                  </a:lnTo>
                  <a:lnTo>
                    <a:pt x="8848" y="8551"/>
                  </a:lnTo>
                  <a:lnTo>
                    <a:pt x="8705" y="8693"/>
                  </a:lnTo>
                  <a:lnTo>
                    <a:pt x="8540" y="8818"/>
                  </a:lnTo>
                  <a:lnTo>
                    <a:pt x="8335" y="8920"/>
                  </a:lnTo>
                  <a:lnTo>
                    <a:pt x="8131" y="8983"/>
                  </a:lnTo>
                  <a:lnTo>
                    <a:pt x="7905" y="9043"/>
                  </a:lnTo>
                  <a:lnTo>
                    <a:pt x="7658" y="9043"/>
                  </a:lnTo>
                  <a:lnTo>
                    <a:pt x="7390" y="9043"/>
                  </a:lnTo>
                  <a:lnTo>
                    <a:pt x="7124" y="9002"/>
                  </a:lnTo>
                  <a:lnTo>
                    <a:pt x="6839" y="8920"/>
                  </a:lnTo>
                  <a:lnTo>
                    <a:pt x="6571" y="8796"/>
                  </a:lnTo>
                  <a:lnTo>
                    <a:pt x="6345" y="8652"/>
                  </a:lnTo>
                  <a:lnTo>
                    <a:pt x="6138" y="8489"/>
                  </a:lnTo>
                  <a:lnTo>
                    <a:pt x="5975" y="8305"/>
                  </a:lnTo>
                  <a:lnTo>
                    <a:pt x="5852" y="8097"/>
                  </a:lnTo>
                  <a:lnTo>
                    <a:pt x="5767" y="7892"/>
                  </a:lnTo>
                  <a:lnTo>
                    <a:pt x="5749" y="7770"/>
                  </a:lnTo>
                  <a:lnTo>
                    <a:pt x="5728" y="7665"/>
                  </a:lnTo>
                  <a:lnTo>
                    <a:pt x="5749" y="7563"/>
                  </a:lnTo>
                  <a:lnTo>
                    <a:pt x="5749" y="7440"/>
                  </a:lnTo>
                  <a:lnTo>
                    <a:pt x="5767" y="7440"/>
                  </a:lnTo>
                  <a:lnTo>
                    <a:pt x="5503" y="7481"/>
                  </a:lnTo>
                  <a:lnTo>
                    <a:pt x="5256" y="7481"/>
                  </a:lnTo>
                  <a:lnTo>
                    <a:pt x="5030" y="7440"/>
                  </a:lnTo>
                  <a:lnTo>
                    <a:pt x="4805" y="7338"/>
                  </a:lnTo>
                  <a:lnTo>
                    <a:pt x="4621" y="7213"/>
                  </a:lnTo>
                  <a:lnTo>
                    <a:pt x="4434" y="7051"/>
                  </a:lnTo>
                  <a:lnTo>
                    <a:pt x="4272" y="6864"/>
                  </a:lnTo>
                  <a:lnTo>
                    <a:pt x="4146" y="6639"/>
                  </a:lnTo>
                  <a:lnTo>
                    <a:pt x="4067" y="6412"/>
                  </a:lnTo>
                  <a:lnTo>
                    <a:pt x="3986" y="6146"/>
                  </a:lnTo>
                  <a:lnTo>
                    <a:pt x="3964" y="5858"/>
                  </a:lnTo>
                  <a:lnTo>
                    <a:pt x="3964" y="5571"/>
                  </a:lnTo>
                  <a:lnTo>
                    <a:pt x="4026" y="5282"/>
                  </a:lnTo>
                  <a:lnTo>
                    <a:pt x="4107" y="4975"/>
                  </a:lnTo>
                  <a:lnTo>
                    <a:pt x="4250" y="4666"/>
                  </a:lnTo>
                  <a:lnTo>
                    <a:pt x="4456" y="4356"/>
                  </a:lnTo>
                  <a:close/>
                </a:path>
              </a:pathLst>
            </a:custGeom>
            <a:solidFill>
              <a:srgbClr val="757575"/>
            </a:solidFill>
            <a:ln>
              <a:noFill/>
            </a:ln>
          </p:spPr>
          <p:txBody>
            <a:bodyPr anchorCtr="0" anchor="t" bIns="34225" lIns="68475" spcFirstLastPara="1" rIns="68475" wrap="square" tIns="34225">
              <a:noAutofit/>
            </a:bodyPr>
            <a:lstStyle/>
            <a:p>
              <a:pPr indent="0" lvl="0" marL="0" marR="0" rtl="0" algn="l">
                <a:spcBef>
                  <a:spcPts val="0"/>
                </a:spcBef>
                <a:spcAft>
                  <a:spcPts val="0"/>
                </a:spcAft>
                <a:buNone/>
              </a:pPr>
              <a:r>
                <a:t/>
              </a:r>
              <a:endParaRPr sz="1799">
                <a:solidFill>
                  <a:srgbClr val="000000"/>
                </a:solidFill>
                <a:latin typeface="Arial"/>
                <a:ea typeface="Arial"/>
                <a:cs typeface="Arial"/>
                <a:sym typeface="Arial"/>
              </a:endParaRPr>
            </a:p>
          </p:txBody>
        </p:sp>
        <p:sp>
          <p:nvSpPr>
            <p:cNvPr id="1200" name="Google Shape;1200;p17"/>
            <p:cNvSpPr/>
            <p:nvPr/>
          </p:nvSpPr>
          <p:spPr>
            <a:xfrm>
              <a:off x="1983975" y="2431452"/>
              <a:ext cx="181985" cy="176057"/>
            </a:xfrm>
            <a:custGeom>
              <a:rect b="b" l="l" r="r" t="t"/>
              <a:pathLst>
                <a:path extrusionOk="0" h="3241" w="3349">
                  <a:moveTo>
                    <a:pt x="3349" y="1577"/>
                  </a:moveTo>
                  <a:cubicBezTo>
                    <a:pt x="3349" y="1370"/>
                    <a:pt x="3305" y="1166"/>
                    <a:pt x="3220" y="978"/>
                  </a:cubicBezTo>
                  <a:cubicBezTo>
                    <a:pt x="3218" y="981"/>
                    <a:pt x="3216" y="983"/>
                    <a:pt x="3214" y="985"/>
                  </a:cubicBezTo>
                  <a:cubicBezTo>
                    <a:pt x="3278" y="881"/>
                    <a:pt x="3311" y="762"/>
                    <a:pt x="3311" y="641"/>
                  </a:cubicBezTo>
                  <a:cubicBezTo>
                    <a:pt x="3311" y="287"/>
                    <a:pt x="3038" y="0"/>
                    <a:pt x="2701" y="0"/>
                  </a:cubicBezTo>
                  <a:cubicBezTo>
                    <a:pt x="2539" y="0"/>
                    <a:pt x="2393" y="67"/>
                    <a:pt x="2285" y="175"/>
                  </a:cubicBezTo>
                  <a:cubicBezTo>
                    <a:pt x="2286" y="173"/>
                    <a:pt x="2287" y="171"/>
                    <a:pt x="2288" y="169"/>
                  </a:cubicBezTo>
                  <a:cubicBezTo>
                    <a:pt x="2157" y="131"/>
                    <a:pt x="2021" y="112"/>
                    <a:pt x="1884" y="112"/>
                  </a:cubicBezTo>
                  <a:cubicBezTo>
                    <a:pt x="1301" y="112"/>
                    <a:pt x="773" y="458"/>
                    <a:pt x="541" y="993"/>
                  </a:cubicBezTo>
                  <a:cubicBezTo>
                    <a:pt x="564" y="990"/>
                    <a:pt x="587" y="986"/>
                    <a:pt x="612" y="986"/>
                  </a:cubicBezTo>
                  <a:cubicBezTo>
                    <a:pt x="649" y="986"/>
                    <a:pt x="686" y="991"/>
                    <a:pt x="721" y="998"/>
                  </a:cubicBezTo>
                  <a:cubicBezTo>
                    <a:pt x="685" y="991"/>
                    <a:pt x="648" y="987"/>
                    <a:pt x="610" y="987"/>
                  </a:cubicBezTo>
                  <a:cubicBezTo>
                    <a:pt x="273" y="987"/>
                    <a:pt x="0" y="1274"/>
                    <a:pt x="0" y="1628"/>
                  </a:cubicBezTo>
                  <a:cubicBezTo>
                    <a:pt x="0" y="1975"/>
                    <a:pt x="264" y="2256"/>
                    <a:pt x="592" y="2267"/>
                  </a:cubicBezTo>
                  <a:cubicBezTo>
                    <a:pt x="847" y="2744"/>
                    <a:pt x="1343" y="3042"/>
                    <a:pt x="1884" y="3042"/>
                  </a:cubicBezTo>
                  <a:cubicBezTo>
                    <a:pt x="1991" y="3042"/>
                    <a:pt x="2098" y="3030"/>
                    <a:pt x="2203" y="3006"/>
                  </a:cubicBezTo>
                  <a:cubicBezTo>
                    <a:pt x="2199" y="3001"/>
                    <a:pt x="2198" y="2995"/>
                    <a:pt x="2194" y="2990"/>
                  </a:cubicBezTo>
                  <a:cubicBezTo>
                    <a:pt x="2306" y="3141"/>
                    <a:pt x="2478" y="3241"/>
                    <a:pt x="2675" y="3241"/>
                  </a:cubicBezTo>
                  <a:cubicBezTo>
                    <a:pt x="3012" y="3241"/>
                    <a:pt x="3286" y="2954"/>
                    <a:pt x="3286" y="2600"/>
                  </a:cubicBezTo>
                  <a:cubicBezTo>
                    <a:pt x="3286" y="2470"/>
                    <a:pt x="3248" y="2349"/>
                    <a:pt x="3185" y="2248"/>
                  </a:cubicBezTo>
                  <a:cubicBezTo>
                    <a:pt x="3292" y="2041"/>
                    <a:pt x="3349" y="1810"/>
                    <a:pt x="3349" y="1577"/>
                  </a:cubicBezTo>
                  <a:close/>
                  <a:moveTo>
                    <a:pt x="2701" y="275"/>
                  </a:moveTo>
                  <a:cubicBezTo>
                    <a:pt x="2832" y="275"/>
                    <a:pt x="2953" y="345"/>
                    <a:pt x="3018" y="458"/>
                  </a:cubicBezTo>
                  <a:cubicBezTo>
                    <a:pt x="3083" y="571"/>
                    <a:pt x="3083" y="711"/>
                    <a:pt x="3018" y="824"/>
                  </a:cubicBezTo>
                  <a:cubicBezTo>
                    <a:pt x="2952" y="938"/>
                    <a:pt x="2831" y="1007"/>
                    <a:pt x="2701" y="1007"/>
                  </a:cubicBezTo>
                  <a:cubicBezTo>
                    <a:pt x="2498" y="1007"/>
                    <a:pt x="2334" y="843"/>
                    <a:pt x="2334" y="641"/>
                  </a:cubicBezTo>
                  <a:cubicBezTo>
                    <a:pt x="2334" y="438"/>
                    <a:pt x="2499" y="275"/>
                    <a:pt x="2701" y="275"/>
                  </a:cubicBezTo>
                  <a:close/>
                  <a:moveTo>
                    <a:pt x="244" y="1628"/>
                  </a:moveTo>
                  <a:cubicBezTo>
                    <a:pt x="244" y="1425"/>
                    <a:pt x="408" y="1261"/>
                    <a:pt x="611" y="1261"/>
                  </a:cubicBezTo>
                  <a:cubicBezTo>
                    <a:pt x="813" y="1262"/>
                    <a:pt x="977" y="1426"/>
                    <a:pt x="977" y="1628"/>
                  </a:cubicBezTo>
                  <a:cubicBezTo>
                    <a:pt x="977" y="1830"/>
                    <a:pt x="813" y="1994"/>
                    <a:pt x="610" y="1994"/>
                  </a:cubicBezTo>
                  <a:cubicBezTo>
                    <a:pt x="408" y="1994"/>
                    <a:pt x="244" y="1830"/>
                    <a:pt x="244" y="1628"/>
                  </a:cubicBezTo>
                  <a:close/>
                  <a:moveTo>
                    <a:pt x="2065" y="2599"/>
                  </a:moveTo>
                  <a:cubicBezTo>
                    <a:pt x="2065" y="2662"/>
                    <a:pt x="2076" y="2720"/>
                    <a:pt x="2092" y="2777"/>
                  </a:cubicBezTo>
                  <a:cubicBezTo>
                    <a:pt x="2024" y="2789"/>
                    <a:pt x="1955" y="2798"/>
                    <a:pt x="1884" y="2798"/>
                  </a:cubicBezTo>
                  <a:cubicBezTo>
                    <a:pt x="1462" y="2797"/>
                    <a:pt x="1070" y="2578"/>
                    <a:pt x="849" y="2218"/>
                  </a:cubicBezTo>
                  <a:cubicBezTo>
                    <a:pt x="1068" y="2120"/>
                    <a:pt x="1221" y="1893"/>
                    <a:pt x="1221" y="1628"/>
                  </a:cubicBezTo>
                  <a:cubicBezTo>
                    <a:pt x="1221" y="1334"/>
                    <a:pt x="1032" y="1090"/>
                    <a:pt x="775" y="1014"/>
                  </a:cubicBezTo>
                  <a:cubicBezTo>
                    <a:pt x="784" y="1016"/>
                    <a:pt x="794" y="1018"/>
                    <a:pt x="803" y="1021"/>
                  </a:cubicBezTo>
                  <a:cubicBezTo>
                    <a:pt x="1006" y="628"/>
                    <a:pt x="1411" y="356"/>
                    <a:pt x="1884" y="356"/>
                  </a:cubicBezTo>
                  <a:cubicBezTo>
                    <a:pt x="1973" y="356"/>
                    <a:pt x="2058" y="368"/>
                    <a:pt x="2141" y="387"/>
                  </a:cubicBezTo>
                  <a:cubicBezTo>
                    <a:pt x="2107" y="467"/>
                    <a:pt x="2090" y="554"/>
                    <a:pt x="2090" y="641"/>
                  </a:cubicBezTo>
                  <a:cubicBezTo>
                    <a:pt x="2090" y="995"/>
                    <a:pt x="2363" y="1282"/>
                    <a:pt x="2701" y="1282"/>
                  </a:cubicBezTo>
                  <a:cubicBezTo>
                    <a:pt x="2819" y="1282"/>
                    <a:pt x="2934" y="1245"/>
                    <a:pt x="3032" y="1178"/>
                  </a:cubicBezTo>
                  <a:cubicBezTo>
                    <a:pt x="3075" y="1304"/>
                    <a:pt x="3104" y="1436"/>
                    <a:pt x="3104" y="1577"/>
                  </a:cubicBezTo>
                  <a:cubicBezTo>
                    <a:pt x="3104" y="1749"/>
                    <a:pt x="3066" y="1912"/>
                    <a:pt x="3001" y="2060"/>
                  </a:cubicBezTo>
                  <a:cubicBezTo>
                    <a:pt x="2905" y="1994"/>
                    <a:pt x="2791" y="1959"/>
                    <a:pt x="2675" y="1959"/>
                  </a:cubicBezTo>
                  <a:cubicBezTo>
                    <a:pt x="2338" y="1959"/>
                    <a:pt x="2065" y="2245"/>
                    <a:pt x="2065" y="2600"/>
                  </a:cubicBezTo>
                  <a:lnTo>
                    <a:pt x="2065" y="2599"/>
                  </a:lnTo>
                  <a:close/>
                  <a:moveTo>
                    <a:pt x="2675" y="2966"/>
                  </a:moveTo>
                  <a:cubicBezTo>
                    <a:pt x="2473" y="2966"/>
                    <a:pt x="2309" y="2802"/>
                    <a:pt x="2309" y="2599"/>
                  </a:cubicBezTo>
                  <a:cubicBezTo>
                    <a:pt x="2309" y="2397"/>
                    <a:pt x="2473" y="2233"/>
                    <a:pt x="2675" y="2233"/>
                  </a:cubicBezTo>
                  <a:cubicBezTo>
                    <a:pt x="2878" y="2233"/>
                    <a:pt x="3042" y="2397"/>
                    <a:pt x="3042" y="2600"/>
                  </a:cubicBezTo>
                  <a:cubicBezTo>
                    <a:pt x="3042" y="2802"/>
                    <a:pt x="2877" y="2966"/>
                    <a:pt x="2675" y="2966"/>
                  </a:cubicBezTo>
                  <a:close/>
                  <a:moveTo>
                    <a:pt x="2675" y="2966"/>
                  </a:moveTo>
                  <a:cubicBezTo>
                    <a:pt x="2675" y="2966"/>
                    <a:pt x="2675" y="2966"/>
                    <a:pt x="2675" y="2966"/>
                  </a:cubicBezTo>
                </a:path>
              </a:pathLst>
            </a:custGeom>
            <a:solidFill>
              <a:srgbClr val="75757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Arial"/>
                <a:ea typeface="Arial"/>
                <a:cs typeface="Arial"/>
                <a:sym typeface="Arial"/>
              </a:endParaRPr>
            </a:p>
          </p:txBody>
        </p:sp>
      </p:grpSp>
      <p:grpSp>
        <p:nvGrpSpPr>
          <p:cNvPr id="1201" name="Google Shape;1201;p17"/>
          <p:cNvGrpSpPr/>
          <p:nvPr/>
        </p:nvGrpSpPr>
        <p:grpSpPr>
          <a:xfrm>
            <a:off x="1210006" y="3560121"/>
            <a:ext cx="4133280" cy="461665"/>
            <a:chOff x="1518558" y="3650209"/>
            <a:chExt cx="4133280" cy="461665"/>
          </a:xfrm>
        </p:grpSpPr>
        <p:sp>
          <p:nvSpPr>
            <p:cNvPr id="1202" name="Google Shape;1202;p17"/>
            <p:cNvSpPr txBox="1"/>
            <p:nvPr/>
          </p:nvSpPr>
          <p:spPr>
            <a:xfrm>
              <a:off x="1518558" y="3650209"/>
              <a:ext cx="58976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站点创建</a:t>
              </a:r>
              <a:endParaRPr/>
            </a:p>
          </p:txBody>
        </p:sp>
        <p:sp>
          <p:nvSpPr>
            <p:cNvPr id="1203" name="Google Shape;1203;p17"/>
            <p:cNvSpPr txBox="1"/>
            <p:nvPr/>
          </p:nvSpPr>
          <p:spPr>
            <a:xfrm>
              <a:off x="2256468" y="3650209"/>
              <a:ext cx="6023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链路打通</a:t>
              </a:r>
              <a:endParaRPr/>
            </a:p>
          </p:txBody>
        </p:sp>
        <p:cxnSp>
          <p:nvCxnSpPr>
            <p:cNvPr id="1204" name="Google Shape;1204;p17"/>
            <p:cNvCxnSpPr/>
            <p:nvPr/>
          </p:nvCxnSpPr>
          <p:spPr>
            <a:xfrm>
              <a:off x="1987887" y="3882760"/>
              <a:ext cx="233188" cy="0"/>
            </a:xfrm>
            <a:prstGeom prst="straightConnector1">
              <a:avLst/>
            </a:prstGeom>
            <a:noFill/>
            <a:ln cap="flat" cmpd="sng" w="9525">
              <a:solidFill>
                <a:schemeClr val="accent1"/>
              </a:solidFill>
              <a:prstDash val="solid"/>
              <a:miter lim="8000"/>
              <a:headEnd len="sm" w="sm" type="none"/>
              <a:tailEnd len="med" w="med" type="triangle"/>
            </a:ln>
          </p:spPr>
        </p:cxnSp>
        <p:cxnSp>
          <p:nvCxnSpPr>
            <p:cNvPr id="1205" name="Google Shape;1205;p17"/>
            <p:cNvCxnSpPr/>
            <p:nvPr/>
          </p:nvCxnSpPr>
          <p:spPr>
            <a:xfrm>
              <a:off x="2728314" y="3882760"/>
              <a:ext cx="233188" cy="0"/>
            </a:xfrm>
            <a:prstGeom prst="straightConnector1">
              <a:avLst/>
            </a:prstGeom>
            <a:noFill/>
            <a:ln cap="flat" cmpd="sng" w="9525">
              <a:solidFill>
                <a:schemeClr val="accent1"/>
              </a:solidFill>
              <a:prstDash val="solid"/>
              <a:miter lim="8000"/>
              <a:headEnd len="sm" w="sm" type="none"/>
              <a:tailEnd len="med" w="med" type="triangle"/>
            </a:ln>
          </p:spPr>
        </p:cxnSp>
        <p:sp>
          <p:nvSpPr>
            <p:cNvPr id="1206" name="Google Shape;1206;p17"/>
            <p:cNvSpPr txBox="1"/>
            <p:nvPr/>
          </p:nvSpPr>
          <p:spPr>
            <a:xfrm>
              <a:off x="2975821" y="3650209"/>
              <a:ext cx="49038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拓扑编排</a:t>
              </a:r>
              <a:endParaRPr/>
            </a:p>
          </p:txBody>
        </p:sp>
        <p:sp>
          <p:nvSpPr>
            <p:cNvPr id="1207" name="Google Shape;1207;p17"/>
            <p:cNvSpPr txBox="1"/>
            <p:nvPr/>
          </p:nvSpPr>
          <p:spPr>
            <a:xfrm>
              <a:off x="3660606" y="3650209"/>
              <a:ext cx="6023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选路策略</a:t>
              </a:r>
              <a:endParaRPr sz="1200">
                <a:solidFill>
                  <a:srgbClr val="1D1D1A"/>
                </a:solidFill>
                <a:latin typeface="Microsoft YaHei"/>
                <a:ea typeface="Microsoft YaHei"/>
                <a:cs typeface="Microsoft YaHei"/>
                <a:sym typeface="Microsoft YaHei"/>
              </a:endParaRPr>
            </a:p>
          </p:txBody>
        </p:sp>
        <p:cxnSp>
          <p:nvCxnSpPr>
            <p:cNvPr id="1208" name="Google Shape;1208;p17"/>
            <p:cNvCxnSpPr/>
            <p:nvPr/>
          </p:nvCxnSpPr>
          <p:spPr>
            <a:xfrm>
              <a:off x="3435176" y="3882760"/>
              <a:ext cx="233188" cy="0"/>
            </a:xfrm>
            <a:prstGeom prst="straightConnector1">
              <a:avLst/>
            </a:prstGeom>
            <a:noFill/>
            <a:ln cap="flat" cmpd="sng" w="9525">
              <a:solidFill>
                <a:schemeClr val="accent1"/>
              </a:solidFill>
              <a:prstDash val="solid"/>
              <a:miter lim="8000"/>
              <a:headEnd len="sm" w="sm" type="none"/>
              <a:tailEnd len="med" w="med" type="triangle"/>
            </a:ln>
          </p:spPr>
        </p:cxnSp>
        <p:cxnSp>
          <p:nvCxnSpPr>
            <p:cNvPr id="1209" name="Google Shape;1209;p17"/>
            <p:cNvCxnSpPr/>
            <p:nvPr/>
          </p:nvCxnSpPr>
          <p:spPr>
            <a:xfrm>
              <a:off x="4143581" y="3881220"/>
              <a:ext cx="233188" cy="0"/>
            </a:xfrm>
            <a:prstGeom prst="straightConnector1">
              <a:avLst/>
            </a:prstGeom>
            <a:noFill/>
            <a:ln cap="flat" cmpd="sng" w="9525">
              <a:solidFill>
                <a:schemeClr val="accent1"/>
              </a:solidFill>
              <a:prstDash val="solid"/>
              <a:miter lim="8000"/>
              <a:headEnd len="sm" w="sm" type="none"/>
              <a:tailEnd len="med" w="med" type="triangle"/>
            </a:ln>
          </p:spPr>
        </p:cxnSp>
        <p:sp>
          <p:nvSpPr>
            <p:cNvPr id="1210" name="Google Shape;1210;p17"/>
            <p:cNvSpPr txBox="1"/>
            <p:nvPr/>
          </p:nvSpPr>
          <p:spPr>
            <a:xfrm>
              <a:off x="4392602" y="3650209"/>
              <a:ext cx="6023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QoS调度</a:t>
              </a:r>
              <a:endParaRPr/>
            </a:p>
          </p:txBody>
        </p:sp>
        <p:cxnSp>
          <p:nvCxnSpPr>
            <p:cNvPr id="1211" name="Google Shape;1211;p17"/>
            <p:cNvCxnSpPr/>
            <p:nvPr/>
          </p:nvCxnSpPr>
          <p:spPr>
            <a:xfrm>
              <a:off x="4867037" y="3888687"/>
              <a:ext cx="233188" cy="0"/>
            </a:xfrm>
            <a:prstGeom prst="straightConnector1">
              <a:avLst/>
            </a:prstGeom>
            <a:noFill/>
            <a:ln cap="flat" cmpd="sng" w="9525">
              <a:solidFill>
                <a:schemeClr val="accent1"/>
              </a:solidFill>
              <a:prstDash val="solid"/>
              <a:miter lim="8000"/>
              <a:headEnd len="sm" w="sm" type="none"/>
              <a:tailEnd len="med" w="med" type="triangle"/>
            </a:ln>
          </p:spPr>
        </p:cxnSp>
        <p:sp>
          <p:nvSpPr>
            <p:cNvPr id="1212" name="Google Shape;1212;p17"/>
            <p:cNvSpPr txBox="1"/>
            <p:nvPr/>
          </p:nvSpPr>
          <p:spPr>
            <a:xfrm>
              <a:off x="5049532" y="3650209"/>
              <a:ext cx="6023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安全防护</a:t>
              </a:r>
              <a:endParaRPr/>
            </a:p>
          </p:txBody>
        </p:sp>
      </p:grpSp>
      <p:sp>
        <p:nvSpPr>
          <p:cNvPr id="1213" name="Google Shape;1213;p17"/>
          <p:cNvSpPr/>
          <p:nvPr/>
        </p:nvSpPr>
        <p:spPr>
          <a:xfrm>
            <a:off x="387344" y="5238906"/>
            <a:ext cx="5274667" cy="701609"/>
          </a:xfrm>
          <a:prstGeom prst="trapezoid">
            <a:avLst>
              <a:gd fmla="val 49952" name="adj"/>
            </a:avLst>
          </a:prstGeom>
          <a:gradFill>
            <a:gsLst>
              <a:gs pos="0">
                <a:srgbClr val="919188">
                  <a:alpha val="23921"/>
                </a:srgbClr>
              </a:gs>
              <a:gs pos="100000">
                <a:srgbClr val="919188">
                  <a:alpha val="0"/>
                </a:srgbClr>
              </a:gs>
            </a:gsLst>
            <a:lin ang="16200000" scaled="0"/>
          </a:gradFill>
          <a:ln cap="flat" cmpd="sng" w="9525">
            <a:solidFill>
              <a:schemeClr val="lt1">
                <a:alpha val="23921"/>
              </a:scheme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900">
              <a:solidFill>
                <a:srgbClr val="FFC000"/>
              </a:solidFill>
              <a:latin typeface="Arial"/>
              <a:ea typeface="Arial"/>
              <a:cs typeface="Arial"/>
              <a:sym typeface="Arial"/>
            </a:endParaRPr>
          </a:p>
        </p:txBody>
      </p:sp>
      <p:grpSp>
        <p:nvGrpSpPr>
          <p:cNvPr id="1214" name="Google Shape;1214;p17"/>
          <p:cNvGrpSpPr/>
          <p:nvPr/>
        </p:nvGrpSpPr>
        <p:grpSpPr>
          <a:xfrm>
            <a:off x="752908" y="4984683"/>
            <a:ext cx="1443345" cy="691361"/>
            <a:chOff x="1311402" y="4798914"/>
            <a:chExt cx="1443345" cy="691361"/>
          </a:xfrm>
        </p:grpSpPr>
        <p:sp>
          <p:nvSpPr>
            <p:cNvPr id="1215" name="Google Shape;1215;p17"/>
            <p:cNvSpPr/>
            <p:nvPr/>
          </p:nvSpPr>
          <p:spPr>
            <a:xfrm>
              <a:off x="1311402" y="4910589"/>
              <a:ext cx="1405635" cy="533400"/>
            </a:xfrm>
            <a:prstGeom prst="parallelogram">
              <a:avLst>
                <a:gd fmla="val 57036" name="adj"/>
              </a:avLst>
            </a:prstGeom>
            <a:solidFill>
              <a:srgbClr val="C1C1C1">
                <a:alpha val="6901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grpSp>
          <p:nvGrpSpPr>
            <p:cNvPr id="1216" name="Google Shape;1216;p17"/>
            <p:cNvGrpSpPr/>
            <p:nvPr/>
          </p:nvGrpSpPr>
          <p:grpSpPr>
            <a:xfrm>
              <a:off x="2104223" y="4956875"/>
              <a:ext cx="386854" cy="285365"/>
              <a:chOff x="3771386" y="1744160"/>
              <a:chExt cx="539132" cy="363353"/>
            </a:xfrm>
          </p:grpSpPr>
          <p:sp>
            <p:nvSpPr>
              <p:cNvPr id="1217" name="Google Shape;1217;p17"/>
              <p:cNvSpPr/>
              <p:nvPr/>
            </p:nvSpPr>
            <p:spPr>
              <a:xfrm>
                <a:off x="3771386" y="1744160"/>
                <a:ext cx="539132" cy="363353"/>
              </a:xfrm>
              <a:custGeom>
                <a:rect b="b" l="l" r="r" t="t"/>
                <a:pathLst>
                  <a:path extrusionOk="0" h="777" w="1145">
                    <a:moveTo>
                      <a:pt x="877" y="337"/>
                    </a:moveTo>
                    <a:lnTo>
                      <a:pt x="877" y="337"/>
                    </a:lnTo>
                    <a:lnTo>
                      <a:pt x="687" y="337"/>
                    </a:lnTo>
                    <a:lnTo>
                      <a:pt x="79" y="337"/>
                    </a:lnTo>
                    <a:cubicBezTo>
                      <a:pt x="72" y="337"/>
                      <a:pt x="66" y="332"/>
                      <a:pt x="66" y="324"/>
                    </a:cubicBezTo>
                    <a:lnTo>
                      <a:pt x="66" y="80"/>
                    </a:lnTo>
                    <a:cubicBezTo>
                      <a:pt x="66" y="73"/>
                      <a:pt x="72" y="67"/>
                      <a:pt x="79" y="67"/>
                    </a:cubicBezTo>
                    <a:lnTo>
                      <a:pt x="1066" y="67"/>
                    </a:lnTo>
                    <a:cubicBezTo>
                      <a:pt x="1073" y="67"/>
                      <a:pt x="1079" y="73"/>
                      <a:pt x="1079" y="80"/>
                    </a:cubicBezTo>
                    <a:lnTo>
                      <a:pt x="1079" y="324"/>
                    </a:lnTo>
                    <a:cubicBezTo>
                      <a:pt x="1079" y="332"/>
                      <a:pt x="1073" y="337"/>
                      <a:pt x="1066" y="337"/>
                    </a:cubicBezTo>
                    <a:lnTo>
                      <a:pt x="877" y="337"/>
                    </a:lnTo>
                    <a:close/>
                    <a:moveTo>
                      <a:pt x="1145" y="80"/>
                    </a:moveTo>
                    <a:lnTo>
                      <a:pt x="1145" y="80"/>
                    </a:lnTo>
                    <a:cubicBezTo>
                      <a:pt x="1145" y="36"/>
                      <a:pt x="1110" y="0"/>
                      <a:pt x="1066" y="0"/>
                    </a:cubicBezTo>
                    <a:lnTo>
                      <a:pt x="79" y="0"/>
                    </a:lnTo>
                    <a:cubicBezTo>
                      <a:pt x="35" y="0"/>
                      <a:pt x="0" y="36"/>
                      <a:pt x="0" y="80"/>
                    </a:cubicBezTo>
                    <a:lnTo>
                      <a:pt x="0" y="324"/>
                    </a:lnTo>
                    <a:cubicBezTo>
                      <a:pt x="0" y="342"/>
                      <a:pt x="5" y="358"/>
                      <a:pt x="15" y="371"/>
                    </a:cubicBezTo>
                    <a:cubicBezTo>
                      <a:pt x="5" y="384"/>
                      <a:pt x="0" y="400"/>
                      <a:pt x="0" y="417"/>
                    </a:cubicBezTo>
                    <a:lnTo>
                      <a:pt x="0" y="662"/>
                    </a:lnTo>
                    <a:cubicBezTo>
                      <a:pt x="0" y="705"/>
                      <a:pt x="35" y="741"/>
                      <a:pt x="79" y="741"/>
                    </a:cubicBezTo>
                    <a:lnTo>
                      <a:pt x="609" y="741"/>
                    </a:lnTo>
                    <a:cubicBezTo>
                      <a:pt x="621" y="763"/>
                      <a:pt x="643" y="777"/>
                      <a:pt x="670" y="777"/>
                    </a:cubicBezTo>
                    <a:cubicBezTo>
                      <a:pt x="708" y="777"/>
                      <a:pt x="739" y="746"/>
                      <a:pt x="739" y="708"/>
                    </a:cubicBezTo>
                    <a:cubicBezTo>
                      <a:pt x="739" y="669"/>
                      <a:pt x="708" y="638"/>
                      <a:pt x="670" y="638"/>
                    </a:cubicBezTo>
                    <a:cubicBezTo>
                      <a:pt x="643" y="638"/>
                      <a:pt x="621" y="653"/>
                      <a:pt x="609" y="674"/>
                    </a:cubicBezTo>
                    <a:lnTo>
                      <a:pt x="79" y="674"/>
                    </a:lnTo>
                    <a:cubicBezTo>
                      <a:pt x="72" y="674"/>
                      <a:pt x="66" y="669"/>
                      <a:pt x="66" y="662"/>
                    </a:cubicBezTo>
                    <a:lnTo>
                      <a:pt x="66" y="417"/>
                    </a:lnTo>
                    <a:cubicBezTo>
                      <a:pt x="66" y="410"/>
                      <a:pt x="72" y="404"/>
                      <a:pt x="79" y="404"/>
                    </a:cubicBezTo>
                    <a:lnTo>
                      <a:pt x="687" y="404"/>
                    </a:lnTo>
                    <a:lnTo>
                      <a:pt x="877" y="404"/>
                    </a:lnTo>
                    <a:lnTo>
                      <a:pt x="1066" y="404"/>
                    </a:lnTo>
                    <a:cubicBezTo>
                      <a:pt x="1073" y="404"/>
                      <a:pt x="1079" y="410"/>
                      <a:pt x="1079" y="417"/>
                    </a:cubicBezTo>
                    <a:lnTo>
                      <a:pt x="1079" y="662"/>
                    </a:lnTo>
                    <a:cubicBezTo>
                      <a:pt x="1079" y="669"/>
                      <a:pt x="1073" y="674"/>
                      <a:pt x="1066" y="674"/>
                    </a:cubicBezTo>
                    <a:lnTo>
                      <a:pt x="943" y="674"/>
                    </a:lnTo>
                    <a:cubicBezTo>
                      <a:pt x="931" y="653"/>
                      <a:pt x="909" y="638"/>
                      <a:pt x="883" y="638"/>
                    </a:cubicBezTo>
                    <a:cubicBezTo>
                      <a:pt x="844" y="638"/>
                      <a:pt x="813" y="669"/>
                      <a:pt x="813" y="708"/>
                    </a:cubicBezTo>
                    <a:cubicBezTo>
                      <a:pt x="813" y="746"/>
                      <a:pt x="844" y="777"/>
                      <a:pt x="883" y="777"/>
                    </a:cubicBezTo>
                    <a:cubicBezTo>
                      <a:pt x="909" y="777"/>
                      <a:pt x="931" y="763"/>
                      <a:pt x="943" y="741"/>
                    </a:cubicBezTo>
                    <a:lnTo>
                      <a:pt x="1066" y="741"/>
                    </a:lnTo>
                    <a:cubicBezTo>
                      <a:pt x="1110" y="741"/>
                      <a:pt x="1145" y="705"/>
                      <a:pt x="1145" y="662"/>
                    </a:cubicBezTo>
                    <a:lnTo>
                      <a:pt x="1145" y="417"/>
                    </a:lnTo>
                    <a:cubicBezTo>
                      <a:pt x="1145" y="400"/>
                      <a:pt x="1140" y="384"/>
                      <a:pt x="1131" y="371"/>
                    </a:cubicBezTo>
                    <a:cubicBezTo>
                      <a:pt x="1140" y="358"/>
                      <a:pt x="1145" y="342"/>
                      <a:pt x="1145" y="324"/>
                    </a:cubicBezTo>
                    <a:lnTo>
                      <a:pt x="1145" y="80"/>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sp>
            <p:nvSpPr>
              <p:cNvPr id="1218" name="Google Shape;1218;p17"/>
              <p:cNvSpPr/>
              <p:nvPr/>
            </p:nvSpPr>
            <p:spPr>
              <a:xfrm>
                <a:off x="3849676" y="1820376"/>
                <a:ext cx="37366" cy="37222"/>
              </a:xfrm>
              <a:custGeom>
                <a:rect b="b" l="l" r="r" t="t"/>
                <a:pathLst>
                  <a:path extrusionOk="0" h="80" w="80">
                    <a:moveTo>
                      <a:pt x="0" y="80"/>
                    </a:moveTo>
                    <a:lnTo>
                      <a:pt x="0" y="80"/>
                    </a:lnTo>
                    <a:lnTo>
                      <a:pt x="80" y="80"/>
                    </a:lnTo>
                    <a:lnTo>
                      <a:pt x="80" y="0"/>
                    </a:lnTo>
                    <a:lnTo>
                      <a:pt x="0" y="0"/>
                    </a:lnTo>
                    <a:lnTo>
                      <a:pt x="0" y="80"/>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sp>
            <p:nvSpPr>
              <p:cNvPr id="1219" name="Google Shape;1219;p17"/>
              <p:cNvSpPr/>
              <p:nvPr/>
            </p:nvSpPr>
            <p:spPr>
              <a:xfrm>
                <a:off x="3849676" y="1978123"/>
                <a:ext cx="37366" cy="37222"/>
              </a:xfrm>
              <a:custGeom>
                <a:rect b="b" l="l" r="r" t="t"/>
                <a:pathLst>
                  <a:path extrusionOk="0" h="80" w="80">
                    <a:moveTo>
                      <a:pt x="80" y="0"/>
                    </a:moveTo>
                    <a:lnTo>
                      <a:pt x="80" y="0"/>
                    </a:lnTo>
                    <a:lnTo>
                      <a:pt x="0" y="0"/>
                    </a:lnTo>
                    <a:lnTo>
                      <a:pt x="0" y="80"/>
                    </a:lnTo>
                    <a:lnTo>
                      <a:pt x="80" y="80"/>
                    </a:lnTo>
                    <a:lnTo>
                      <a:pt x="80" y="0"/>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sp>
            <p:nvSpPr>
              <p:cNvPr id="1220" name="Google Shape;1220;p17"/>
              <p:cNvSpPr/>
              <p:nvPr/>
            </p:nvSpPr>
            <p:spPr>
              <a:xfrm>
                <a:off x="3908394" y="1978123"/>
                <a:ext cx="37366" cy="37222"/>
              </a:xfrm>
              <a:custGeom>
                <a:rect b="b" l="l" r="r" t="t"/>
                <a:pathLst>
                  <a:path extrusionOk="0" h="80" w="80">
                    <a:moveTo>
                      <a:pt x="80" y="0"/>
                    </a:moveTo>
                    <a:lnTo>
                      <a:pt x="80" y="0"/>
                    </a:lnTo>
                    <a:lnTo>
                      <a:pt x="0" y="0"/>
                    </a:lnTo>
                    <a:lnTo>
                      <a:pt x="0" y="80"/>
                    </a:lnTo>
                    <a:lnTo>
                      <a:pt x="80" y="80"/>
                    </a:lnTo>
                    <a:lnTo>
                      <a:pt x="80" y="0"/>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sp>
            <p:nvSpPr>
              <p:cNvPr id="1221" name="Google Shape;1221;p17"/>
              <p:cNvSpPr/>
              <p:nvPr/>
            </p:nvSpPr>
            <p:spPr>
              <a:xfrm>
                <a:off x="4009814" y="1822148"/>
                <a:ext cx="225973" cy="31904"/>
              </a:xfrm>
              <a:custGeom>
                <a:rect b="b" l="l" r="r" t="t"/>
                <a:pathLst>
                  <a:path extrusionOk="0" h="66" w="480">
                    <a:moveTo>
                      <a:pt x="446" y="0"/>
                    </a:moveTo>
                    <a:lnTo>
                      <a:pt x="446" y="0"/>
                    </a:lnTo>
                    <a:lnTo>
                      <a:pt x="33" y="0"/>
                    </a:lnTo>
                    <a:cubicBezTo>
                      <a:pt x="15" y="0"/>
                      <a:pt x="0" y="15"/>
                      <a:pt x="0" y="33"/>
                    </a:cubicBezTo>
                    <a:cubicBezTo>
                      <a:pt x="0" y="51"/>
                      <a:pt x="15" y="66"/>
                      <a:pt x="33" y="66"/>
                    </a:cubicBezTo>
                    <a:lnTo>
                      <a:pt x="446" y="66"/>
                    </a:lnTo>
                    <a:cubicBezTo>
                      <a:pt x="465" y="66"/>
                      <a:pt x="480" y="51"/>
                      <a:pt x="480" y="33"/>
                    </a:cubicBezTo>
                    <a:cubicBezTo>
                      <a:pt x="480" y="15"/>
                      <a:pt x="465" y="0"/>
                      <a:pt x="446" y="0"/>
                    </a:cubicBez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sp>
            <p:nvSpPr>
              <p:cNvPr id="1222" name="Google Shape;1222;p17"/>
              <p:cNvSpPr/>
              <p:nvPr/>
            </p:nvSpPr>
            <p:spPr>
              <a:xfrm>
                <a:off x="4009814" y="1981668"/>
                <a:ext cx="225973" cy="30132"/>
              </a:xfrm>
              <a:custGeom>
                <a:rect b="b" l="l" r="r" t="t"/>
                <a:pathLst>
                  <a:path extrusionOk="0" h="66" w="480">
                    <a:moveTo>
                      <a:pt x="480" y="33"/>
                    </a:moveTo>
                    <a:lnTo>
                      <a:pt x="480" y="33"/>
                    </a:lnTo>
                    <a:cubicBezTo>
                      <a:pt x="480" y="15"/>
                      <a:pt x="465" y="0"/>
                      <a:pt x="446" y="0"/>
                    </a:cubicBezTo>
                    <a:lnTo>
                      <a:pt x="33" y="0"/>
                    </a:lnTo>
                    <a:cubicBezTo>
                      <a:pt x="15" y="0"/>
                      <a:pt x="0" y="15"/>
                      <a:pt x="0" y="33"/>
                    </a:cubicBezTo>
                    <a:cubicBezTo>
                      <a:pt x="0" y="51"/>
                      <a:pt x="15" y="66"/>
                      <a:pt x="33" y="66"/>
                    </a:cubicBezTo>
                    <a:lnTo>
                      <a:pt x="446" y="66"/>
                    </a:lnTo>
                    <a:cubicBezTo>
                      <a:pt x="465" y="66"/>
                      <a:pt x="480" y="51"/>
                      <a:pt x="480" y="33"/>
                    </a:cubicBez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1D1D1A"/>
                  </a:solidFill>
                  <a:latin typeface="Calibri"/>
                  <a:ea typeface="Calibri"/>
                  <a:cs typeface="Calibri"/>
                  <a:sym typeface="Calibri"/>
                </a:endParaRPr>
              </a:p>
            </p:txBody>
          </p:sp>
        </p:grpSp>
        <p:sp>
          <p:nvSpPr>
            <p:cNvPr id="1223" name="Google Shape;1223;p17"/>
            <p:cNvSpPr/>
            <p:nvPr/>
          </p:nvSpPr>
          <p:spPr>
            <a:xfrm>
              <a:off x="1426700" y="4798914"/>
              <a:ext cx="479425" cy="427053"/>
            </a:xfrm>
            <a:custGeom>
              <a:rect b="b" l="l" r="r" t="t"/>
              <a:pathLst>
                <a:path extrusionOk="0" h="13986" w="16560">
                  <a:moveTo>
                    <a:pt x="14413" y="6994"/>
                  </a:moveTo>
                  <a:lnTo>
                    <a:pt x="14413" y="6228"/>
                  </a:lnTo>
                  <a:lnTo>
                    <a:pt x="9353" y="6228"/>
                  </a:lnTo>
                  <a:lnTo>
                    <a:pt x="9353" y="6994"/>
                  </a:lnTo>
                  <a:lnTo>
                    <a:pt x="8638" y="6994"/>
                  </a:lnTo>
                  <a:lnTo>
                    <a:pt x="8638" y="12659"/>
                  </a:lnTo>
                  <a:lnTo>
                    <a:pt x="7871" y="12659"/>
                  </a:lnTo>
                  <a:lnTo>
                    <a:pt x="7871" y="1685"/>
                  </a:lnTo>
                  <a:lnTo>
                    <a:pt x="7360" y="1685"/>
                  </a:lnTo>
                  <a:lnTo>
                    <a:pt x="7360" y="0"/>
                  </a:lnTo>
                  <a:lnTo>
                    <a:pt x="3680" y="1021"/>
                  </a:lnTo>
                  <a:lnTo>
                    <a:pt x="3680" y="1685"/>
                  </a:lnTo>
                  <a:lnTo>
                    <a:pt x="1534" y="1685"/>
                  </a:lnTo>
                  <a:lnTo>
                    <a:pt x="1534" y="12659"/>
                  </a:lnTo>
                  <a:lnTo>
                    <a:pt x="767" y="12659"/>
                  </a:lnTo>
                  <a:lnTo>
                    <a:pt x="0" y="13986"/>
                  </a:lnTo>
                  <a:lnTo>
                    <a:pt x="16560" y="13986"/>
                  </a:lnTo>
                  <a:lnTo>
                    <a:pt x="15946" y="12659"/>
                  </a:lnTo>
                  <a:lnTo>
                    <a:pt x="15334" y="12659"/>
                  </a:lnTo>
                  <a:lnTo>
                    <a:pt x="15334" y="6994"/>
                  </a:lnTo>
                  <a:lnTo>
                    <a:pt x="14413" y="6994"/>
                  </a:lnTo>
                  <a:close/>
                  <a:moveTo>
                    <a:pt x="5827" y="6125"/>
                  </a:moveTo>
                  <a:lnTo>
                    <a:pt x="7002" y="6125"/>
                  </a:lnTo>
                  <a:lnTo>
                    <a:pt x="7002" y="8371"/>
                  </a:lnTo>
                  <a:lnTo>
                    <a:pt x="5827" y="8371"/>
                  </a:lnTo>
                  <a:lnTo>
                    <a:pt x="5827" y="6125"/>
                  </a:lnTo>
                  <a:close/>
                  <a:moveTo>
                    <a:pt x="2555" y="9137"/>
                  </a:moveTo>
                  <a:lnTo>
                    <a:pt x="3731" y="9137"/>
                  </a:lnTo>
                  <a:lnTo>
                    <a:pt x="3731" y="11382"/>
                  </a:lnTo>
                  <a:lnTo>
                    <a:pt x="2555" y="11382"/>
                  </a:lnTo>
                  <a:lnTo>
                    <a:pt x="2555" y="9137"/>
                  </a:lnTo>
                  <a:close/>
                  <a:moveTo>
                    <a:pt x="2555" y="3318"/>
                  </a:moveTo>
                  <a:lnTo>
                    <a:pt x="3731" y="3318"/>
                  </a:lnTo>
                  <a:lnTo>
                    <a:pt x="3731" y="5564"/>
                  </a:lnTo>
                  <a:lnTo>
                    <a:pt x="2555" y="5564"/>
                  </a:lnTo>
                  <a:lnTo>
                    <a:pt x="2555" y="3318"/>
                  </a:lnTo>
                  <a:close/>
                  <a:moveTo>
                    <a:pt x="9525" y="8065"/>
                  </a:moveTo>
                  <a:lnTo>
                    <a:pt x="10393" y="8065"/>
                  </a:lnTo>
                  <a:lnTo>
                    <a:pt x="10393" y="9494"/>
                  </a:lnTo>
                  <a:lnTo>
                    <a:pt x="9525" y="9494"/>
                  </a:lnTo>
                  <a:lnTo>
                    <a:pt x="9525" y="8065"/>
                  </a:lnTo>
                  <a:close/>
                  <a:moveTo>
                    <a:pt x="13818" y="10464"/>
                  </a:moveTo>
                  <a:lnTo>
                    <a:pt x="14687" y="10464"/>
                  </a:lnTo>
                  <a:lnTo>
                    <a:pt x="14687" y="11893"/>
                  </a:lnTo>
                  <a:lnTo>
                    <a:pt x="13818" y="11893"/>
                  </a:lnTo>
                  <a:lnTo>
                    <a:pt x="13818" y="10464"/>
                  </a:lnTo>
                  <a:close/>
                  <a:moveTo>
                    <a:pt x="12387" y="10464"/>
                  </a:moveTo>
                  <a:lnTo>
                    <a:pt x="13256" y="10464"/>
                  </a:lnTo>
                  <a:lnTo>
                    <a:pt x="13256" y="11893"/>
                  </a:lnTo>
                  <a:lnTo>
                    <a:pt x="12387" y="11893"/>
                  </a:lnTo>
                  <a:lnTo>
                    <a:pt x="12387" y="10464"/>
                  </a:lnTo>
                  <a:close/>
                  <a:moveTo>
                    <a:pt x="10955" y="10464"/>
                  </a:moveTo>
                  <a:lnTo>
                    <a:pt x="11825" y="10464"/>
                  </a:lnTo>
                  <a:lnTo>
                    <a:pt x="11825" y="11893"/>
                  </a:lnTo>
                  <a:lnTo>
                    <a:pt x="10955" y="11893"/>
                  </a:lnTo>
                  <a:lnTo>
                    <a:pt x="10955" y="10464"/>
                  </a:lnTo>
                  <a:close/>
                  <a:moveTo>
                    <a:pt x="9525" y="10464"/>
                  </a:moveTo>
                  <a:lnTo>
                    <a:pt x="10393" y="10464"/>
                  </a:lnTo>
                  <a:lnTo>
                    <a:pt x="10393" y="11893"/>
                  </a:lnTo>
                  <a:lnTo>
                    <a:pt x="9525" y="11893"/>
                  </a:lnTo>
                  <a:lnTo>
                    <a:pt x="9525" y="10464"/>
                  </a:lnTo>
                  <a:close/>
                  <a:moveTo>
                    <a:pt x="13818" y="8065"/>
                  </a:moveTo>
                  <a:lnTo>
                    <a:pt x="14687" y="8065"/>
                  </a:lnTo>
                  <a:lnTo>
                    <a:pt x="14687" y="9494"/>
                  </a:lnTo>
                  <a:lnTo>
                    <a:pt x="13818" y="9494"/>
                  </a:lnTo>
                  <a:lnTo>
                    <a:pt x="13818" y="8065"/>
                  </a:lnTo>
                  <a:close/>
                  <a:moveTo>
                    <a:pt x="12387" y="8065"/>
                  </a:moveTo>
                  <a:lnTo>
                    <a:pt x="13256" y="8065"/>
                  </a:lnTo>
                  <a:lnTo>
                    <a:pt x="13256" y="9494"/>
                  </a:lnTo>
                  <a:lnTo>
                    <a:pt x="12387" y="9494"/>
                  </a:lnTo>
                  <a:lnTo>
                    <a:pt x="12387" y="8065"/>
                  </a:lnTo>
                  <a:close/>
                  <a:moveTo>
                    <a:pt x="10955" y="8065"/>
                  </a:moveTo>
                  <a:lnTo>
                    <a:pt x="11825" y="8065"/>
                  </a:lnTo>
                  <a:lnTo>
                    <a:pt x="11825" y="9494"/>
                  </a:lnTo>
                  <a:lnTo>
                    <a:pt x="10955" y="9494"/>
                  </a:lnTo>
                  <a:lnTo>
                    <a:pt x="10955" y="8065"/>
                  </a:lnTo>
                  <a:close/>
                </a:path>
              </a:pathLst>
            </a:custGeom>
            <a:solidFill>
              <a:srgbClr val="8482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grpSp>
          <p:nvGrpSpPr>
            <p:cNvPr id="1224" name="Google Shape;1224;p17"/>
            <p:cNvGrpSpPr/>
            <p:nvPr/>
          </p:nvGrpSpPr>
          <p:grpSpPr>
            <a:xfrm>
              <a:off x="2056304" y="5277534"/>
              <a:ext cx="27875" cy="23083"/>
              <a:chOff x="6791325" y="2524125"/>
              <a:chExt cx="74613" cy="52388"/>
            </a:xfrm>
          </p:grpSpPr>
          <p:sp>
            <p:nvSpPr>
              <p:cNvPr id="1225" name="Google Shape;1225;p17"/>
              <p:cNvSpPr/>
              <p:nvPr/>
            </p:nvSpPr>
            <p:spPr>
              <a:xfrm>
                <a:off x="6831013" y="2533650"/>
                <a:ext cx="34925" cy="42863"/>
              </a:xfrm>
              <a:custGeom>
                <a:rect b="b" l="l" r="r" t="t"/>
                <a:pathLst>
                  <a:path extrusionOk="0" h="103" w="80">
                    <a:moveTo>
                      <a:pt x="80" y="27"/>
                    </a:moveTo>
                    <a:lnTo>
                      <a:pt x="80" y="27"/>
                    </a:lnTo>
                    <a:lnTo>
                      <a:pt x="0" y="0"/>
                    </a:lnTo>
                    <a:lnTo>
                      <a:pt x="0" y="76"/>
                    </a:lnTo>
                    <a:lnTo>
                      <a:pt x="80" y="103"/>
                    </a:lnTo>
                    <a:lnTo>
                      <a:pt x="80" y="27"/>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sp>
            <p:nvSpPr>
              <p:cNvPr id="1226" name="Google Shape;1226;p17"/>
              <p:cNvSpPr/>
              <p:nvPr/>
            </p:nvSpPr>
            <p:spPr>
              <a:xfrm>
                <a:off x="6791325" y="2524125"/>
                <a:ext cx="23813" cy="30163"/>
              </a:xfrm>
              <a:custGeom>
                <a:rect b="b" l="l" r="r" t="t"/>
                <a:pathLst>
                  <a:path extrusionOk="0" h="73" w="57">
                    <a:moveTo>
                      <a:pt x="57" y="19"/>
                    </a:moveTo>
                    <a:lnTo>
                      <a:pt x="57" y="19"/>
                    </a:lnTo>
                    <a:lnTo>
                      <a:pt x="0" y="0"/>
                    </a:lnTo>
                    <a:lnTo>
                      <a:pt x="0" y="54"/>
                    </a:lnTo>
                    <a:lnTo>
                      <a:pt x="57" y="73"/>
                    </a:lnTo>
                    <a:lnTo>
                      <a:pt x="57" y="19"/>
                    </a:lnTo>
                    <a:close/>
                  </a:path>
                </a:pathLst>
              </a:custGeom>
              <a:solidFill>
                <a:srgbClr val="47474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grpSp>
        <p:sp>
          <p:nvSpPr>
            <p:cNvPr id="1227" name="Google Shape;1227;p17"/>
            <p:cNvSpPr txBox="1"/>
            <p:nvPr/>
          </p:nvSpPr>
          <p:spPr>
            <a:xfrm>
              <a:off x="1677130" y="5213276"/>
              <a:ext cx="107761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分支</a:t>
              </a:r>
              <a:endParaRPr/>
            </a:p>
          </p:txBody>
        </p:sp>
      </p:grpSp>
      <p:pic>
        <p:nvPicPr>
          <p:cNvPr descr="âemail iconâçå¾çæç´¢ç»æ" id="1228" name="Google Shape;1228;p17"/>
          <p:cNvPicPr preferRelativeResize="0"/>
          <p:nvPr/>
        </p:nvPicPr>
        <p:blipFill rotWithShape="1">
          <a:blip r:embed="rId5">
            <a:alphaModFix/>
          </a:blip>
          <a:srcRect b="0" l="0" r="0" t="0"/>
          <a:stretch/>
        </p:blipFill>
        <p:spPr>
          <a:xfrm>
            <a:off x="2878693" y="5000518"/>
            <a:ext cx="324000" cy="324000"/>
          </a:xfrm>
          <a:prstGeom prst="rect">
            <a:avLst/>
          </a:prstGeom>
          <a:noFill/>
          <a:ln>
            <a:noFill/>
          </a:ln>
        </p:spPr>
      </p:pic>
      <p:sp>
        <p:nvSpPr>
          <p:cNvPr id="1229" name="Google Shape;1229;p17"/>
          <p:cNvSpPr txBox="1"/>
          <p:nvPr/>
        </p:nvSpPr>
        <p:spPr>
          <a:xfrm>
            <a:off x="3199435" y="5032428"/>
            <a:ext cx="55302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邮件</a:t>
            </a:r>
            <a:endParaRPr/>
          </a:p>
        </p:txBody>
      </p:sp>
      <p:sp>
        <p:nvSpPr>
          <p:cNvPr id="1230" name="Google Shape;1230;p17"/>
          <p:cNvSpPr/>
          <p:nvPr/>
        </p:nvSpPr>
        <p:spPr>
          <a:xfrm>
            <a:off x="2816827" y="5374936"/>
            <a:ext cx="437737" cy="315908"/>
          </a:xfrm>
          <a:custGeom>
            <a:rect b="b" l="l" r="r" t="t"/>
            <a:pathLst>
              <a:path extrusionOk="0" h="448" w="586">
                <a:moveTo>
                  <a:pt x="274" y="0"/>
                </a:moveTo>
                <a:lnTo>
                  <a:pt x="274" y="0"/>
                </a:lnTo>
                <a:lnTo>
                  <a:pt x="302" y="2"/>
                </a:lnTo>
                <a:lnTo>
                  <a:pt x="328" y="10"/>
                </a:lnTo>
                <a:lnTo>
                  <a:pt x="352" y="18"/>
                </a:lnTo>
                <a:lnTo>
                  <a:pt x="376" y="32"/>
                </a:lnTo>
                <a:lnTo>
                  <a:pt x="396" y="48"/>
                </a:lnTo>
                <a:lnTo>
                  <a:pt x="414" y="68"/>
                </a:lnTo>
                <a:lnTo>
                  <a:pt x="428" y="88"/>
                </a:lnTo>
                <a:lnTo>
                  <a:pt x="440" y="112"/>
                </a:lnTo>
                <a:lnTo>
                  <a:pt x="440" y="112"/>
                </a:lnTo>
                <a:lnTo>
                  <a:pt x="446" y="112"/>
                </a:lnTo>
                <a:lnTo>
                  <a:pt x="446" y="112"/>
                </a:lnTo>
                <a:lnTo>
                  <a:pt x="462" y="112"/>
                </a:lnTo>
                <a:lnTo>
                  <a:pt x="474" y="114"/>
                </a:lnTo>
                <a:lnTo>
                  <a:pt x="488" y="118"/>
                </a:lnTo>
                <a:lnTo>
                  <a:pt x="502" y="124"/>
                </a:lnTo>
                <a:lnTo>
                  <a:pt x="514" y="128"/>
                </a:lnTo>
                <a:lnTo>
                  <a:pt x="524" y="136"/>
                </a:lnTo>
                <a:lnTo>
                  <a:pt x="536" y="144"/>
                </a:lnTo>
                <a:lnTo>
                  <a:pt x="546" y="152"/>
                </a:lnTo>
                <a:lnTo>
                  <a:pt x="554" y="162"/>
                </a:lnTo>
                <a:lnTo>
                  <a:pt x="562" y="174"/>
                </a:lnTo>
                <a:lnTo>
                  <a:pt x="570" y="186"/>
                </a:lnTo>
                <a:lnTo>
                  <a:pt x="576" y="198"/>
                </a:lnTo>
                <a:lnTo>
                  <a:pt x="580" y="210"/>
                </a:lnTo>
                <a:lnTo>
                  <a:pt x="584" y="224"/>
                </a:lnTo>
                <a:lnTo>
                  <a:pt x="586" y="238"/>
                </a:lnTo>
                <a:lnTo>
                  <a:pt x="586" y="252"/>
                </a:lnTo>
                <a:lnTo>
                  <a:pt x="586" y="252"/>
                </a:lnTo>
                <a:lnTo>
                  <a:pt x="586" y="264"/>
                </a:lnTo>
                <a:lnTo>
                  <a:pt x="584" y="278"/>
                </a:lnTo>
                <a:lnTo>
                  <a:pt x="580" y="290"/>
                </a:lnTo>
                <a:lnTo>
                  <a:pt x="576" y="302"/>
                </a:lnTo>
                <a:lnTo>
                  <a:pt x="566" y="326"/>
                </a:lnTo>
                <a:lnTo>
                  <a:pt x="550" y="346"/>
                </a:lnTo>
                <a:lnTo>
                  <a:pt x="532" y="362"/>
                </a:lnTo>
                <a:lnTo>
                  <a:pt x="510" y="376"/>
                </a:lnTo>
                <a:lnTo>
                  <a:pt x="488" y="386"/>
                </a:lnTo>
                <a:lnTo>
                  <a:pt x="474" y="388"/>
                </a:lnTo>
                <a:lnTo>
                  <a:pt x="462" y="390"/>
                </a:lnTo>
                <a:lnTo>
                  <a:pt x="462" y="204"/>
                </a:lnTo>
                <a:lnTo>
                  <a:pt x="462" y="204"/>
                </a:lnTo>
                <a:lnTo>
                  <a:pt x="460" y="198"/>
                </a:lnTo>
                <a:lnTo>
                  <a:pt x="460" y="192"/>
                </a:lnTo>
                <a:lnTo>
                  <a:pt x="452" y="184"/>
                </a:lnTo>
                <a:lnTo>
                  <a:pt x="442" y="178"/>
                </a:lnTo>
                <a:lnTo>
                  <a:pt x="432" y="176"/>
                </a:lnTo>
                <a:lnTo>
                  <a:pt x="154" y="176"/>
                </a:lnTo>
                <a:lnTo>
                  <a:pt x="154" y="176"/>
                </a:lnTo>
                <a:lnTo>
                  <a:pt x="144" y="178"/>
                </a:lnTo>
                <a:lnTo>
                  <a:pt x="134" y="184"/>
                </a:lnTo>
                <a:lnTo>
                  <a:pt x="126" y="192"/>
                </a:lnTo>
                <a:lnTo>
                  <a:pt x="124" y="198"/>
                </a:lnTo>
                <a:lnTo>
                  <a:pt x="124" y="204"/>
                </a:lnTo>
                <a:lnTo>
                  <a:pt x="124" y="392"/>
                </a:lnTo>
                <a:lnTo>
                  <a:pt x="116" y="392"/>
                </a:lnTo>
                <a:lnTo>
                  <a:pt x="116" y="392"/>
                </a:lnTo>
                <a:lnTo>
                  <a:pt x="104" y="390"/>
                </a:lnTo>
                <a:lnTo>
                  <a:pt x="92" y="388"/>
                </a:lnTo>
                <a:lnTo>
                  <a:pt x="70" y="382"/>
                </a:lnTo>
                <a:lnTo>
                  <a:pt x="50" y="372"/>
                </a:lnTo>
                <a:lnTo>
                  <a:pt x="34" y="358"/>
                </a:lnTo>
                <a:lnTo>
                  <a:pt x="20" y="340"/>
                </a:lnTo>
                <a:lnTo>
                  <a:pt x="8" y="320"/>
                </a:lnTo>
                <a:lnTo>
                  <a:pt x="2" y="298"/>
                </a:lnTo>
                <a:lnTo>
                  <a:pt x="0" y="286"/>
                </a:lnTo>
                <a:lnTo>
                  <a:pt x="0" y="274"/>
                </a:lnTo>
                <a:lnTo>
                  <a:pt x="0" y="274"/>
                </a:lnTo>
                <a:lnTo>
                  <a:pt x="2" y="254"/>
                </a:lnTo>
                <a:lnTo>
                  <a:pt x="6" y="234"/>
                </a:lnTo>
                <a:lnTo>
                  <a:pt x="16" y="216"/>
                </a:lnTo>
                <a:lnTo>
                  <a:pt x="28" y="200"/>
                </a:lnTo>
                <a:lnTo>
                  <a:pt x="42" y="186"/>
                </a:lnTo>
                <a:lnTo>
                  <a:pt x="58" y="174"/>
                </a:lnTo>
                <a:lnTo>
                  <a:pt x="76" y="166"/>
                </a:lnTo>
                <a:lnTo>
                  <a:pt x="96" y="160"/>
                </a:lnTo>
                <a:lnTo>
                  <a:pt x="96" y="160"/>
                </a:lnTo>
                <a:lnTo>
                  <a:pt x="100" y="144"/>
                </a:lnTo>
                <a:lnTo>
                  <a:pt x="104" y="128"/>
                </a:lnTo>
                <a:lnTo>
                  <a:pt x="108" y="112"/>
                </a:lnTo>
                <a:lnTo>
                  <a:pt x="116" y="98"/>
                </a:lnTo>
                <a:lnTo>
                  <a:pt x="124" y="84"/>
                </a:lnTo>
                <a:lnTo>
                  <a:pt x="132" y="70"/>
                </a:lnTo>
                <a:lnTo>
                  <a:pt x="144" y="58"/>
                </a:lnTo>
                <a:lnTo>
                  <a:pt x="154" y="46"/>
                </a:lnTo>
                <a:lnTo>
                  <a:pt x="166" y="36"/>
                </a:lnTo>
                <a:lnTo>
                  <a:pt x="180" y="28"/>
                </a:lnTo>
                <a:lnTo>
                  <a:pt x="194" y="20"/>
                </a:lnTo>
                <a:lnTo>
                  <a:pt x="210" y="14"/>
                </a:lnTo>
                <a:lnTo>
                  <a:pt x="224" y="8"/>
                </a:lnTo>
                <a:lnTo>
                  <a:pt x="240" y="4"/>
                </a:lnTo>
                <a:lnTo>
                  <a:pt x="258" y="2"/>
                </a:lnTo>
                <a:lnTo>
                  <a:pt x="274" y="0"/>
                </a:lnTo>
                <a:lnTo>
                  <a:pt x="274" y="0"/>
                </a:lnTo>
                <a:close/>
                <a:moveTo>
                  <a:pt x="154" y="372"/>
                </a:moveTo>
                <a:lnTo>
                  <a:pt x="432" y="372"/>
                </a:lnTo>
                <a:lnTo>
                  <a:pt x="432" y="372"/>
                </a:lnTo>
                <a:lnTo>
                  <a:pt x="434" y="374"/>
                </a:lnTo>
                <a:lnTo>
                  <a:pt x="438" y="376"/>
                </a:lnTo>
                <a:lnTo>
                  <a:pt x="440" y="378"/>
                </a:lnTo>
                <a:lnTo>
                  <a:pt x="442" y="382"/>
                </a:lnTo>
                <a:lnTo>
                  <a:pt x="442" y="440"/>
                </a:lnTo>
                <a:lnTo>
                  <a:pt x="442" y="440"/>
                </a:lnTo>
                <a:lnTo>
                  <a:pt x="440" y="444"/>
                </a:lnTo>
                <a:lnTo>
                  <a:pt x="438" y="446"/>
                </a:lnTo>
                <a:lnTo>
                  <a:pt x="434" y="448"/>
                </a:lnTo>
                <a:lnTo>
                  <a:pt x="432" y="448"/>
                </a:lnTo>
                <a:lnTo>
                  <a:pt x="154" y="448"/>
                </a:lnTo>
                <a:lnTo>
                  <a:pt x="154" y="448"/>
                </a:lnTo>
                <a:lnTo>
                  <a:pt x="150" y="448"/>
                </a:lnTo>
                <a:lnTo>
                  <a:pt x="148" y="446"/>
                </a:lnTo>
                <a:lnTo>
                  <a:pt x="146" y="444"/>
                </a:lnTo>
                <a:lnTo>
                  <a:pt x="144" y="440"/>
                </a:lnTo>
                <a:lnTo>
                  <a:pt x="144" y="382"/>
                </a:lnTo>
                <a:lnTo>
                  <a:pt x="144" y="382"/>
                </a:lnTo>
                <a:lnTo>
                  <a:pt x="146" y="378"/>
                </a:lnTo>
                <a:lnTo>
                  <a:pt x="148" y="376"/>
                </a:lnTo>
                <a:lnTo>
                  <a:pt x="150" y="374"/>
                </a:lnTo>
                <a:lnTo>
                  <a:pt x="154" y="372"/>
                </a:lnTo>
                <a:lnTo>
                  <a:pt x="154" y="372"/>
                </a:lnTo>
                <a:close/>
                <a:moveTo>
                  <a:pt x="400" y="400"/>
                </a:moveTo>
                <a:lnTo>
                  <a:pt x="420" y="400"/>
                </a:lnTo>
                <a:lnTo>
                  <a:pt x="420" y="420"/>
                </a:lnTo>
                <a:lnTo>
                  <a:pt x="400" y="420"/>
                </a:lnTo>
                <a:lnTo>
                  <a:pt x="400" y="400"/>
                </a:lnTo>
                <a:lnTo>
                  <a:pt x="400" y="400"/>
                </a:lnTo>
                <a:close/>
                <a:moveTo>
                  <a:pt x="154" y="196"/>
                </a:moveTo>
                <a:lnTo>
                  <a:pt x="246" y="196"/>
                </a:lnTo>
                <a:lnTo>
                  <a:pt x="246" y="244"/>
                </a:lnTo>
                <a:lnTo>
                  <a:pt x="204" y="244"/>
                </a:lnTo>
                <a:lnTo>
                  <a:pt x="230" y="272"/>
                </a:lnTo>
                <a:lnTo>
                  <a:pt x="154" y="272"/>
                </a:lnTo>
                <a:lnTo>
                  <a:pt x="154" y="272"/>
                </a:lnTo>
                <a:lnTo>
                  <a:pt x="150" y="270"/>
                </a:lnTo>
                <a:lnTo>
                  <a:pt x="148" y="268"/>
                </a:lnTo>
                <a:lnTo>
                  <a:pt x="146" y="266"/>
                </a:lnTo>
                <a:lnTo>
                  <a:pt x="144" y="262"/>
                </a:lnTo>
                <a:lnTo>
                  <a:pt x="144" y="204"/>
                </a:lnTo>
                <a:lnTo>
                  <a:pt x="144" y="204"/>
                </a:lnTo>
                <a:lnTo>
                  <a:pt x="146" y="200"/>
                </a:lnTo>
                <a:lnTo>
                  <a:pt x="148" y="198"/>
                </a:lnTo>
                <a:lnTo>
                  <a:pt x="150" y="196"/>
                </a:lnTo>
                <a:lnTo>
                  <a:pt x="154" y="196"/>
                </a:lnTo>
                <a:lnTo>
                  <a:pt x="154" y="196"/>
                </a:lnTo>
                <a:close/>
                <a:moveTo>
                  <a:pt x="330" y="196"/>
                </a:moveTo>
                <a:lnTo>
                  <a:pt x="432" y="196"/>
                </a:lnTo>
                <a:lnTo>
                  <a:pt x="432" y="196"/>
                </a:lnTo>
                <a:lnTo>
                  <a:pt x="434" y="196"/>
                </a:lnTo>
                <a:lnTo>
                  <a:pt x="438" y="198"/>
                </a:lnTo>
                <a:lnTo>
                  <a:pt x="440" y="200"/>
                </a:lnTo>
                <a:lnTo>
                  <a:pt x="442" y="204"/>
                </a:lnTo>
                <a:lnTo>
                  <a:pt x="442" y="262"/>
                </a:lnTo>
                <a:lnTo>
                  <a:pt x="442" y="262"/>
                </a:lnTo>
                <a:lnTo>
                  <a:pt x="440" y="266"/>
                </a:lnTo>
                <a:lnTo>
                  <a:pt x="438" y="268"/>
                </a:lnTo>
                <a:lnTo>
                  <a:pt x="434" y="270"/>
                </a:lnTo>
                <a:lnTo>
                  <a:pt x="432" y="272"/>
                </a:lnTo>
                <a:lnTo>
                  <a:pt x="348" y="272"/>
                </a:lnTo>
                <a:lnTo>
                  <a:pt x="372" y="244"/>
                </a:lnTo>
                <a:lnTo>
                  <a:pt x="330" y="244"/>
                </a:lnTo>
                <a:lnTo>
                  <a:pt x="330" y="196"/>
                </a:lnTo>
                <a:lnTo>
                  <a:pt x="330" y="196"/>
                </a:lnTo>
                <a:close/>
                <a:moveTo>
                  <a:pt x="400" y="224"/>
                </a:moveTo>
                <a:lnTo>
                  <a:pt x="420" y="224"/>
                </a:lnTo>
                <a:lnTo>
                  <a:pt x="420" y="244"/>
                </a:lnTo>
                <a:lnTo>
                  <a:pt x="400" y="244"/>
                </a:lnTo>
                <a:lnTo>
                  <a:pt x="400" y="224"/>
                </a:lnTo>
                <a:lnTo>
                  <a:pt x="400" y="224"/>
                </a:lnTo>
                <a:close/>
                <a:moveTo>
                  <a:pt x="154" y="284"/>
                </a:moveTo>
                <a:lnTo>
                  <a:pt x="242" y="284"/>
                </a:lnTo>
                <a:lnTo>
                  <a:pt x="288" y="336"/>
                </a:lnTo>
                <a:lnTo>
                  <a:pt x="336" y="284"/>
                </a:lnTo>
                <a:lnTo>
                  <a:pt x="432" y="284"/>
                </a:lnTo>
                <a:lnTo>
                  <a:pt x="432" y="284"/>
                </a:lnTo>
                <a:lnTo>
                  <a:pt x="434" y="284"/>
                </a:lnTo>
                <a:lnTo>
                  <a:pt x="438" y="286"/>
                </a:lnTo>
                <a:lnTo>
                  <a:pt x="440" y="290"/>
                </a:lnTo>
                <a:lnTo>
                  <a:pt x="442" y="292"/>
                </a:lnTo>
                <a:lnTo>
                  <a:pt x="442" y="352"/>
                </a:lnTo>
                <a:lnTo>
                  <a:pt x="442" y="352"/>
                </a:lnTo>
                <a:lnTo>
                  <a:pt x="440" y="354"/>
                </a:lnTo>
                <a:lnTo>
                  <a:pt x="438" y="358"/>
                </a:lnTo>
                <a:lnTo>
                  <a:pt x="434" y="360"/>
                </a:lnTo>
                <a:lnTo>
                  <a:pt x="432" y="360"/>
                </a:lnTo>
                <a:lnTo>
                  <a:pt x="154" y="360"/>
                </a:lnTo>
                <a:lnTo>
                  <a:pt x="154" y="360"/>
                </a:lnTo>
                <a:lnTo>
                  <a:pt x="150" y="360"/>
                </a:lnTo>
                <a:lnTo>
                  <a:pt x="148" y="358"/>
                </a:lnTo>
                <a:lnTo>
                  <a:pt x="146" y="354"/>
                </a:lnTo>
                <a:lnTo>
                  <a:pt x="144" y="352"/>
                </a:lnTo>
                <a:lnTo>
                  <a:pt x="144" y="292"/>
                </a:lnTo>
                <a:lnTo>
                  <a:pt x="144" y="292"/>
                </a:lnTo>
                <a:lnTo>
                  <a:pt x="146" y="290"/>
                </a:lnTo>
                <a:lnTo>
                  <a:pt x="148" y="286"/>
                </a:lnTo>
                <a:lnTo>
                  <a:pt x="150" y="284"/>
                </a:lnTo>
                <a:lnTo>
                  <a:pt x="154" y="284"/>
                </a:lnTo>
                <a:lnTo>
                  <a:pt x="154" y="284"/>
                </a:lnTo>
                <a:close/>
                <a:moveTo>
                  <a:pt x="400" y="312"/>
                </a:moveTo>
                <a:lnTo>
                  <a:pt x="420" y="312"/>
                </a:lnTo>
                <a:lnTo>
                  <a:pt x="420" y="332"/>
                </a:lnTo>
                <a:lnTo>
                  <a:pt x="400" y="332"/>
                </a:lnTo>
                <a:lnTo>
                  <a:pt x="400" y="312"/>
                </a:lnTo>
                <a:lnTo>
                  <a:pt x="400" y="312"/>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rgbClr val="1D1D1A"/>
              </a:solidFill>
              <a:latin typeface="Calibri"/>
              <a:ea typeface="Calibri"/>
              <a:cs typeface="Calibri"/>
              <a:sym typeface="Calibri"/>
            </a:endParaRPr>
          </a:p>
        </p:txBody>
      </p:sp>
      <p:sp>
        <p:nvSpPr>
          <p:cNvPr id="1231" name="Google Shape;1231;p17"/>
          <p:cNvSpPr txBox="1"/>
          <p:nvPr/>
        </p:nvSpPr>
        <p:spPr>
          <a:xfrm>
            <a:off x="3232529" y="5427637"/>
            <a:ext cx="73325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DHCP</a:t>
            </a:r>
            <a:endParaRPr sz="1200">
              <a:solidFill>
                <a:srgbClr val="1D1D1A"/>
              </a:solidFill>
              <a:latin typeface="Microsoft Yahei"/>
              <a:ea typeface="Microsoft Yahei"/>
              <a:cs typeface="Microsoft Yahei"/>
              <a:sym typeface="Microsoft Yahei"/>
            </a:endParaRPr>
          </a:p>
        </p:txBody>
      </p:sp>
      <p:pic>
        <p:nvPicPr>
          <p:cNvPr descr="âusb iconâçå¾çæç´¢ç»æ" id="1232" name="Google Shape;1232;p17"/>
          <p:cNvPicPr preferRelativeResize="0"/>
          <p:nvPr/>
        </p:nvPicPr>
        <p:blipFill rotWithShape="1">
          <a:blip r:embed="rId6">
            <a:alphaModFix/>
          </a:blip>
          <a:srcRect b="0" l="0" r="0" t="0"/>
          <a:stretch/>
        </p:blipFill>
        <p:spPr>
          <a:xfrm>
            <a:off x="4041563" y="5452036"/>
            <a:ext cx="463341" cy="222259"/>
          </a:xfrm>
          <a:prstGeom prst="rect">
            <a:avLst/>
          </a:prstGeom>
          <a:noFill/>
          <a:ln>
            <a:noFill/>
          </a:ln>
        </p:spPr>
      </p:pic>
      <p:sp>
        <p:nvSpPr>
          <p:cNvPr id="1233" name="Google Shape;1233;p17"/>
          <p:cNvSpPr txBox="1"/>
          <p:nvPr/>
        </p:nvSpPr>
        <p:spPr>
          <a:xfrm>
            <a:off x="4475983" y="5428340"/>
            <a:ext cx="62873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USB</a:t>
            </a:r>
            <a:endParaRPr sz="1200">
              <a:solidFill>
                <a:srgbClr val="1D1D1A"/>
              </a:solidFill>
              <a:latin typeface="Microsoft Yahei"/>
              <a:ea typeface="Microsoft Yahei"/>
              <a:cs typeface="Microsoft Yahei"/>
              <a:sym typeface="Microsoft Yahei"/>
            </a:endParaRPr>
          </a:p>
        </p:txBody>
      </p:sp>
      <p:sp>
        <p:nvSpPr>
          <p:cNvPr id="1234" name="Google Shape;1234;p17"/>
          <p:cNvSpPr/>
          <p:nvPr/>
        </p:nvSpPr>
        <p:spPr>
          <a:xfrm>
            <a:off x="4033676" y="4970163"/>
            <a:ext cx="432000" cy="360000"/>
          </a:xfrm>
          <a:custGeom>
            <a:rect b="b" l="l" r="r" t="t"/>
            <a:pathLst>
              <a:path extrusionOk="0" h="498" w="586">
                <a:moveTo>
                  <a:pt x="274" y="0"/>
                </a:moveTo>
                <a:lnTo>
                  <a:pt x="274" y="0"/>
                </a:lnTo>
                <a:lnTo>
                  <a:pt x="302" y="2"/>
                </a:lnTo>
                <a:lnTo>
                  <a:pt x="328" y="10"/>
                </a:lnTo>
                <a:lnTo>
                  <a:pt x="354" y="18"/>
                </a:lnTo>
                <a:lnTo>
                  <a:pt x="376" y="32"/>
                </a:lnTo>
                <a:lnTo>
                  <a:pt x="396" y="48"/>
                </a:lnTo>
                <a:lnTo>
                  <a:pt x="414" y="68"/>
                </a:lnTo>
                <a:lnTo>
                  <a:pt x="428" y="88"/>
                </a:lnTo>
                <a:lnTo>
                  <a:pt x="440" y="112"/>
                </a:lnTo>
                <a:lnTo>
                  <a:pt x="440" y="112"/>
                </a:lnTo>
                <a:lnTo>
                  <a:pt x="448" y="112"/>
                </a:lnTo>
                <a:lnTo>
                  <a:pt x="448" y="112"/>
                </a:lnTo>
                <a:lnTo>
                  <a:pt x="462" y="112"/>
                </a:lnTo>
                <a:lnTo>
                  <a:pt x="476" y="114"/>
                </a:lnTo>
                <a:lnTo>
                  <a:pt x="488" y="118"/>
                </a:lnTo>
                <a:lnTo>
                  <a:pt x="502" y="124"/>
                </a:lnTo>
                <a:lnTo>
                  <a:pt x="514" y="128"/>
                </a:lnTo>
                <a:lnTo>
                  <a:pt x="526" y="136"/>
                </a:lnTo>
                <a:lnTo>
                  <a:pt x="536" y="144"/>
                </a:lnTo>
                <a:lnTo>
                  <a:pt x="546" y="152"/>
                </a:lnTo>
                <a:lnTo>
                  <a:pt x="554" y="162"/>
                </a:lnTo>
                <a:lnTo>
                  <a:pt x="562" y="174"/>
                </a:lnTo>
                <a:lnTo>
                  <a:pt x="570" y="186"/>
                </a:lnTo>
                <a:lnTo>
                  <a:pt x="576" y="198"/>
                </a:lnTo>
                <a:lnTo>
                  <a:pt x="580" y="210"/>
                </a:lnTo>
                <a:lnTo>
                  <a:pt x="584" y="224"/>
                </a:lnTo>
                <a:lnTo>
                  <a:pt x="586" y="238"/>
                </a:lnTo>
                <a:lnTo>
                  <a:pt x="586" y="252"/>
                </a:lnTo>
                <a:lnTo>
                  <a:pt x="586" y="252"/>
                </a:lnTo>
                <a:lnTo>
                  <a:pt x="586" y="266"/>
                </a:lnTo>
                <a:lnTo>
                  <a:pt x="584" y="280"/>
                </a:lnTo>
                <a:lnTo>
                  <a:pt x="580" y="294"/>
                </a:lnTo>
                <a:lnTo>
                  <a:pt x="576" y="306"/>
                </a:lnTo>
                <a:lnTo>
                  <a:pt x="570" y="318"/>
                </a:lnTo>
                <a:lnTo>
                  <a:pt x="562" y="330"/>
                </a:lnTo>
                <a:lnTo>
                  <a:pt x="554" y="340"/>
                </a:lnTo>
                <a:lnTo>
                  <a:pt x="546" y="350"/>
                </a:lnTo>
                <a:lnTo>
                  <a:pt x="536" y="360"/>
                </a:lnTo>
                <a:lnTo>
                  <a:pt x="526" y="368"/>
                </a:lnTo>
                <a:lnTo>
                  <a:pt x="514" y="374"/>
                </a:lnTo>
                <a:lnTo>
                  <a:pt x="502" y="380"/>
                </a:lnTo>
                <a:lnTo>
                  <a:pt x="488" y="384"/>
                </a:lnTo>
                <a:lnTo>
                  <a:pt x="476" y="388"/>
                </a:lnTo>
                <a:lnTo>
                  <a:pt x="462" y="390"/>
                </a:lnTo>
                <a:lnTo>
                  <a:pt x="448" y="392"/>
                </a:lnTo>
                <a:lnTo>
                  <a:pt x="442" y="392"/>
                </a:lnTo>
                <a:lnTo>
                  <a:pt x="442" y="158"/>
                </a:lnTo>
                <a:lnTo>
                  <a:pt x="146" y="158"/>
                </a:lnTo>
                <a:lnTo>
                  <a:pt x="146" y="392"/>
                </a:lnTo>
                <a:lnTo>
                  <a:pt x="116" y="392"/>
                </a:lnTo>
                <a:lnTo>
                  <a:pt x="116" y="392"/>
                </a:lnTo>
                <a:lnTo>
                  <a:pt x="104" y="390"/>
                </a:lnTo>
                <a:lnTo>
                  <a:pt x="92" y="388"/>
                </a:lnTo>
                <a:lnTo>
                  <a:pt x="70" y="382"/>
                </a:lnTo>
                <a:lnTo>
                  <a:pt x="52" y="372"/>
                </a:lnTo>
                <a:lnTo>
                  <a:pt x="34" y="358"/>
                </a:lnTo>
                <a:lnTo>
                  <a:pt x="20" y="340"/>
                </a:lnTo>
                <a:lnTo>
                  <a:pt x="10" y="320"/>
                </a:lnTo>
                <a:lnTo>
                  <a:pt x="2" y="298"/>
                </a:lnTo>
                <a:lnTo>
                  <a:pt x="0" y="286"/>
                </a:lnTo>
                <a:lnTo>
                  <a:pt x="0" y="274"/>
                </a:lnTo>
                <a:lnTo>
                  <a:pt x="0" y="274"/>
                </a:lnTo>
                <a:lnTo>
                  <a:pt x="2" y="254"/>
                </a:lnTo>
                <a:lnTo>
                  <a:pt x="8" y="234"/>
                </a:lnTo>
                <a:lnTo>
                  <a:pt x="16" y="216"/>
                </a:lnTo>
                <a:lnTo>
                  <a:pt x="28" y="200"/>
                </a:lnTo>
                <a:lnTo>
                  <a:pt x="42" y="186"/>
                </a:lnTo>
                <a:lnTo>
                  <a:pt x="58" y="174"/>
                </a:lnTo>
                <a:lnTo>
                  <a:pt x="78" y="166"/>
                </a:lnTo>
                <a:lnTo>
                  <a:pt x="98" y="160"/>
                </a:lnTo>
                <a:lnTo>
                  <a:pt x="98" y="160"/>
                </a:lnTo>
                <a:lnTo>
                  <a:pt x="100" y="144"/>
                </a:lnTo>
                <a:lnTo>
                  <a:pt x="104" y="128"/>
                </a:lnTo>
                <a:lnTo>
                  <a:pt x="110" y="112"/>
                </a:lnTo>
                <a:lnTo>
                  <a:pt x="116" y="98"/>
                </a:lnTo>
                <a:lnTo>
                  <a:pt x="124" y="84"/>
                </a:lnTo>
                <a:lnTo>
                  <a:pt x="134" y="70"/>
                </a:lnTo>
                <a:lnTo>
                  <a:pt x="144" y="58"/>
                </a:lnTo>
                <a:lnTo>
                  <a:pt x="154" y="46"/>
                </a:lnTo>
                <a:lnTo>
                  <a:pt x="168" y="36"/>
                </a:lnTo>
                <a:lnTo>
                  <a:pt x="180" y="28"/>
                </a:lnTo>
                <a:lnTo>
                  <a:pt x="194" y="20"/>
                </a:lnTo>
                <a:lnTo>
                  <a:pt x="210" y="14"/>
                </a:lnTo>
                <a:lnTo>
                  <a:pt x="224" y="8"/>
                </a:lnTo>
                <a:lnTo>
                  <a:pt x="242" y="4"/>
                </a:lnTo>
                <a:lnTo>
                  <a:pt x="258" y="2"/>
                </a:lnTo>
                <a:lnTo>
                  <a:pt x="274" y="0"/>
                </a:lnTo>
                <a:lnTo>
                  <a:pt x="274" y="0"/>
                </a:lnTo>
                <a:close/>
                <a:moveTo>
                  <a:pt x="180" y="262"/>
                </a:moveTo>
                <a:lnTo>
                  <a:pt x="266" y="262"/>
                </a:lnTo>
                <a:lnTo>
                  <a:pt x="266" y="284"/>
                </a:lnTo>
                <a:lnTo>
                  <a:pt x="180" y="284"/>
                </a:lnTo>
                <a:lnTo>
                  <a:pt x="180" y="262"/>
                </a:lnTo>
                <a:lnTo>
                  <a:pt x="180" y="262"/>
                </a:lnTo>
                <a:close/>
                <a:moveTo>
                  <a:pt x="180" y="226"/>
                </a:moveTo>
                <a:lnTo>
                  <a:pt x="266" y="226"/>
                </a:lnTo>
                <a:lnTo>
                  <a:pt x="266" y="248"/>
                </a:lnTo>
                <a:lnTo>
                  <a:pt x="180" y="248"/>
                </a:lnTo>
                <a:lnTo>
                  <a:pt x="180" y="226"/>
                </a:lnTo>
                <a:lnTo>
                  <a:pt x="180" y="226"/>
                </a:lnTo>
                <a:close/>
                <a:moveTo>
                  <a:pt x="180" y="190"/>
                </a:moveTo>
                <a:lnTo>
                  <a:pt x="266" y="190"/>
                </a:lnTo>
                <a:lnTo>
                  <a:pt x="266" y="210"/>
                </a:lnTo>
                <a:lnTo>
                  <a:pt x="180" y="210"/>
                </a:lnTo>
                <a:lnTo>
                  <a:pt x="180" y="190"/>
                </a:lnTo>
                <a:lnTo>
                  <a:pt x="180" y="190"/>
                </a:lnTo>
                <a:close/>
                <a:moveTo>
                  <a:pt x="160" y="172"/>
                </a:moveTo>
                <a:lnTo>
                  <a:pt x="284" y="172"/>
                </a:lnTo>
                <a:lnTo>
                  <a:pt x="284" y="424"/>
                </a:lnTo>
                <a:lnTo>
                  <a:pt x="160" y="424"/>
                </a:lnTo>
                <a:lnTo>
                  <a:pt x="160" y="172"/>
                </a:lnTo>
                <a:lnTo>
                  <a:pt x="160" y="172"/>
                </a:lnTo>
                <a:close/>
                <a:moveTo>
                  <a:pt x="448" y="488"/>
                </a:moveTo>
                <a:lnTo>
                  <a:pt x="392" y="488"/>
                </a:lnTo>
                <a:lnTo>
                  <a:pt x="392" y="470"/>
                </a:lnTo>
                <a:lnTo>
                  <a:pt x="448" y="470"/>
                </a:lnTo>
                <a:lnTo>
                  <a:pt x="448" y="488"/>
                </a:lnTo>
                <a:lnTo>
                  <a:pt x="448" y="488"/>
                </a:lnTo>
                <a:close/>
                <a:moveTo>
                  <a:pt x="194" y="488"/>
                </a:moveTo>
                <a:lnTo>
                  <a:pt x="138" y="488"/>
                </a:lnTo>
                <a:lnTo>
                  <a:pt x="138" y="470"/>
                </a:lnTo>
                <a:lnTo>
                  <a:pt x="194" y="470"/>
                </a:lnTo>
                <a:lnTo>
                  <a:pt x="194" y="488"/>
                </a:lnTo>
                <a:lnTo>
                  <a:pt x="194" y="488"/>
                </a:lnTo>
                <a:close/>
                <a:moveTo>
                  <a:pt x="336" y="488"/>
                </a:moveTo>
                <a:lnTo>
                  <a:pt x="250" y="488"/>
                </a:lnTo>
                <a:lnTo>
                  <a:pt x="250" y="470"/>
                </a:lnTo>
                <a:lnTo>
                  <a:pt x="336" y="470"/>
                </a:lnTo>
                <a:lnTo>
                  <a:pt x="336" y="488"/>
                </a:lnTo>
                <a:lnTo>
                  <a:pt x="336" y="488"/>
                </a:lnTo>
                <a:close/>
                <a:moveTo>
                  <a:pt x="374" y="462"/>
                </a:moveTo>
                <a:lnTo>
                  <a:pt x="386" y="462"/>
                </a:lnTo>
                <a:lnTo>
                  <a:pt x="386" y="498"/>
                </a:lnTo>
                <a:lnTo>
                  <a:pt x="342" y="498"/>
                </a:lnTo>
                <a:lnTo>
                  <a:pt x="342" y="462"/>
                </a:lnTo>
                <a:lnTo>
                  <a:pt x="354" y="462"/>
                </a:lnTo>
                <a:lnTo>
                  <a:pt x="354" y="434"/>
                </a:lnTo>
                <a:lnTo>
                  <a:pt x="374" y="434"/>
                </a:lnTo>
                <a:lnTo>
                  <a:pt x="374" y="462"/>
                </a:lnTo>
                <a:lnTo>
                  <a:pt x="374" y="462"/>
                </a:lnTo>
                <a:close/>
                <a:moveTo>
                  <a:pt x="232" y="462"/>
                </a:moveTo>
                <a:lnTo>
                  <a:pt x="244" y="462"/>
                </a:lnTo>
                <a:lnTo>
                  <a:pt x="244" y="498"/>
                </a:lnTo>
                <a:lnTo>
                  <a:pt x="202" y="498"/>
                </a:lnTo>
                <a:lnTo>
                  <a:pt x="202" y="462"/>
                </a:lnTo>
                <a:lnTo>
                  <a:pt x="214" y="462"/>
                </a:lnTo>
                <a:lnTo>
                  <a:pt x="214" y="434"/>
                </a:lnTo>
                <a:lnTo>
                  <a:pt x="232" y="434"/>
                </a:lnTo>
                <a:lnTo>
                  <a:pt x="232" y="462"/>
                </a:lnTo>
                <a:lnTo>
                  <a:pt x="232" y="462"/>
                </a:lnTo>
                <a:close/>
                <a:moveTo>
                  <a:pt x="320" y="262"/>
                </a:moveTo>
                <a:lnTo>
                  <a:pt x="408" y="262"/>
                </a:lnTo>
                <a:lnTo>
                  <a:pt x="408" y="284"/>
                </a:lnTo>
                <a:lnTo>
                  <a:pt x="320" y="284"/>
                </a:lnTo>
                <a:lnTo>
                  <a:pt x="320" y="262"/>
                </a:lnTo>
                <a:lnTo>
                  <a:pt x="320" y="262"/>
                </a:lnTo>
                <a:close/>
                <a:moveTo>
                  <a:pt x="320" y="226"/>
                </a:moveTo>
                <a:lnTo>
                  <a:pt x="408" y="226"/>
                </a:lnTo>
                <a:lnTo>
                  <a:pt x="408" y="248"/>
                </a:lnTo>
                <a:lnTo>
                  <a:pt x="320" y="248"/>
                </a:lnTo>
                <a:lnTo>
                  <a:pt x="320" y="226"/>
                </a:lnTo>
                <a:lnTo>
                  <a:pt x="320" y="226"/>
                </a:lnTo>
                <a:close/>
                <a:moveTo>
                  <a:pt x="320" y="190"/>
                </a:moveTo>
                <a:lnTo>
                  <a:pt x="408" y="190"/>
                </a:lnTo>
                <a:lnTo>
                  <a:pt x="408" y="210"/>
                </a:lnTo>
                <a:lnTo>
                  <a:pt x="320" y="210"/>
                </a:lnTo>
                <a:lnTo>
                  <a:pt x="320" y="190"/>
                </a:lnTo>
                <a:lnTo>
                  <a:pt x="320" y="190"/>
                </a:lnTo>
                <a:close/>
                <a:moveTo>
                  <a:pt x="302" y="172"/>
                </a:moveTo>
                <a:lnTo>
                  <a:pt x="426" y="172"/>
                </a:lnTo>
                <a:lnTo>
                  <a:pt x="426" y="424"/>
                </a:lnTo>
                <a:lnTo>
                  <a:pt x="302" y="424"/>
                </a:lnTo>
                <a:lnTo>
                  <a:pt x="302" y="172"/>
                </a:lnTo>
                <a:lnTo>
                  <a:pt x="302" y="17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sp>
        <p:nvSpPr>
          <p:cNvPr id="1235" name="Google Shape;1235;p17"/>
          <p:cNvSpPr txBox="1"/>
          <p:nvPr/>
        </p:nvSpPr>
        <p:spPr>
          <a:xfrm>
            <a:off x="4466534" y="5051385"/>
            <a:ext cx="95489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注册中心</a:t>
            </a:r>
            <a:endParaRPr/>
          </a:p>
        </p:txBody>
      </p:sp>
      <p:grpSp>
        <p:nvGrpSpPr>
          <p:cNvPr id="1236" name="Google Shape;1236;p17"/>
          <p:cNvGrpSpPr/>
          <p:nvPr/>
        </p:nvGrpSpPr>
        <p:grpSpPr>
          <a:xfrm>
            <a:off x="2476714" y="4132766"/>
            <a:ext cx="1078382" cy="442182"/>
            <a:chOff x="2873052" y="3242679"/>
            <a:chExt cx="1078382" cy="530541"/>
          </a:xfrm>
        </p:grpSpPr>
        <p:pic>
          <p:nvPicPr>
            <p:cNvPr id="1237" name="Google Shape;1237;p17"/>
            <p:cNvPicPr preferRelativeResize="0"/>
            <p:nvPr/>
          </p:nvPicPr>
          <p:blipFill rotWithShape="1">
            <a:blip r:embed="rId7">
              <a:alphaModFix/>
            </a:blip>
            <a:srcRect b="0" l="0" r="0" t="0"/>
            <a:stretch/>
          </p:blipFill>
          <p:spPr>
            <a:xfrm rot="5400000">
              <a:off x="2630754" y="3484977"/>
              <a:ext cx="530541" cy="45945"/>
            </a:xfrm>
            <a:prstGeom prst="rect">
              <a:avLst/>
            </a:prstGeom>
            <a:noFill/>
            <a:ln>
              <a:noFill/>
            </a:ln>
          </p:spPr>
        </p:pic>
        <p:pic>
          <p:nvPicPr>
            <p:cNvPr id="1238" name="Google Shape;1238;p17"/>
            <p:cNvPicPr preferRelativeResize="0"/>
            <p:nvPr/>
          </p:nvPicPr>
          <p:blipFill rotWithShape="1">
            <a:blip r:embed="rId7">
              <a:alphaModFix/>
            </a:blip>
            <a:srcRect b="0" l="0" r="0" t="0"/>
            <a:stretch/>
          </p:blipFill>
          <p:spPr>
            <a:xfrm rot="5400000">
              <a:off x="2837241" y="3484977"/>
              <a:ext cx="530541" cy="45945"/>
            </a:xfrm>
            <a:prstGeom prst="rect">
              <a:avLst/>
            </a:prstGeom>
            <a:noFill/>
            <a:ln>
              <a:noFill/>
            </a:ln>
          </p:spPr>
        </p:pic>
        <p:pic>
          <p:nvPicPr>
            <p:cNvPr id="1239" name="Google Shape;1239;p17"/>
            <p:cNvPicPr preferRelativeResize="0"/>
            <p:nvPr/>
          </p:nvPicPr>
          <p:blipFill rotWithShape="1">
            <a:blip r:embed="rId7">
              <a:alphaModFix/>
            </a:blip>
            <a:srcRect b="0" l="0" r="0" t="0"/>
            <a:stretch/>
          </p:blipFill>
          <p:spPr>
            <a:xfrm rot="5400000">
              <a:off x="3043728" y="3484977"/>
              <a:ext cx="530541" cy="45945"/>
            </a:xfrm>
            <a:prstGeom prst="rect">
              <a:avLst/>
            </a:prstGeom>
            <a:noFill/>
            <a:ln>
              <a:noFill/>
            </a:ln>
          </p:spPr>
        </p:pic>
        <p:pic>
          <p:nvPicPr>
            <p:cNvPr id="1240" name="Google Shape;1240;p17"/>
            <p:cNvPicPr preferRelativeResize="0"/>
            <p:nvPr/>
          </p:nvPicPr>
          <p:blipFill rotWithShape="1">
            <a:blip r:embed="rId7">
              <a:alphaModFix/>
            </a:blip>
            <a:srcRect b="0" l="0" r="0" t="0"/>
            <a:stretch/>
          </p:blipFill>
          <p:spPr>
            <a:xfrm rot="5400000">
              <a:off x="3250215" y="3484977"/>
              <a:ext cx="530541" cy="45945"/>
            </a:xfrm>
            <a:prstGeom prst="rect">
              <a:avLst/>
            </a:prstGeom>
            <a:noFill/>
            <a:ln>
              <a:noFill/>
            </a:ln>
          </p:spPr>
        </p:pic>
        <p:pic>
          <p:nvPicPr>
            <p:cNvPr id="1241" name="Google Shape;1241;p17"/>
            <p:cNvPicPr preferRelativeResize="0"/>
            <p:nvPr/>
          </p:nvPicPr>
          <p:blipFill rotWithShape="1">
            <a:blip r:embed="rId7">
              <a:alphaModFix/>
            </a:blip>
            <a:srcRect b="0" l="0" r="0" t="0"/>
            <a:stretch/>
          </p:blipFill>
          <p:spPr>
            <a:xfrm rot="5400000">
              <a:off x="3456702" y="3484977"/>
              <a:ext cx="530541" cy="45945"/>
            </a:xfrm>
            <a:prstGeom prst="rect">
              <a:avLst/>
            </a:prstGeom>
            <a:noFill/>
            <a:ln>
              <a:noFill/>
            </a:ln>
          </p:spPr>
        </p:pic>
        <p:pic>
          <p:nvPicPr>
            <p:cNvPr id="1242" name="Google Shape;1242;p17"/>
            <p:cNvPicPr preferRelativeResize="0"/>
            <p:nvPr/>
          </p:nvPicPr>
          <p:blipFill rotWithShape="1">
            <a:blip r:embed="rId7">
              <a:alphaModFix/>
            </a:blip>
            <a:srcRect b="0" l="0" r="0" t="0"/>
            <a:stretch/>
          </p:blipFill>
          <p:spPr>
            <a:xfrm rot="5400000">
              <a:off x="3663191" y="3484977"/>
              <a:ext cx="530541" cy="45945"/>
            </a:xfrm>
            <a:prstGeom prst="rect">
              <a:avLst/>
            </a:prstGeom>
            <a:noFill/>
            <a:ln>
              <a:noFill/>
            </a:ln>
          </p:spPr>
        </p:pic>
      </p:grpSp>
      <p:sp>
        <p:nvSpPr>
          <p:cNvPr id="1243" name="Google Shape;1243;p17"/>
          <p:cNvSpPr txBox="1"/>
          <p:nvPr/>
        </p:nvSpPr>
        <p:spPr>
          <a:xfrm>
            <a:off x="6463704" y="1783453"/>
            <a:ext cx="1023399" cy="492571"/>
          </a:xfrm>
          <a:prstGeom prst="rect">
            <a:avLst/>
          </a:prstGeom>
          <a:noFill/>
          <a:ln>
            <a:noFill/>
          </a:ln>
        </p:spPr>
        <p:txBody>
          <a:bodyPr anchorCtr="0" anchor="t" bIns="45700" lIns="91425" spcFirstLastPara="1" rIns="91425" wrap="square" tIns="45700">
            <a:spAutoFit/>
          </a:bodyPr>
          <a:lstStyle/>
          <a:p>
            <a:pPr indent="0" lvl="0" marL="0" marR="0" rtl="0" algn="l">
              <a:lnSpc>
                <a:spcPct val="143333"/>
              </a:lnSpc>
              <a:spcBef>
                <a:spcPts val="0"/>
              </a:spcBef>
              <a:spcAft>
                <a:spcPts val="0"/>
              </a:spcAft>
              <a:buNone/>
            </a:pPr>
            <a:r>
              <a:rPr b="1" lang="en-US" sz="2400">
                <a:solidFill>
                  <a:srgbClr val="666666"/>
                </a:solidFill>
                <a:latin typeface="Microsoft YaHei"/>
                <a:ea typeface="Microsoft YaHei"/>
                <a:cs typeface="Microsoft YaHei"/>
                <a:sym typeface="Microsoft YaHei"/>
              </a:rPr>
              <a:t>小时</a:t>
            </a:r>
            <a:endParaRPr/>
          </a:p>
        </p:txBody>
      </p:sp>
      <p:sp>
        <p:nvSpPr>
          <p:cNvPr id="1244" name="Google Shape;1244;p17"/>
          <p:cNvSpPr txBox="1"/>
          <p:nvPr/>
        </p:nvSpPr>
        <p:spPr>
          <a:xfrm>
            <a:off x="7487410" y="1788466"/>
            <a:ext cx="918861" cy="528350"/>
          </a:xfrm>
          <a:prstGeom prst="rect">
            <a:avLst/>
          </a:prstGeom>
          <a:noFill/>
          <a:ln>
            <a:noFill/>
          </a:ln>
        </p:spPr>
        <p:txBody>
          <a:bodyPr anchorCtr="0" anchor="t" bIns="45700" lIns="91425" spcFirstLastPara="1" rIns="91425" wrap="square" tIns="45700">
            <a:spAutoFit/>
          </a:bodyPr>
          <a:lstStyle/>
          <a:p>
            <a:pPr indent="0" lvl="0" marL="0" marR="0" rtl="0" algn="l">
              <a:lnSpc>
                <a:spcPct val="143333"/>
              </a:lnSpc>
              <a:spcBef>
                <a:spcPts val="0"/>
              </a:spcBef>
              <a:spcAft>
                <a:spcPts val="0"/>
              </a:spcAft>
              <a:buNone/>
            </a:pPr>
            <a:r>
              <a:rPr b="1" lang="en-US" sz="2400">
                <a:solidFill>
                  <a:srgbClr val="C7000A"/>
                </a:solidFill>
                <a:latin typeface="Microsoft YaHei"/>
                <a:ea typeface="Microsoft YaHei"/>
                <a:cs typeface="Microsoft YaHei"/>
                <a:sym typeface="Microsoft YaHei"/>
              </a:rPr>
              <a:t>分钟</a:t>
            </a:r>
            <a:endParaRPr/>
          </a:p>
        </p:txBody>
      </p:sp>
      <p:pic>
        <p:nvPicPr>
          <p:cNvPr id="1245" name="Google Shape;1245;p17"/>
          <p:cNvPicPr preferRelativeResize="0"/>
          <p:nvPr/>
        </p:nvPicPr>
        <p:blipFill rotWithShape="1">
          <a:blip r:embed="rId8">
            <a:alphaModFix/>
          </a:blip>
          <a:srcRect b="0" l="0" r="0" t="0"/>
          <a:stretch/>
        </p:blipFill>
        <p:spPr>
          <a:xfrm flipH="1" rot="10800000">
            <a:off x="7162787" y="1935391"/>
            <a:ext cx="360000" cy="257694"/>
          </a:xfrm>
          <a:prstGeom prst="rect">
            <a:avLst/>
          </a:prstGeom>
          <a:noFill/>
          <a:ln>
            <a:noFill/>
          </a:ln>
        </p:spPr>
      </p:pic>
      <p:sp>
        <p:nvSpPr>
          <p:cNvPr id="1246" name="Google Shape;1246;p17"/>
          <p:cNvSpPr txBox="1"/>
          <p:nvPr/>
        </p:nvSpPr>
        <p:spPr>
          <a:xfrm>
            <a:off x="6889105" y="1538544"/>
            <a:ext cx="95489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D1D1A"/>
                </a:solidFill>
                <a:latin typeface="Microsoft Yahei"/>
                <a:ea typeface="Microsoft Yahei"/>
                <a:cs typeface="Microsoft Yahei"/>
                <a:sym typeface="Microsoft Yahei"/>
              </a:rPr>
              <a:t>故障定位</a:t>
            </a:r>
            <a:endParaRPr/>
          </a:p>
        </p:txBody>
      </p:sp>
      <p:sp>
        <p:nvSpPr>
          <p:cNvPr id="1247" name="Google Shape;1247;p17"/>
          <p:cNvSpPr txBox="1"/>
          <p:nvPr/>
        </p:nvSpPr>
        <p:spPr>
          <a:xfrm>
            <a:off x="6216810" y="3352572"/>
            <a:ext cx="122334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666666"/>
                </a:solidFill>
                <a:latin typeface="Microsoft YaHei"/>
                <a:ea typeface="Microsoft YaHei"/>
                <a:cs typeface="Microsoft YaHei"/>
                <a:sym typeface="Microsoft YaHei"/>
              </a:rPr>
              <a:t>30</a:t>
            </a:r>
            <a:endParaRPr/>
          </a:p>
          <a:p>
            <a:pPr indent="0" lvl="0" marL="0" marR="0" rtl="0" algn="ctr">
              <a:spcBef>
                <a:spcPts val="0"/>
              </a:spcBef>
              <a:spcAft>
                <a:spcPts val="0"/>
              </a:spcAft>
              <a:buNone/>
            </a:pPr>
            <a:r>
              <a:rPr b="1" lang="en-US" sz="2400">
                <a:solidFill>
                  <a:srgbClr val="666666"/>
                </a:solidFill>
                <a:latin typeface="Microsoft YaHei"/>
                <a:ea typeface="Microsoft YaHei"/>
                <a:cs typeface="Microsoft YaHei"/>
                <a:sym typeface="Microsoft YaHei"/>
              </a:rPr>
              <a:t>分钟</a:t>
            </a:r>
            <a:endParaRPr/>
          </a:p>
        </p:txBody>
      </p:sp>
      <p:sp>
        <p:nvSpPr>
          <p:cNvPr id="1248" name="Google Shape;1248;p17"/>
          <p:cNvSpPr txBox="1"/>
          <p:nvPr/>
        </p:nvSpPr>
        <p:spPr>
          <a:xfrm>
            <a:off x="7503224" y="3395718"/>
            <a:ext cx="1038729"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C7000A"/>
                </a:solidFill>
                <a:latin typeface="Microsoft YaHei"/>
                <a:ea typeface="Microsoft YaHei"/>
                <a:cs typeface="Microsoft YaHei"/>
                <a:sym typeface="Microsoft YaHei"/>
              </a:rPr>
              <a:t>5</a:t>
            </a:r>
            <a:endParaRPr/>
          </a:p>
          <a:p>
            <a:pPr indent="0" lvl="0" marL="0" marR="0" rtl="0" algn="ctr">
              <a:spcBef>
                <a:spcPts val="0"/>
              </a:spcBef>
              <a:spcAft>
                <a:spcPts val="0"/>
              </a:spcAft>
              <a:buNone/>
            </a:pPr>
            <a:r>
              <a:rPr b="1" lang="en-US" sz="2400">
                <a:solidFill>
                  <a:srgbClr val="C7000A"/>
                </a:solidFill>
                <a:latin typeface="Microsoft YaHei"/>
                <a:ea typeface="Microsoft YaHei"/>
                <a:cs typeface="Microsoft YaHei"/>
                <a:sym typeface="Microsoft YaHei"/>
              </a:rPr>
              <a:t>分钟</a:t>
            </a:r>
            <a:endParaRPr/>
          </a:p>
        </p:txBody>
      </p:sp>
      <p:pic>
        <p:nvPicPr>
          <p:cNvPr id="1249" name="Google Shape;1249;p17"/>
          <p:cNvPicPr preferRelativeResize="0"/>
          <p:nvPr/>
        </p:nvPicPr>
        <p:blipFill rotWithShape="1">
          <a:blip r:embed="rId8">
            <a:alphaModFix/>
          </a:blip>
          <a:srcRect b="0" l="0" r="0" t="0"/>
          <a:stretch/>
        </p:blipFill>
        <p:spPr>
          <a:xfrm flipH="1" rot="10800000">
            <a:off x="7183136" y="3701586"/>
            <a:ext cx="432937" cy="309903"/>
          </a:xfrm>
          <a:prstGeom prst="rect">
            <a:avLst/>
          </a:prstGeom>
          <a:noFill/>
          <a:ln>
            <a:noFill/>
          </a:ln>
        </p:spPr>
      </p:pic>
      <p:sp>
        <p:nvSpPr>
          <p:cNvPr id="1250" name="Google Shape;1250;p17"/>
          <p:cNvSpPr txBox="1"/>
          <p:nvPr/>
        </p:nvSpPr>
        <p:spPr>
          <a:xfrm>
            <a:off x="7007583" y="3237545"/>
            <a:ext cx="95489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D1D1A"/>
                </a:solidFill>
                <a:latin typeface="Microsoft Yahei"/>
                <a:ea typeface="Microsoft Yahei"/>
                <a:cs typeface="Microsoft Yahei"/>
                <a:sym typeface="Microsoft Yahei"/>
              </a:rPr>
              <a:t>业务配置</a:t>
            </a:r>
            <a:endParaRPr/>
          </a:p>
        </p:txBody>
      </p:sp>
      <p:sp>
        <p:nvSpPr>
          <p:cNvPr id="1251" name="Google Shape;1251;p17"/>
          <p:cNvSpPr txBox="1"/>
          <p:nvPr/>
        </p:nvSpPr>
        <p:spPr>
          <a:xfrm>
            <a:off x="6296207" y="5260117"/>
            <a:ext cx="122334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666666"/>
                </a:solidFill>
                <a:latin typeface="Microsoft YaHei"/>
                <a:ea typeface="Microsoft YaHei"/>
                <a:cs typeface="Microsoft YaHei"/>
                <a:sym typeface="Microsoft YaHei"/>
              </a:rPr>
              <a:t>小时</a:t>
            </a:r>
            <a:endParaRPr/>
          </a:p>
        </p:txBody>
      </p:sp>
      <p:sp>
        <p:nvSpPr>
          <p:cNvPr id="1252" name="Google Shape;1252;p17"/>
          <p:cNvSpPr txBox="1"/>
          <p:nvPr/>
        </p:nvSpPr>
        <p:spPr>
          <a:xfrm>
            <a:off x="7595814" y="5311181"/>
            <a:ext cx="103872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rgbClr val="C7000A"/>
                </a:solidFill>
                <a:latin typeface="Microsoft YaHei"/>
                <a:ea typeface="Microsoft YaHei"/>
                <a:cs typeface="Microsoft YaHei"/>
                <a:sym typeface="Microsoft YaHei"/>
              </a:rPr>
              <a:t>分钟</a:t>
            </a:r>
            <a:endParaRPr/>
          </a:p>
        </p:txBody>
      </p:sp>
      <p:pic>
        <p:nvPicPr>
          <p:cNvPr id="1253" name="Google Shape;1253;p17"/>
          <p:cNvPicPr preferRelativeResize="0"/>
          <p:nvPr/>
        </p:nvPicPr>
        <p:blipFill rotWithShape="1">
          <a:blip r:embed="rId8">
            <a:alphaModFix/>
          </a:blip>
          <a:srcRect b="0" l="0" r="0" t="0"/>
          <a:stretch/>
        </p:blipFill>
        <p:spPr>
          <a:xfrm flipH="1" rot="10800000">
            <a:off x="7263599" y="5319832"/>
            <a:ext cx="432937" cy="309903"/>
          </a:xfrm>
          <a:prstGeom prst="rect">
            <a:avLst/>
          </a:prstGeom>
          <a:noFill/>
          <a:ln>
            <a:noFill/>
          </a:ln>
        </p:spPr>
      </p:pic>
      <p:sp>
        <p:nvSpPr>
          <p:cNvPr id="1254" name="Google Shape;1254;p17"/>
          <p:cNvSpPr txBox="1"/>
          <p:nvPr/>
        </p:nvSpPr>
        <p:spPr>
          <a:xfrm>
            <a:off x="6991948" y="4920032"/>
            <a:ext cx="95489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1D1D1A"/>
                </a:solidFill>
                <a:latin typeface="Microsoft Yahei"/>
                <a:ea typeface="Microsoft Yahei"/>
                <a:cs typeface="Microsoft Yahei"/>
                <a:sym typeface="Microsoft Yahei"/>
              </a:rPr>
              <a:t>设备上线</a:t>
            </a:r>
            <a:endParaRPr/>
          </a:p>
        </p:txBody>
      </p:sp>
      <p:sp>
        <p:nvSpPr>
          <p:cNvPr id="1255" name="Google Shape;1255;p17"/>
          <p:cNvSpPr txBox="1"/>
          <p:nvPr/>
        </p:nvSpPr>
        <p:spPr>
          <a:xfrm>
            <a:off x="2728382" y="4580582"/>
            <a:ext cx="118959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1D1D1A"/>
                </a:solidFill>
                <a:latin typeface="Microsoft Yahei"/>
                <a:ea typeface="Microsoft Yahei"/>
                <a:cs typeface="Microsoft Yahei"/>
                <a:sym typeface="Microsoft Yahei"/>
              </a:rPr>
              <a:t>即插即用</a:t>
            </a:r>
            <a:endParaRPr/>
          </a:p>
        </p:txBody>
      </p:sp>
      <p:pic>
        <p:nvPicPr>
          <p:cNvPr descr="âçµæº iconâçå¾çæç´¢ç»æ" id="1256" name="Google Shape;1256;p17"/>
          <p:cNvPicPr preferRelativeResize="0"/>
          <p:nvPr/>
        </p:nvPicPr>
        <p:blipFill rotWithShape="1">
          <a:blip r:embed="rId9">
            <a:alphaModFix/>
          </a:blip>
          <a:srcRect b="0" l="0" r="0" t="0"/>
          <a:stretch/>
        </p:blipFill>
        <p:spPr>
          <a:xfrm>
            <a:off x="2273501" y="4509540"/>
            <a:ext cx="505609" cy="509840"/>
          </a:xfrm>
          <a:prstGeom prst="rect">
            <a:avLst/>
          </a:prstGeom>
          <a:noFill/>
          <a:ln>
            <a:noFill/>
          </a:ln>
        </p:spPr>
      </p:pic>
      <p:cxnSp>
        <p:nvCxnSpPr>
          <p:cNvPr id="1257" name="Google Shape;1257;p17"/>
          <p:cNvCxnSpPr/>
          <p:nvPr/>
        </p:nvCxnSpPr>
        <p:spPr>
          <a:xfrm>
            <a:off x="2242861" y="5442027"/>
            <a:ext cx="360000" cy="0"/>
          </a:xfrm>
          <a:prstGeom prst="straightConnector1">
            <a:avLst/>
          </a:prstGeom>
          <a:noFill/>
          <a:ln cap="flat" cmpd="sng" w="9525">
            <a:solidFill>
              <a:schemeClr val="accent1"/>
            </a:solidFill>
            <a:prstDash val="solid"/>
            <a:miter lim="8000"/>
            <a:headEnd len="med" w="med" type="triangle"/>
            <a:tailEnd len="sm" w="sm" type="none"/>
          </a:ln>
        </p:spPr>
      </p:cxnSp>
      <p:sp>
        <p:nvSpPr>
          <p:cNvPr id="1258" name="Google Shape;1258;p17"/>
          <p:cNvSpPr txBox="1"/>
          <p:nvPr/>
        </p:nvSpPr>
        <p:spPr>
          <a:xfrm>
            <a:off x="2206676" y="5129744"/>
            <a:ext cx="55302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1D1D1A"/>
                </a:solidFill>
                <a:latin typeface="Microsoft Yahei"/>
                <a:ea typeface="Microsoft Yahei"/>
                <a:cs typeface="Microsoft Yahei"/>
                <a:sym typeface="Microsoft Yahei"/>
              </a:rPr>
              <a:t>ZTP</a:t>
            </a:r>
            <a:endParaRPr sz="1200">
              <a:solidFill>
                <a:srgbClr val="1D1D1A"/>
              </a:solidFill>
              <a:latin typeface="Microsoft Yahei"/>
              <a:ea typeface="Microsoft Yahei"/>
              <a:cs typeface="Microsoft Yahei"/>
              <a:sym typeface="Microsoft Yahei"/>
            </a:endParaRPr>
          </a:p>
        </p:txBody>
      </p:sp>
      <p:pic>
        <p:nvPicPr>
          <p:cNvPr id="1259" name="Google Shape;1259;p17"/>
          <p:cNvPicPr preferRelativeResize="0"/>
          <p:nvPr/>
        </p:nvPicPr>
        <p:blipFill rotWithShape="1">
          <a:blip r:embed="rId10">
            <a:alphaModFix/>
          </a:blip>
          <a:srcRect b="0" l="0" r="0" t="0"/>
          <a:stretch/>
        </p:blipFill>
        <p:spPr>
          <a:xfrm>
            <a:off x="1993846" y="1656435"/>
            <a:ext cx="1570527" cy="304419"/>
          </a:xfrm>
          <a:prstGeom prst="rect">
            <a:avLst/>
          </a:prstGeom>
          <a:noFill/>
          <a:ln>
            <a:noFill/>
          </a:ln>
        </p:spPr>
      </p:pic>
      <p:sp>
        <p:nvSpPr>
          <p:cNvPr id="1260" name="Google Shape;1260;p17"/>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Microsoft Yahei"/>
                <a:ea typeface="Microsoft Yahei"/>
                <a:cs typeface="Microsoft Yahei"/>
                <a:sym typeface="Microsoft Yahei"/>
              </a:rPr>
              <a:t>品质体验</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19"/>
          <p:cNvSpPr/>
          <p:nvPr/>
        </p:nvSpPr>
        <p:spPr>
          <a:xfrm>
            <a:off x="492084" y="3106187"/>
            <a:ext cx="10493829" cy="2969210"/>
          </a:xfrm>
          <a:prstGeom prst="rect">
            <a:avLst/>
          </a:prstGeom>
          <a:solidFill>
            <a:srgbClr val="E0E0E0">
              <a:alpha val="50196"/>
            </a:srgbClr>
          </a:solidFill>
          <a:ln>
            <a:noFill/>
          </a:ln>
        </p:spPr>
        <p:txBody>
          <a:bodyPr anchorCtr="0" anchor="ctr" bIns="42325" lIns="42325" spcFirstLastPara="1" rIns="42325" wrap="square" tIns="42325">
            <a:noAutofit/>
          </a:bodyPr>
          <a:lstStyle/>
          <a:p>
            <a:pPr indent="0" lvl="0" marL="0" marR="0" rtl="0" algn="ctr">
              <a:spcBef>
                <a:spcPts val="0"/>
              </a:spcBef>
              <a:spcAft>
                <a:spcPts val="0"/>
              </a:spcAft>
              <a:buNone/>
            </a:pPr>
            <a:r>
              <a:t/>
            </a:r>
            <a:endParaRPr sz="1800">
              <a:solidFill>
                <a:srgbClr val="333333"/>
              </a:solidFill>
              <a:latin typeface="Arial"/>
              <a:ea typeface="Arial"/>
              <a:cs typeface="Arial"/>
              <a:sym typeface="Arial"/>
            </a:endParaRPr>
          </a:p>
        </p:txBody>
      </p:sp>
      <p:sp>
        <p:nvSpPr>
          <p:cNvPr id="1267" name="Google Shape;1267;p19"/>
          <p:cNvSpPr/>
          <p:nvPr/>
        </p:nvSpPr>
        <p:spPr>
          <a:xfrm>
            <a:off x="492083" y="1084230"/>
            <a:ext cx="10493829" cy="1887927"/>
          </a:xfrm>
          <a:prstGeom prst="rect">
            <a:avLst/>
          </a:prstGeom>
          <a:solidFill>
            <a:srgbClr val="E0E0E0">
              <a:alpha val="50196"/>
            </a:srgbClr>
          </a:solidFill>
          <a:ln>
            <a:noFill/>
          </a:ln>
        </p:spPr>
        <p:txBody>
          <a:bodyPr anchorCtr="0" anchor="ctr" bIns="42325" lIns="42325" spcFirstLastPara="1" rIns="42325" wrap="square" tIns="42325">
            <a:noAutofit/>
          </a:bodyPr>
          <a:lstStyle/>
          <a:p>
            <a:pPr indent="0" lvl="0" marL="0" marR="0" rtl="0" algn="ctr">
              <a:spcBef>
                <a:spcPts val="0"/>
              </a:spcBef>
              <a:spcAft>
                <a:spcPts val="0"/>
              </a:spcAft>
              <a:buNone/>
            </a:pPr>
            <a:r>
              <a:t/>
            </a:r>
            <a:endParaRPr sz="1800">
              <a:solidFill>
                <a:srgbClr val="333333"/>
              </a:solidFill>
              <a:latin typeface="Arial"/>
              <a:ea typeface="Arial"/>
              <a:cs typeface="Arial"/>
              <a:sym typeface="Arial"/>
            </a:endParaRPr>
          </a:p>
        </p:txBody>
      </p:sp>
      <p:sp>
        <p:nvSpPr>
          <p:cNvPr id="1268" name="Google Shape;1268;p19"/>
          <p:cNvSpPr/>
          <p:nvPr/>
        </p:nvSpPr>
        <p:spPr>
          <a:xfrm>
            <a:off x="11453001" y="5214199"/>
            <a:ext cx="2950958" cy="34957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C000"/>
                </a:solidFill>
                <a:latin typeface="Arial"/>
                <a:ea typeface="Arial"/>
                <a:cs typeface="Arial"/>
                <a:sym typeface="Arial"/>
              </a:rPr>
              <a:t>A-FEC</a:t>
            </a:r>
            <a:endParaRPr/>
          </a:p>
        </p:txBody>
      </p:sp>
      <p:sp>
        <p:nvSpPr>
          <p:cNvPr id="1269" name="Google Shape;1269;p19"/>
          <p:cNvSpPr/>
          <p:nvPr/>
        </p:nvSpPr>
        <p:spPr>
          <a:xfrm>
            <a:off x="880615" y="5378077"/>
            <a:ext cx="4577710" cy="553998"/>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rgbClr val="1D1D1A"/>
                </a:solidFill>
                <a:latin typeface="Arial"/>
                <a:ea typeface="Arial"/>
                <a:cs typeface="Arial"/>
                <a:sym typeface="Arial"/>
              </a:rPr>
              <a:t>传统：&gt; 2%</a:t>
            </a:r>
            <a:r>
              <a:rPr lang="en-US" sz="1600">
                <a:solidFill>
                  <a:srgbClr val="1D1D1A"/>
                </a:solidFill>
                <a:latin typeface="Arial"/>
                <a:ea typeface="Arial"/>
                <a:cs typeface="Arial"/>
                <a:sym typeface="Arial"/>
              </a:rPr>
              <a:t>丢包，视频</a:t>
            </a:r>
            <a:r>
              <a:rPr b="1" lang="en-US" sz="2000">
                <a:solidFill>
                  <a:srgbClr val="1D1D1A"/>
                </a:solidFill>
                <a:latin typeface="Arial"/>
                <a:ea typeface="Arial"/>
                <a:cs typeface="Arial"/>
                <a:sym typeface="Arial"/>
              </a:rPr>
              <a:t>即花屏</a:t>
            </a:r>
            <a:endParaRPr b="1" sz="2000">
              <a:solidFill>
                <a:srgbClr val="1D1D1A"/>
              </a:solidFill>
              <a:latin typeface="Arial"/>
              <a:ea typeface="Arial"/>
              <a:cs typeface="Arial"/>
              <a:sym typeface="Arial"/>
            </a:endParaRPr>
          </a:p>
        </p:txBody>
      </p:sp>
      <p:pic>
        <p:nvPicPr>
          <p:cNvPr id="1270" name="Google Shape;1270;p19"/>
          <p:cNvPicPr preferRelativeResize="0"/>
          <p:nvPr/>
        </p:nvPicPr>
        <p:blipFill rotWithShape="1">
          <a:blip r:embed="rId3">
            <a:alphaModFix/>
          </a:blip>
          <a:srcRect b="40818" l="574" r="47600" t="8082"/>
          <a:stretch/>
        </p:blipFill>
        <p:spPr>
          <a:xfrm>
            <a:off x="1165590" y="3391257"/>
            <a:ext cx="3995629" cy="2016604"/>
          </a:xfrm>
          <a:prstGeom prst="rect">
            <a:avLst/>
          </a:prstGeom>
          <a:noFill/>
          <a:ln>
            <a:noFill/>
          </a:ln>
        </p:spPr>
      </p:pic>
      <p:cxnSp>
        <p:nvCxnSpPr>
          <p:cNvPr id="1271" name="Google Shape;1271;p19"/>
          <p:cNvCxnSpPr/>
          <p:nvPr/>
        </p:nvCxnSpPr>
        <p:spPr>
          <a:xfrm>
            <a:off x="8730488" y="2940776"/>
            <a:ext cx="0" cy="134030"/>
          </a:xfrm>
          <a:prstGeom prst="straightConnector1">
            <a:avLst/>
          </a:prstGeom>
          <a:noFill/>
          <a:ln cap="flat" cmpd="sng" w="9525">
            <a:solidFill>
              <a:schemeClr val="accent1"/>
            </a:solidFill>
            <a:prstDash val="solid"/>
            <a:miter lim="8000"/>
            <a:headEnd len="sm" w="sm" type="none"/>
            <a:tailEnd len="med" w="med" type="oval"/>
          </a:ln>
        </p:spPr>
      </p:cxnSp>
      <p:sp>
        <p:nvSpPr>
          <p:cNvPr id="1272" name="Google Shape;1272;p19"/>
          <p:cNvSpPr/>
          <p:nvPr/>
        </p:nvSpPr>
        <p:spPr>
          <a:xfrm>
            <a:off x="747567" y="1415272"/>
            <a:ext cx="3859307" cy="73866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600">
                <a:solidFill>
                  <a:srgbClr val="C00000"/>
                </a:solidFill>
                <a:latin typeface="Arial"/>
                <a:ea typeface="Arial"/>
                <a:cs typeface="Arial"/>
                <a:sym typeface="Arial"/>
              </a:rPr>
              <a:t>自适应前向纠错A-FEC</a:t>
            </a:r>
            <a:endParaRPr/>
          </a:p>
          <a:p>
            <a:pPr indent="0" lvl="0" marL="0" marR="0" rtl="0" algn="l">
              <a:lnSpc>
                <a:spcPct val="150000"/>
              </a:lnSpc>
              <a:spcBef>
                <a:spcPts val="0"/>
              </a:spcBef>
              <a:spcAft>
                <a:spcPts val="0"/>
              </a:spcAft>
              <a:buNone/>
            </a:pPr>
            <a:r>
              <a:rPr lang="en-US" sz="1200">
                <a:solidFill>
                  <a:srgbClr val="1D1D1A"/>
                </a:solidFill>
                <a:latin typeface="Arial"/>
                <a:ea typeface="Arial"/>
                <a:cs typeface="Arial"/>
                <a:sym typeface="Arial"/>
              </a:rPr>
              <a:t>实时感知应用丢包，自适应冗余补偿</a:t>
            </a:r>
            <a:endParaRPr sz="1200">
              <a:solidFill>
                <a:srgbClr val="1D1D1A"/>
              </a:solidFill>
              <a:latin typeface="Arial"/>
              <a:ea typeface="Arial"/>
              <a:cs typeface="Arial"/>
              <a:sym typeface="Arial"/>
            </a:endParaRPr>
          </a:p>
        </p:txBody>
      </p:sp>
      <p:cxnSp>
        <p:nvCxnSpPr>
          <p:cNvPr id="1273" name="Google Shape;1273;p19"/>
          <p:cNvCxnSpPr/>
          <p:nvPr/>
        </p:nvCxnSpPr>
        <p:spPr>
          <a:xfrm>
            <a:off x="798895" y="2181138"/>
            <a:ext cx="3957532" cy="0"/>
          </a:xfrm>
          <a:prstGeom prst="straightConnector1">
            <a:avLst/>
          </a:prstGeom>
          <a:noFill/>
          <a:ln cap="flat" cmpd="sng" w="19050">
            <a:solidFill>
              <a:srgbClr val="C8102E"/>
            </a:solidFill>
            <a:prstDash val="solid"/>
            <a:miter lim="8000"/>
            <a:headEnd len="sm" w="sm" type="none"/>
            <a:tailEnd len="sm" w="sm" type="none"/>
          </a:ln>
        </p:spPr>
      </p:cxnSp>
      <p:sp>
        <p:nvSpPr>
          <p:cNvPr id="1274" name="Google Shape;1274;p19"/>
          <p:cNvSpPr/>
          <p:nvPr/>
        </p:nvSpPr>
        <p:spPr>
          <a:xfrm>
            <a:off x="8869465" y="1808609"/>
            <a:ext cx="1124716" cy="375609"/>
          </a:xfrm>
          <a:prstGeom prst="trapezoid">
            <a:avLst>
              <a:gd fmla="val 39626" name="adj"/>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grpSp>
        <p:nvGrpSpPr>
          <p:cNvPr id="1275" name="Google Shape;1275;p19"/>
          <p:cNvGrpSpPr/>
          <p:nvPr/>
        </p:nvGrpSpPr>
        <p:grpSpPr>
          <a:xfrm>
            <a:off x="5481648" y="2184219"/>
            <a:ext cx="1140831" cy="501726"/>
            <a:chOff x="784353" y="2434303"/>
            <a:chExt cx="1522974" cy="531645"/>
          </a:xfrm>
        </p:grpSpPr>
        <p:grpSp>
          <p:nvGrpSpPr>
            <p:cNvPr id="1276" name="Google Shape;1276;p19"/>
            <p:cNvGrpSpPr/>
            <p:nvPr/>
          </p:nvGrpSpPr>
          <p:grpSpPr>
            <a:xfrm>
              <a:off x="784353" y="2434303"/>
              <a:ext cx="1522974" cy="439246"/>
              <a:chOff x="10128436" y="1885374"/>
              <a:chExt cx="938309" cy="468141"/>
            </a:xfrm>
          </p:grpSpPr>
          <p:sp>
            <p:nvSpPr>
              <p:cNvPr id="1277" name="Google Shape;1277;p19"/>
              <p:cNvSpPr/>
              <p:nvPr/>
            </p:nvSpPr>
            <p:spPr>
              <a:xfrm>
                <a:off x="10647977" y="1889877"/>
                <a:ext cx="418768" cy="463638"/>
              </a:xfrm>
              <a:prstGeom prst="rect">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nvGrpSpPr>
              <p:cNvPr id="1278" name="Google Shape;1278;p19"/>
              <p:cNvGrpSpPr/>
              <p:nvPr/>
            </p:nvGrpSpPr>
            <p:grpSpPr>
              <a:xfrm>
                <a:off x="10128436" y="1919966"/>
                <a:ext cx="916044" cy="407842"/>
                <a:chOff x="10128448" y="1905998"/>
                <a:chExt cx="635345" cy="193429"/>
              </a:xfrm>
            </p:grpSpPr>
            <p:grpSp>
              <p:nvGrpSpPr>
                <p:cNvPr id="1279" name="Google Shape;1279;p19"/>
                <p:cNvGrpSpPr/>
                <p:nvPr/>
              </p:nvGrpSpPr>
              <p:grpSpPr>
                <a:xfrm>
                  <a:off x="10514292" y="1908603"/>
                  <a:ext cx="249501" cy="190824"/>
                  <a:chOff x="2814711" y="2405619"/>
                  <a:chExt cx="671487" cy="199317"/>
                </a:xfrm>
              </p:grpSpPr>
              <p:sp>
                <p:nvSpPr>
                  <p:cNvPr id="1280" name="Google Shape;1280;p19"/>
                  <p:cNvSpPr/>
                  <p:nvPr/>
                </p:nvSpPr>
                <p:spPr>
                  <a:xfrm>
                    <a:off x="330637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81" name="Google Shape;1281;p19"/>
                  <p:cNvSpPr/>
                  <p:nvPr/>
                </p:nvSpPr>
                <p:spPr>
                  <a:xfrm>
                    <a:off x="281471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82" name="Google Shape;1282;p19"/>
                  <p:cNvSpPr/>
                  <p:nvPr/>
                </p:nvSpPr>
                <p:spPr>
                  <a:xfrm>
                    <a:off x="306054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nvGrpSpPr>
                <p:cNvPr id="1283" name="Google Shape;1283;p19"/>
                <p:cNvGrpSpPr/>
                <p:nvPr/>
              </p:nvGrpSpPr>
              <p:grpSpPr>
                <a:xfrm>
                  <a:off x="10128448" y="1905998"/>
                  <a:ext cx="340843" cy="190826"/>
                  <a:chOff x="2814711" y="2405617"/>
                  <a:chExt cx="917317" cy="199319"/>
                </a:xfrm>
              </p:grpSpPr>
              <p:sp>
                <p:nvSpPr>
                  <p:cNvPr id="1284" name="Google Shape;1284;p19"/>
                  <p:cNvSpPr/>
                  <p:nvPr/>
                </p:nvSpPr>
                <p:spPr>
                  <a:xfrm>
                    <a:off x="281471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85" name="Google Shape;1285;p19"/>
                  <p:cNvSpPr/>
                  <p:nvPr/>
                </p:nvSpPr>
                <p:spPr>
                  <a:xfrm>
                    <a:off x="3060541" y="2405617"/>
                    <a:ext cx="179826"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86" name="Google Shape;1286;p19"/>
                  <p:cNvSpPr/>
                  <p:nvPr/>
                </p:nvSpPr>
                <p:spPr>
                  <a:xfrm>
                    <a:off x="330637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87" name="Google Shape;1287;p19"/>
                  <p:cNvSpPr/>
                  <p:nvPr/>
                </p:nvSpPr>
                <p:spPr>
                  <a:xfrm>
                    <a:off x="355220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sp>
            <p:nvSpPr>
              <p:cNvPr id="1288" name="Google Shape;1288;p19"/>
              <p:cNvSpPr/>
              <p:nvPr/>
            </p:nvSpPr>
            <p:spPr>
              <a:xfrm>
                <a:off x="10644794" y="1885374"/>
                <a:ext cx="283117" cy="46350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sp>
          <p:nvSpPr>
            <p:cNvPr id="1289" name="Google Shape;1289;p19"/>
            <p:cNvSpPr/>
            <p:nvPr/>
          </p:nvSpPr>
          <p:spPr>
            <a:xfrm rot="-5400000">
              <a:off x="1811625" y="2702881"/>
              <a:ext cx="45729" cy="390843"/>
            </a:xfrm>
            <a:prstGeom prst="leftBrace">
              <a:avLst>
                <a:gd fmla="val 51041" name="adj1"/>
                <a:gd fmla="val 49714" name="adj2"/>
              </a:avLst>
            </a:prstGeom>
            <a:noFill/>
            <a:ln cap="flat" cmpd="sng" w="12700">
              <a:solidFill>
                <a:srgbClr val="E57B84"/>
              </a:solidFill>
              <a:prstDash val="solid"/>
              <a:miter lim="8000"/>
              <a:headEnd len="sm" w="sm" type="none"/>
              <a:tailEnd len="sm" w="sm" type="none"/>
            </a:ln>
          </p:spPr>
          <p:txBody>
            <a:bodyPr anchorCtr="0" anchor="t" bIns="60950" lIns="121925" spcFirstLastPara="1" rIns="121925" wrap="square" tIns="60950">
              <a:noAutofit/>
            </a:bodyPr>
            <a:lstStyle/>
            <a:p>
              <a:pPr indent="0" lvl="0" marL="0" marR="0" rtl="0" algn="l">
                <a:spcBef>
                  <a:spcPts val="0"/>
                </a:spcBef>
                <a:spcAft>
                  <a:spcPts val="0"/>
                </a:spcAft>
                <a:buNone/>
              </a:pPr>
              <a:r>
                <a:t/>
              </a:r>
              <a:endParaRPr sz="1400">
                <a:solidFill>
                  <a:srgbClr val="666666"/>
                </a:solidFill>
                <a:latin typeface="Arial"/>
                <a:ea typeface="Arial"/>
                <a:cs typeface="Arial"/>
                <a:sym typeface="Arial"/>
              </a:endParaRPr>
            </a:p>
          </p:txBody>
        </p:sp>
        <p:sp>
          <p:nvSpPr>
            <p:cNvPr id="1290" name="Google Shape;1290;p19"/>
            <p:cNvSpPr/>
            <p:nvPr/>
          </p:nvSpPr>
          <p:spPr>
            <a:xfrm rot="-5400000">
              <a:off x="1932145" y="2634764"/>
              <a:ext cx="47639" cy="614729"/>
            </a:xfrm>
            <a:prstGeom prst="leftBrace">
              <a:avLst>
                <a:gd fmla="val 51041" name="adj1"/>
                <a:gd fmla="val 49714" name="adj2"/>
              </a:avLst>
            </a:prstGeom>
            <a:noFill/>
            <a:ln cap="flat" cmpd="sng" w="12700">
              <a:solidFill>
                <a:srgbClr val="E57B84"/>
              </a:solidFill>
              <a:prstDash val="solid"/>
              <a:miter lim="8000"/>
              <a:headEnd len="sm" w="sm" type="none"/>
              <a:tailEnd len="sm" w="sm" type="none"/>
            </a:ln>
          </p:spPr>
          <p:txBody>
            <a:bodyPr anchorCtr="0" anchor="t" bIns="60950" lIns="121925" spcFirstLastPara="1" rIns="121925" wrap="square" tIns="60950">
              <a:noAutofit/>
            </a:bodyPr>
            <a:lstStyle/>
            <a:p>
              <a:pPr indent="0" lvl="0" marL="0" marR="0" rtl="0" algn="l">
                <a:spcBef>
                  <a:spcPts val="0"/>
                </a:spcBef>
                <a:spcAft>
                  <a:spcPts val="0"/>
                </a:spcAft>
                <a:buNone/>
              </a:pPr>
              <a:r>
                <a:t/>
              </a:r>
              <a:endParaRPr sz="1400">
                <a:solidFill>
                  <a:srgbClr val="666666"/>
                </a:solidFill>
                <a:latin typeface="Arial"/>
                <a:ea typeface="Arial"/>
                <a:cs typeface="Arial"/>
                <a:sym typeface="Arial"/>
              </a:endParaRPr>
            </a:p>
          </p:txBody>
        </p:sp>
      </p:grpSp>
      <p:cxnSp>
        <p:nvCxnSpPr>
          <p:cNvPr id="1291" name="Google Shape;1291;p19"/>
          <p:cNvCxnSpPr>
            <a:endCxn id="1284" idx="1"/>
          </p:cNvCxnSpPr>
          <p:nvPr/>
        </p:nvCxnSpPr>
        <p:spPr>
          <a:xfrm flipH="1" rot="-5400000">
            <a:off x="5063298" y="1974638"/>
            <a:ext cx="566100" cy="270600"/>
          </a:xfrm>
          <a:prstGeom prst="bentConnector2">
            <a:avLst/>
          </a:prstGeom>
          <a:noFill/>
          <a:ln cap="flat" cmpd="sng" w="9525">
            <a:solidFill>
              <a:srgbClr val="E57B84"/>
            </a:solidFill>
            <a:prstDash val="solid"/>
            <a:round/>
            <a:headEnd len="sm" w="sm" type="none"/>
            <a:tailEnd len="sm" w="sm" type="stealth"/>
          </a:ln>
        </p:spPr>
      </p:cxnSp>
      <p:cxnSp>
        <p:nvCxnSpPr>
          <p:cNvPr id="1292" name="Google Shape;1292;p19"/>
          <p:cNvCxnSpPr/>
          <p:nvPr/>
        </p:nvCxnSpPr>
        <p:spPr>
          <a:xfrm>
            <a:off x="6755888" y="2378363"/>
            <a:ext cx="169557" cy="0"/>
          </a:xfrm>
          <a:prstGeom prst="straightConnector1">
            <a:avLst/>
          </a:prstGeom>
          <a:noFill/>
          <a:ln cap="flat" cmpd="sng" w="9525">
            <a:solidFill>
              <a:srgbClr val="E57B84"/>
            </a:solidFill>
            <a:prstDash val="solid"/>
            <a:round/>
            <a:headEnd len="sm" w="sm" type="none"/>
            <a:tailEnd len="sm" w="sm" type="stealth"/>
          </a:ln>
        </p:spPr>
      </p:cxnSp>
      <p:sp>
        <p:nvSpPr>
          <p:cNvPr id="1293" name="Google Shape;1293;p19"/>
          <p:cNvSpPr/>
          <p:nvPr/>
        </p:nvSpPr>
        <p:spPr>
          <a:xfrm>
            <a:off x="6141353" y="2189988"/>
            <a:ext cx="325955" cy="410540"/>
          </a:xfrm>
          <a:prstGeom prst="rect">
            <a:avLst/>
          </a:prstGeom>
          <a:solidFill>
            <a:srgbClr val="A3A3A3">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nvGrpSpPr>
          <p:cNvPr id="1294" name="Google Shape;1294;p19"/>
          <p:cNvGrpSpPr/>
          <p:nvPr/>
        </p:nvGrpSpPr>
        <p:grpSpPr>
          <a:xfrm>
            <a:off x="7202849" y="2212190"/>
            <a:ext cx="1140831" cy="414527"/>
            <a:chOff x="10128436" y="1885374"/>
            <a:chExt cx="938309" cy="468141"/>
          </a:xfrm>
        </p:grpSpPr>
        <p:sp>
          <p:nvSpPr>
            <p:cNvPr id="1295" name="Google Shape;1295;p19"/>
            <p:cNvSpPr/>
            <p:nvPr/>
          </p:nvSpPr>
          <p:spPr>
            <a:xfrm>
              <a:off x="10647977" y="1889877"/>
              <a:ext cx="418768" cy="463638"/>
            </a:xfrm>
            <a:prstGeom prst="rect">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nvGrpSpPr>
            <p:cNvPr id="1296" name="Google Shape;1296;p19"/>
            <p:cNvGrpSpPr/>
            <p:nvPr/>
          </p:nvGrpSpPr>
          <p:grpSpPr>
            <a:xfrm>
              <a:off x="10128436" y="1919966"/>
              <a:ext cx="916044" cy="407842"/>
              <a:chOff x="10128448" y="1905998"/>
              <a:chExt cx="635345" cy="193429"/>
            </a:xfrm>
          </p:grpSpPr>
          <p:grpSp>
            <p:nvGrpSpPr>
              <p:cNvPr id="1297" name="Google Shape;1297;p19"/>
              <p:cNvGrpSpPr/>
              <p:nvPr/>
            </p:nvGrpSpPr>
            <p:grpSpPr>
              <a:xfrm>
                <a:off x="10514292" y="1908603"/>
                <a:ext cx="249501" cy="190824"/>
                <a:chOff x="2814711" y="2405619"/>
                <a:chExt cx="671487" cy="199317"/>
              </a:xfrm>
            </p:grpSpPr>
            <p:sp>
              <p:nvSpPr>
                <p:cNvPr id="1298" name="Google Shape;1298;p19"/>
                <p:cNvSpPr/>
                <p:nvPr/>
              </p:nvSpPr>
              <p:spPr>
                <a:xfrm>
                  <a:off x="330637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299" name="Google Shape;1299;p19"/>
                <p:cNvSpPr/>
                <p:nvPr/>
              </p:nvSpPr>
              <p:spPr>
                <a:xfrm>
                  <a:off x="281471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00" name="Google Shape;1300;p19"/>
                <p:cNvSpPr/>
                <p:nvPr/>
              </p:nvSpPr>
              <p:spPr>
                <a:xfrm>
                  <a:off x="306054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nvGrpSpPr>
              <p:cNvPr id="1301" name="Google Shape;1301;p19"/>
              <p:cNvGrpSpPr/>
              <p:nvPr/>
            </p:nvGrpSpPr>
            <p:grpSpPr>
              <a:xfrm>
                <a:off x="10128448" y="1905998"/>
                <a:ext cx="340843" cy="190826"/>
                <a:chOff x="2814711" y="2405617"/>
                <a:chExt cx="917317" cy="199319"/>
              </a:xfrm>
            </p:grpSpPr>
            <p:sp>
              <p:nvSpPr>
                <p:cNvPr id="1302" name="Google Shape;1302;p19"/>
                <p:cNvSpPr/>
                <p:nvPr/>
              </p:nvSpPr>
              <p:spPr>
                <a:xfrm>
                  <a:off x="281471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03" name="Google Shape;1303;p19"/>
                <p:cNvSpPr/>
                <p:nvPr/>
              </p:nvSpPr>
              <p:spPr>
                <a:xfrm>
                  <a:off x="3060541" y="2405617"/>
                  <a:ext cx="179826" cy="19931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04" name="Google Shape;1304;p19"/>
                <p:cNvSpPr/>
                <p:nvPr/>
              </p:nvSpPr>
              <p:spPr>
                <a:xfrm>
                  <a:off x="330637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05" name="Google Shape;1305;p19"/>
                <p:cNvSpPr/>
                <p:nvPr/>
              </p:nvSpPr>
              <p:spPr>
                <a:xfrm>
                  <a:off x="3552201" y="2405619"/>
                  <a:ext cx="179827" cy="19931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sp>
          <p:nvSpPr>
            <p:cNvPr id="1306" name="Google Shape;1306;p19"/>
            <p:cNvSpPr/>
            <p:nvPr/>
          </p:nvSpPr>
          <p:spPr>
            <a:xfrm>
              <a:off x="10644794" y="1885374"/>
              <a:ext cx="283117" cy="46350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cxnSp>
        <p:nvCxnSpPr>
          <p:cNvPr id="1307" name="Google Shape;1307;p19"/>
          <p:cNvCxnSpPr/>
          <p:nvPr/>
        </p:nvCxnSpPr>
        <p:spPr>
          <a:xfrm>
            <a:off x="8594982" y="2392990"/>
            <a:ext cx="169557" cy="0"/>
          </a:xfrm>
          <a:prstGeom prst="straightConnector1">
            <a:avLst/>
          </a:prstGeom>
          <a:noFill/>
          <a:ln cap="flat" cmpd="sng" w="9525">
            <a:solidFill>
              <a:srgbClr val="E57B84"/>
            </a:solidFill>
            <a:prstDash val="solid"/>
            <a:round/>
            <a:headEnd len="sm" w="sm" type="none"/>
            <a:tailEnd len="sm" w="sm" type="stealth"/>
          </a:ln>
        </p:spPr>
      </p:cxnSp>
      <p:grpSp>
        <p:nvGrpSpPr>
          <p:cNvPr id="1308" name="Google Shape;1308;p19"/>
          <p:cNvGrpSpPr/>
          <p:nvPr/>
        </p:nvGrpSpPr>
        <p:grpSpPr>
          <a:xfrm>
            <a:off x="8945262" y="2212190"/>
            <a:ext cx="1140831" cy="414527"/>
            <a:chOff x="10128436" y="1885374"/>
            <a:chExt cx="938309" cy="468141"/>
          </a:xfrm>
        </p:grpSpPr>
        <p:sp>
          <p:nvSpPr>
            <p:cNvPr id="1309" name="Google Shape;1309;p19"/>
            <p:cNvSpPr/>
            <p:nvPr/>
          </p:nvSpPr>
          <p:spPr>
            <a:xfrm>
              <a:off x="10647977" y="1889877"/>
              <a:ext cx="418768" cy="463638"/>
            </a:xfrm>
            <a:prstGeom prst="rect">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nvGrpSpPr>
            <p:cNvPr id="1310" name="Google Shape;1310;p19"/>
            <p:cNvGrpSpPr/>
            <p:nvPr/>
          </p:nvGrpSpPr>
          <p:grpSpPr>
            <a:xfrm>
              <a:off x="10128436" y="1919966"/>
              <a:ext cx="916044" cy="407842"/>
              <a:chOff x="10128448" y="1905998"/>
              <a:chExt cx="635345" cy="193429"/>
            </a:xfrm>
          </p:grpSpPr>
          <p:grpSp>
            <p:nvGrpSpPr>
              <p:cNvPr id="1311" name="Google Shape;1311;p19"/>
              <p:cNvGrpSpPr/>
              <p:nvPr/>
            </p:nvGrpSpPr>
            <p:grpSpPr>
              <a:xfrm>
                <a:off x="10514292" y="1908603"/>
                <a:ext cx="249501" cy="190824"/>
                <a:chOff x="2814711" y="2405619"/>
                <a:chExt cx="671487" cy="199317"/>
              </a:xfrm>
            </p:grpSpPr>
            <p:sp>
              <p:nvSpPr>
                <p:cNvPr id="1312" name="Google Shape;1312;p19"/>
                <p:cNvSpPr/>
                <p:nvPr/>
              </p:nvSpPr>
              <p:spPr>
                <a:xfrm>
                  <a:off x="330637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13" name="Google Shape;1313;p19"/>
                <p:cNvSpPr/>
                <p:nvPr/>
              </p:nvSpPr>
              <p:spPr>
                <a:xfrm>
                  <a:off x="281471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14" name="Google Shape;1314;p19"/>
                <p:cNvSpPr/>
                <p:nvPr/>
              </p:nvSpPr>
              <p:spPr>
                <a:xfrm>
                  <a:off x="3060541" y="2405619"/>
                  <a:ext cx="179827" cy="199317"/>
                </a:xfrm>
                <a:prstGeom prst="rect">
                  <a:avLst/>
                </a:prstGeom>
                <a:solidFill>
                  <a:srgbClr val="FFC00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nvGrpSpPr>
              <p:cNvPr id="1315" name="Google Shape;1315;p19"/>
              <p:cNvGrpSpPr/>
              <p:nvPr/>
            </p:nvGrpSpPr>
            <p:grpSpPr>
              <a:xfrm>
                <a:off x="10128448" y="1905998"/>
                <a:ext cx="340843" cy="190826"/>
                <a:chOff x="2814711" y="2405617"/>
                <a:chExt cx="917317" cy="199319"/>
              </a:xfrm>
            </p:grpSpPr>
            <p:sp>
              <p:nvSpPr>
                <p:cNvPr id="1316" name="Google Shape;1316;p19"/>
                <p:cNvSpPr/>
                <p:nvPr/>
              </p:nvSpPr>
              <p:spPr>
                <a:xfrm>
                  <a:off x="281471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17" name="Google Shape;1317;p19"/>
                <p:cNvSpPr/>
                <p:nvPr/>
              </p:nvSpPr>
              <p:spPr>
                <a:xfrm>
                  <a:off x="3060541" y="2405617"/>
                  <a:ext cx="179826"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18" name="Google Shape;1318;p19"/>
                <p:cNvSpPr/>
                <p:nvPr/>
              </p:nvSpPr>
              <p:spPr>
                <a:xfrm>
                  <a:off x="330637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sp>
              <p:nvSpPr>
                <p:cNvPr id="1319" name="Google Shape;1319;p19"/>
                <p:cNvSpPr/>
                <p:nvPr/>
              </p:nvSpPr>
              <p:spPr>
                <a:xfrm>
                  <a:off x="3552201" y="2405619"/>
                  <a:ext cx="179827" cy="199317"/>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grpSp>
        <p:sp>
          <p:nvSpPr>
            <p:cNvPr id="1320" name="Google Shape;1320;p19"/>
            <p:cNvSpPr/>
            <p:nvPr/>
          </p:nvSpPr>
          <p:spPr>
            <a:xfrm>
              <a:off x="10644794" y="1885374"/>
              <a:ext cx="283117" cy="46350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rgbClr val="666666"/>
                </a:solidFill>
                <a:latin typeface="Arial"/>
                <a:ea typeface="Arial"/>
                <a:cs typeface="Arial"/>
                <a:sym typeface="Arial"/>
              </a:endParaRPr>
            </a:p>
          </p:txBody>
        </p:sp>
      </p:grpSp>
      <p:cxnSp>
        <p:nvCxnSpPr>
          <p:cNvPr id="1321" name="Google Shape;1321;p19"/>
          <p:cNvCxnSpPr>
            <a:endCxn id="1309" idx="3"/>
          </p:cNvCxnSpPr>
          <p:nvPr/>
        </p:nvCxnSpPr>
        <p:spPr>
          <a:xfrm rot="5400000">
            <a:off x="9842943" y="2069997"/>
            <a:ext cx="594600" cy="108300"/>
          </a:xfrm>
          <a:prstGeom prst="bentConnector2">
            <a:avLst/>
          </a:prstGeom>
          <a:noFill/>
          <a:ln cap="flat" cmpd="sng" w="9525">
            <a:solidFill>
              <a:srgbClr val="E57B84"/>
            </a:solidFill>
            <a:prstDash val="solid"/>
            <a:round/>
            <a:headEnd len="sm" w="sm" type="none"/>
            <a:tailEnd len="sm" w="sm" type="stealth"/>
          </a:ln>
        </p:spPr>
      </p:cxnSp>
      <p:cxnSp>
        <p:nvCxnSpPr>
          <p:cNvPr id="1322" name="Google Shape;1322;p19"/>
          <p:cNvCxnSpPr/>
          <p:nvPr/>
        </p:nvCxnSpPr>
        <p:spPr>
          <a:xfrm flipH="1">
            <a:off x="9160354" y="2203428"/>
            <a:ext cx="745200" cy="32700"/>
          </a:xfrm>
          <a:prstGeom prst="bentConnector3">
            <a:avLst>
              <a:gd fmla="val 0" name="adj1"/>
            </a:avLst>
          </a:prstGeom>
          <a:noFill/>
          <a:ln cap="flat" cmpd="sng" w="9525">
            <a:solidFill>
              <a:srgbClr val="FFC000"/>
            </a:solidFill>
            <a:prstDash val="solid"/>
            <a:round/>
            <a:headEnd len="sm" w="sm" type="none"/>
            <a:tailEnd len="sm" w="sm" type="stealth"/>
          </a:ln>
        </p:spPr>
      </p:cxnSp>
      <p:cxnSp>
        <p:nvCxnSpPr>
          <p:cNvPr id="1323" name="Google Shape;1323;p19"/>
          <p:cNvCxnSpPr/>
          <p:nvPr/>
        </p:nvCxnSpPr>
        <p:spPr>
          <a:xfrm>
            <a:off x="9479717" y="2093098"/>
            <a:ext cx="0" cy="149722"/>
          </a:xfrm>
          <a:prstGeom prst="straightConnector1">
            <a:avLst/>
          </a:prstGeom>
          <a:noFill/>
          <a:ln cap="flat" cmpd="sng" w="9525">
            <a:solidFill>
              <a:srgbClr val="FFC000"/>
            </a:solidFill>
            <a:prstDash val="solid"/>
            <a:round/>
            <a:headEnd len="sm" w="sm" type="none"/>
            <a:tailEnd len="sm" w="sm" type="stealth"/>
          </a:ln>
        </p:spPr>
      </p:cxnSp>
      <p:sp>
        <p:nvSpPr>
          <p:cNvPr id="1324" name="Google Shape;1324;p19"/>
          <p:cNvSpPr/>
          <p:nvPr/>
        </p:nvSpPr>
        <p:spPr>
          <a:xfrm>
            <a:off x="5516404" y="2708123"/>
            <a:ext cx="1225270" cy="242374"/>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050">
                <a:solidFill>
                  <a:srgbClr val="666666"/>
                </a:solidFill>
                <a:latin typeface="Microsoft Yahei"/>
                <a:ea typeface="Microsoft Yahei"/>
                <a:cs typeface="Microsoft Yahei"/>
                <a:sym typeface="Microsoft Yahei"/>
              </a:rPr>
              <a:t>③</a:t>
            </a:r>
            <a:r>
              <a:rPr lang="en-US" sz="1050">
                <a:solidFill>
                  <a:srgbClr val="666666"/>
                </a:solidFill>
                <a:latin typeface="Arial"/>
                <a:ea typeface="Arial"/>
                <a:cs typeface="Arial"/>
                <a:sym typeface="Arial"/>
              </a:rPr>
              <a:t>自适应冗余补偿</a:t>
            </a:r>
            <a:endParaRPr/>
          </a:p>
        </p:txBody>
      </p:sp>
      <p:sp>
        <p:nvSpPr>
          <p:cNvPr id="1325" name="Google Shape;1325;p19"/>
          <p:cNvSpPr/>
          <p:nvPr/>
        </p:nvSpPr>
        <p:spPr>
          <a:xfrm>
            <a:off x="8893693" y="2672806"/>
            <a:ext cx="1225270" cy="21358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050">
                <a:solidFill>
                  <a:srgbClr val="666666"/>
                </a:solidFill>
                <a:latin typeface="Microsoft Yahei"/>
                <a:ea typeface="Microsoft Yahei"/>
                <a:cs typeface="Microsoft Yahei"/>
                <a:sym typeface="Microsoft Yahei"/>
              </a:rPr>
              <a:t>④</a:t>
            </a:r>
            <a:r>
              <a:rPr lang="en-US" sz="1050">
                <a:solidFill>
                  <a:srgbClr val="666666"/>
                </a:solidFill>
                <a:latin typeface="Arial"/>
                <a:ea typeface="Arial"/>
                <a:cs typeface="Arial"/>
                <a:sym typeface="Arial"/>
              </a:rPr>
              <a:t>报文前向纠错</a:t>
            </a:r>
            <a:endParaRPr/>
          </a:p>
        </p:txBody>
      </p:sp>
      <p:cxnSp>
        <p:nvCxnSpPr>
          <p:cNvPr id="1326" name="Google Shape;1326;p19"/>
          <p:cNvCxnSpPr/>
          <p:nvPr/>
        </p:nvCxnSpPr>
        <p:spPr>
          <a:xfrm flipH="1" rot="10800000">
            <a:off x="7412878" y="2626719"/>
            <a:ext cx="1" cy="126779"/>
          </a:xfrm>
          <a:prstGeom prst="straightConnector1">
            <a:avLst/>
          </a:prstGeom>
          <a:noFill/>
          <a:ln cap="flat" cmpd="sng" w="9525">
            <a:solidFill>
              <a:srgbClr val="E57B84"/>
            </a:solidFill>
            <a:prstDash val="solid"/>
            <a:round/>
            <a:headEnd len="sm" w="sm" type="none"/>
            <a:tailEnd len="sm" w="sm" type="stealth"/>
          </a:ln>
        </p:spPr>
      </p:cxnSp>
      <p:cxnSp>
        <p:nvCxnSpPr>
          <p:cNvPr id="1327" name="Google Shape;1327;p19"/>
          <p:cNvCxnSpPr/>
          <p:nvPr/>
        </p:nvCxnSpPr>
        <p:spPr>
          <a:xfrm flipH="1" rot="10800000">
            <a:off x="7738144" y="2626719"/>
            <a:ext cx="1" cy="126779"/>
          </a:xfrm>
          <a:prstGeom prst="straightConnector1">
            <a:avLst/>
          </a:prstGeom>
          <a:noFill/>
          <a:ln cap="flat" cmpd="sng" w="9525">
            <a:solidFill>
              <a:srgbClr val="E57B84"/>
            </a:solidFill>
            <a:prstDash val="solid"/>
            <a:round/>
            <a:headEnd len="sm" w="sm" type="none"/>
            <a:tailEnd len="sm" w="sm" type="stealth"/>
          </a:ln>
        </p:spPr>
      </p:cxnSp>
      <p:sp>
        <p:nvSpPr>
          <p:cNvPr id="1328" name="Google Shape;1328;p19"/>
          <p:cNvSpPr/>
          <p:nvPr/>
        </p:nvSpPr>
        <p:spPr>
          <a:xfrm>
            <a:off x="6956412" y="2698402"/>
            <a:ext cx="1225270" cy="242374"/>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050">
                <a:solidFill>
                  <a:srgbClr val="666666"/>
                </a:solidFill>
                <a:latin typeface="Microsoft Yahei"/>
                <a:ea typeface="Microsoft Yahei"/>
                <a:cs typeface="Microsoft Yahei"/>
                <a:sym typeface="Microsoft Yahei"/>
              </a:rPr>
              <a:t>①</a:t>
            </a:r>
            <a:r>
              <a:rPr lang="en-US" sz="1050">
                <a:solidFill>
                  <a:srgbClr val="666666"/>
                </a:solidFill>
                <a:latin typeface="Arial"/>
                <a:ea typeface="Arial"/>
                <a:cs typeface="Arial"/>
                <a:sym typeface="Arial"/>
              </a:rPr>
              <a:t>链路丢包</a:t>
            </a:r>
            <a:endParaRPr/>
          </a:p>
        </p:txBody>
      </p:sp>
      <p:sp>
        <p:nvSpPr>
          <p:cNvPr id="1329" name="Google Shape;1329;p19"/>
          <p:cNvSpPr/>
          <p:nvPr/>
        </p:nvSpPr>
        <p:spPr>
          <a:xfrm>
            <a:off x="5497763" y="1808610"/>
            <a:ext cx="1124716" cy="375609"/>
          </a:xfrm>
          <a:prstGeom prst="trapezoid">
            <a:avLst>
              <a:gd fmla="val 39626" name="adj"/>
            </a:avLst>
          </a:prstGeom>
          <a:solidFill>
            <a:srgbClr val="E0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cxnSp>
        <p:nvCxnSpPr>
          <p:cNvPr id="1330" name="Google Shape;1330;p19"/>
          <p:cNvCxnSpPr/>
          <p:nvPr/>
        </p:nvCxnSpPr>
        <p:spPr>
          <a:xfrm>
            <a:off x="7432241" y="2093098"/>
            <a:ext cx="0" cy="149722"/>
          </a:xfrm>
          <a:prstGeom prst="straightConnector1">
            <a:avLst/>
          </a:prstGeom>
          <a:noFill/>
          <a:ln cap="flat" cmpd="sng" w="9525">
            <a:solidFill>
              <a:srgbClr val="C00000"/>
            </a:solidFill>
            <a:prstDash val="dash"/>
            <a:round/>
            <a:headEnd len="sm" w="sm" type="none"/>
            <a:tailEnd len="sm" w="sm" type="none"/>
          </a:ln>
        </p:spPr>
      </p:cxnSp>
      <p:sp>
        <p:nvSpPr>
          <p:cNvPr id="1331" name="Google Shape;1331;p19"/>
          <p:cNvSpPr/>
          <p:nvPr/>
        </p:nvSpPr>
        <p:spPr>
          <a:xfrm>
            <a:off x="6142183" y="1865437"/>
            <a:ext cx="1819449" cy="203389"/>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000">
                <a:solidFill>
                  <a:srgbClr val="666666"/>
                </a:solidFill>
                <a:latin typeface="Microsoft Yahei"/>
                <a:ea typeface="Microsoft Yahei"/>
                <a:cs typeface="Microsoft Yahei"/>
                <a:sym typeface="Microsoft Yahei"/>
              </a:rPr>
              <a:t>②</a:t>
            </a:r>
            <a:r>
              <a:rPr lang="en-US" sz="1000">
                <a:solidFill>
                  <a:srgbClr val="666666"/>
                </a:solidFill>
                <a:latin typeface="Arial"/>
                <a:ea typeface="Arial"/>
                <a:cs typeface="Arial"/>
                <a:sym typeface="Arial"/>
              </a:rPr>
              <a:t>应用丢包实时感知</a:t>
            </a:r>
            <a:endParaRPr/>
          </a:p>
        </p:txBody>
      </p:sp>
      <p:sp>
        <p:nvSpPr>
          <p:cNvPr id="1332" name="Google Shape;1332;p19"/>
          <p:cNvSpPr/>
          <p:nvPr/>
        </p:nvSpPr>
        <p:spPr>
          <a:xfrm>
            <a:off x="747567" y="2285566"/>
            <a:ext cx="4139488" cy="41549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400">
                <a:solidFill>
                  <a:srgbClr val="1D1D1A"/>
                </a:solidFill>
                <a:latin typeface="Arial"/>
                <a:ea typeface="Arial"/>
                <a:cs typeface="Arial"/>
                <a:sym typeface="Arial"/>
              </a:rPr>
              <a:t>优化视频会议，视频直播，视频监控，VoIP体验</a:t>
            </a:r>
            <a:endParaRPr b="1" sz="1400">
              <a:solidFill>
                <a:srgbClr val="1D1D1A"/>
              </a:solidFill>
              <a:latin typeface="Arial"/>
              <a:ea typeface="Arial"/>
              <a:cs typeface="Arial"/>
              <a:sym typeface="Arial"/>
            </a:endParaRPr>
          </a:p>
        </p:txBody>
      </p:sp>
      <p:cxnSp>
        <p:nvCxnSpPr>
          <p:cNvPr id="1333" name="Google Shape;1333;p19"/>
          <p:cNvCxnSpPr>
            <a:stCxn id="1305" idx="0"/>
            <a:endCxn id="1293" idx="0"/>
          </p:cNvCxnSpPr>
          <p:nvPr/>
        </p:nvCxnSpPr>
        <p:spPr>
          <a:xfrm flipH="1" rot="5400000">
            <a:off x="6996582" y="1497624"/>
            <a:ext cx="52800" cy="1437600"/>
          </a:xfrm>
          <a:prstGeom prst="bentConnector3">
            <a:avLst>
              <a:gd fmla="val 289478" name="adj1"/>
            </a:avLst>
          </a:prstGeom>
          <a:noFill/>
          <a:ln cap="flat" cmpd="sng" w="9525">
            <a:solidFill>
              <a:srgbClr val="C00000"/>
            </a:solidFill>
            <a:prstDash val="dash"/>
            <a:round/>
            <a:headEnd len="sm" w="sm" type="none"/>
            <a:tailEnd len="sm" w="sm" type="stealth"/>
          </a:ln>
        </p:spPr>
      </p:cxnSp>
      <p:grpSp>
        <p:nvGrpSpPr>
          <p:cNvPr id="1334" name="Google Shape;1334;p19"/>
          <p:cNvGrpSpPr/>
          <p:nvPr/>
        </p:nvGrpSpPr>
        <p:grpSpPr>
          <a:xfrm>
            <a:off x="5009782" y="1561659"/>
            <a:ext cx="397369" cy="493900"/>
            <a:chOff x="-1059997" y="-455159"/>
            <a:chExt cx="642113" cy="910317"/>
          </a:xfrm>
        </p:grpSpPr>
        <p:sp>
          <p:nvSpPr>
            <p:cNvPr id="1335" name="Google Shape;1335;p19"/>
            <p:cNvSpPr/>
            <p:nvPr/>
          </p:nvSpPr>
          <p:spPr>
            <a:xfrm>
              <a:off x="-890397" y="74150"/>
              <a:ext cx="302913" cy="325789"/>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36" name="Google Shape;1336;p19"/>
            <p:cNvSpPr/>
            <p:nvPr/>
          </p:nvSpPr>
          <p:spPr>
            <a:xfrm>
              <a:off x="-954293" y="436226"/>
              <a:ext cx="430705" cy="18932"/>
            </a:xfrm>
            <a:custGeom>
              <a:rect b="b" l="l" r="r" t="t"/>
              <a:pathLst>
                <a:path extrusionOk="0" h="340" w="7640">
                  <a:moveTo>
                    <a:pt x="99" y="0"/>
                  </a:moveTo>
                  <a:lnTo>
                    <a:pt x="7541" y="0"/>
                  </a:lnTo>
                  <a:lnTo>
                    <a:pt x="7551" y="0"/>
                  </a:lnTo>
                  <a:lnTo>
                    <a:pt x="7561" y="2"/>
                  </a:lnTo>
                  <a:lnTo>
                    <a:pt x="7570" y="4"/>
                  </a:lnTo>
                  <a:lnTo>
                    <a:pt x="7579" y="7"/>
                  </a:lnTo>
                  <a:lnTo>
                    <a:pt x="7589" y="12"/>
                  </a:lnTo>
                  <a:lnTo>
                    <a:pt x="7597" y="17"/>
                  </a:lnTo>
                  <a:lnTo>
                    <a:pt x="7604" y="22"/>
                  </a:lnTo>
                  <a:lnTo>
                    <a:pt x="7611" y="29"/>
                  </a:lnTo>
                  <a:lnTo>
                    <a:pt x="7618" y="36"/>
                  </a:lnTo>
                  <a:lnTo>
                    <a:pt x="7623" y="43"/>
                  </a:lnTo>
                  <a:lnTo>
                    <a:pt x="7628" y="51"/>
                  </a:lnTo>
                  <a:lnTo>
                    <a:pt x="7633" y="60"/>
                  </a:lnTo>
                  <a:lnTo>
                    <a:pt x="7636" y="69"/>
                  </a:lnTo>
                  <a:lnTo>
                    <a:pt x="7638" y="78"/>
                  </a:lnTo>
                  <a:lnTo>
                    <a:pt x="7640" y="89"/>
                  </a:lnTo>
                  <a:lnTo>
                    <a:pt x="7640" y="99"/>
                  </a:lnTo>
                  <a:lnTo>
                    <a:pt x="7640" y="241"/>
                  </a:lnTo>
                  <a:lnTo>
                    <a:pt x="7640" y="251"/>
                  </a:lnTo>
                  <a:lnTo>
                    <a:pt x="7638" y="260"/>
                  </a:lnTo>
                  <a:lnTo>
                    <a:pt x="7636" y="270"/>
                  </a:lnTo>
                  <a:lnTo>
                    <a:pt x="7633" y="279"/>
                  </a:lnTo>
                  <a:lnTo>
                    <a:pt x="7628" y="287"/>
                  </a:lnTo>
                  <a:lnTo>
                    <a:pt x="7623" y="297"/>
                  </a:lnTo>
                  <a:lnTo>
                    <a:pt x="7618" y="304"/>
                  </a:lnTo>
                  <a:lnTo>
                    <a:pt x="7611" y="311"/>
                  </a:lnTo>
                  <a:lnTo>
                    <a:pt x="7604" y="318"/>
                  </a:lnTo>
                  <a:lnTo>
                    <a:pt x="7597" y="323"/>
                  </a:lnTo>
                  <a:lnTo>
                    <a:pt x="7589" y="328"/>
                  </a:lnTo>
                  <a:lnTo>
                    <a:pt x="7579" y="332"/>
                  </a:lnTo>
                  <a:lnTo>
                    <a:pt x="7570" y="336"/>
                  </a:lnTo>
                  <a:lnTo>
                    <a:pt x="7561" y="338"/>
                  </a:lnTo>
                  <a:lnTo>
                    <a:pt x="7551" y="340"/>
                  </a:lnTo>
                  <a:lnTo>
                    <a:pt x="7541" y="340"/>
                  </a:lnTo>
                  <a:lnTo>
                    <a:pt x="99" y="340"/>
                  </a:lnTo>
                  <a:lnTo>
                    <a:pt x="89" y="340"/>
                  </a:lnTo>
                  <a:lnTo>
                    <a:pt x="79" y="338"/>
                  </a:lnTo>
                  <a:lnTo>
                    <a:pt x="70" y="336"/>
                  </a:lnTo>
                  <a:lnTo>
                    <a:pt x="61" y="332"/>
                  </a:lnTo>
                  <a:lnTo>
                    <a:pt x="51" y="328"/>
                  </a:lnTo>
                  <a:lnTo>
                    <a:pt x="43" y="323"/>
                  </a:lnTo>
                  <a:lnTo>
                    <a:pt x="36" y="318"/>
                  </a:lnTo>
                  <a:lnTo>
                    <a:pt x="29" y="311"/>
                  </a:lnTo>
                  <a:lnTo>
                    <a:pt x="22" y="304"/>
                  </a:lnTo>
                  <a:lnTo>
                    <a:pt x="17" y="297"/>
                  </a:lnTo>
                  <a:lnTo>
                    <a:pt x="12" y="287"/>
                  </a:lnTo>
                  <a:lnTo>
                    <a:pt x="7" y="279"/>
                  </a:lnTo>
                  <a:lnTo>
                    <a:pt x="4" y="270"/>
                  </a:lnTo>
                  <a:lnTo>
                    <a:pt x="2" y="260"/>
                  </a:lnTo>
                  <a:lnTo>
                    <a:pt x="0" y="251"/>
                  </a:lnTo>
                  <a:lnTo>
                    <a:pt x="0" y="241"/>
                  </a:lnTo>
                  <a:lnTo>
                    <a:pt x="0" y="99"/>
                  </a:lnTo>
                  <a:lnTo>
                    <a:pt x="0" y="89"/>
                  </a:lnTo>
                  <a:lnTo>
                    <a:pt x="2" y="78"/>
                  </a:lnTo>
                  <a:lnTo>
                    <a:pt x="4" y="69"/>
                  </a:lnTo>
                  <a:lnTo>
                    <a:pt x="7" y="60"/>
                  </a:lnTo>
                  <a:lnTo>
                    <a:pt x="12" y="51"/>
                  </a:lnTo>
                  <a:lnTo>
                    <a:pt x="17" y="43"/>
                  </a:lnTo>
                  <a:lnTo>
                    <a:pt x="22" y="36"/>
                  </a:lnTo>
                  <a:lnTo>
                    <a:pt x="29" y="29"/>
                  </a:lnTo>
                  <a:lnTo>
                    <a:pt x="36" y="22"/>
                  </a:lnTo>
                  <a:lnTo>
                    <a:pt x="43" y="17"/>
                  </a:lnTo>
                  <a:lnTo>
                    <a:pt x="51" y="12"/>
                  </a:lnTo>
                  <a:lnTo>
                    <a:pt x="61" y="7"/>
                  </a:lnTo>
                  <a:lnTo>
                    <a:pt x="70" y="4"/>
                  </a:lnTo>
                  <a:lnTo>
                    <a:pt x="79" y="2"/>
                  </a:lnTo>
                  <a:lnTo>
                    <a:pt x="89" y="0"/>
                  </a:lnTo>
                  <a:lnTo>
                    <a:pt x="99"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37" name="Google Shape;1337;p19"/>
            <p:cNvSpPr/>
            <p:nvPr/>
          </p:nvSpPr>
          <p:spPr>
            <a:xfrm>
              <a:off x="-954293" y="372330"/>
              <a:ext cx="430705" cy="53641"/>
            </a:xfrm>
            <a:custGeom>
              <a:rect b="b" l="l" r="r" t="t"/>
              <a:pathLst>
                <a:path extrusionOk="0" h="951" w="7640">
                  <a:moveTo>
                    <a:pt x="439" y="0"/>
                  </a:moveTo>
                  <a:lnTo>
                    <a:pt x="1006" y="0"/>
                  </a:lnTo>
                  <a:lnTo>
                    <a:pt x="1006" y="584"/>
                  </a:lnTo>
                  <a:lnTo>
                    <a:pt x="1006" y="703"/>
                  </a:lnTo>
                  <a:lnTo>
                    <a:pt x="6634" y="703"/>
                  </a:lnTo>
                  <a:lnTo>
                    <a:pt x="6634" y="584"/>
                  </a:lnTo>
                  <a:lnTo>
                    <a:pt x="6634" y="0"/>
                  </a:lnTo>
                  <a:lnTo>
                    <a:pt x="7144" y="0"/>
                  </a:lnTo>
                  <a:lnTo>
                    <a:pt x="7640" y="951"/>
                  </a:lnTo>
                  <a:lnTo>
                    <a:pt x="0" y="951"/>
                  </a:lnTo>
                  <a:lnTo>
                    <a:pt x="439"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38" name="Google Shape;1338;p19"/>
            <p:cNvSpPr/>
            <p:nvPr/>
          </p:nvSpPr>
          <p:spPr>
            <a:xfrm>
              <a:off x="-780749" y="-455159"/>
              <a:ext cx="15777" cy="63896"/>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39" name="Google Shape;1339;p19"/>
            <p:cNvSpPr/>
            <p:nvPr/>
          </p:nvSpPr>
          <p:spPr>
            <a:xfrm>
              <a:off x="-712909" y="-455159"/>
              <a:ext cx="15777" cy="63896"/>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0" name="Google Shape;1340;p19"/>
            <p:cNvSpPr/>
            <p:nvPr/>
          </p:nvSpPr>
          <p:spPr>
            <a:xfrm>
              <a:off x="-756295" y="-444115"/>
              <a:ext cx="34709" cy="35498"/>
            </a:xfrm>
            <a:custGeom>
              <a:rect b="b" l="l" r="r" t="t"/>
              <a:pathLst>
                <a:path extrusionOk="0" h="626" w="626">
                  <a:moveTo>
                    <a:pt x="314" y="626"/>
                  </a:moveTo>
                  <a:lnTo>
                    <a:pt x="329" y="626"/>
                  </a:lnTo>
                  <a:lnTo>
                    <a:pt x="345" y="625"/>
                  </a:lnTo>
                  <a:lnTo>
                    <a:pt x="361" y="623"/>
                  </a:lnTo>
                  <a:lnTo>
                    <a:pt x="376" y="620"/>
                  </a:lnTo>
                  <a:lnTo>
                    <a:pt x="391" y="617"/>
                  </a:lnTo>
                  <a:lnTo>
                    <a:pt x="406" y="612"/>
                  </a:lnTo>
                  <a:lnTo>
                    <a:pt x="420" y="607"/>
                  </a:lnTo>
                  <a:lnTo>
                    <a:pt x="435" y="602"/>
                  </a:lnTo>
                  <a:lnTo>
                    <a:pt x="449" y="596"/>
                  </a:lnTo>
                  <a:lnTo>
                    <a:pt x="462" y="589"/>
                  </a:lnTo>
                  <a:lnTo>
                    <a:pt x="475" y="581"/>
                  </a:lnTo>
                  <a:lnTo>
                    <a:pt x="488" y="572"/>
                  </a:lnTo>
                  <a:lnTo>
                    <a:pt x="500" y="564"/>
                  </a:lnTo>
                  <a:lnTo>
                    <a:pt x="512" y="554"/>
                  </a:lnTo>
                  <a:lnTo>
                    <a:pt x="523" y="545"/>
                  </a:lnTo>
                  <a:lnTo>
                    <a:pt x="534" y="534"/>
                  </a:lnTo>
                  <a:lnTo>
                    <a:pt x="544" y="524"/>
                  </a:lnTo>
                  <a:lnTo>
                    <a:pt x="555" y="512"/>
                  </a:lnTo>
                  <a:lnTo>
                    <a:pt x="564" y="501"/>
                  </a:lnTo>
                  <a:lnTo>
                    <a:pt x="573" y="488"/>
                  </a:lnTo>
                  <a:lnTo>
                    <a:pt x="581" y="476"/>
                  </a:lnTo>
                  <a:lnTo>
                    <a:pt x="588" y="462"/>
                  </a:lnTo>
                  <a:lnTo>
                    <a:pt x="595" y="448"/>
                  </a:lnTo>
                  <a:lnTo>
                    <a:pt x="601" y="435"/>
                  </a:lnTo>
                  <a:lnTo>
                    <a:pt x="607" y="421"/>
                  </a:lnTo>
                  <a:lnTo>
                    <a:pt x="612" y="406"/>
                  </a:lnTo>
                  <a:lnTo>
                    <a:pt x="616" y="392"/>
                  </a:lnTo>
                  <a:lnTo>
                    <a:pt x="619" y="377"/>
                  </a:lnTo>
                  <a:lnTo>
                    <a:pt x="622" y="360"/>
                  </a:lnTo>
                  <a:lnTo>
                    <a:pt x="624" y="345"/>
                  </a:lnTo>
                  <a:lnTo>
                    <a:pt x="625" y="329"/>
                  </a:lnTo>
                  <a:lnTo>
                    <a:pt x="626" y="313"/>
                  </a:lnTo>
                  <a:lnTo>
                    <a:pt x="625" y="297"/>
                  </a:lnTo>
                  <a:lnTo>
                    <a:pt x="624" y="281"/>
                  </a:lnTo>
                  <a:lnTo>
                    <a:pt x="622" y="265"/>
                  </a:lnTo>
                  <a:lnTo>
                    <a:pt x="619" y="250"/>
                  </a:lnTo>
                  <a:lnTo>
                    <a:pt x="616" y="235"/>
                  </a:lnTo>
                  <a:lnTo>
                    <a:pt x="612" y="220"/>
                  </a:lnTo>
                  <a:lnTo>
                    <a:pt x="607" y="206"/>
                  </a:lnTo>
                  <a:lnTo>
                    <a:pt x="601" y="192"/>
                  </a:lnTo>
                  <a:lnTo>
                    <a:pt x="595" y="178"/>
                  </a:lnTo>
                  <a:lnTo>
                    <a:pt x="588" y="164"/>
                  </a:lnTo>
                  <a:lnTo>
                    <a:pt x="581" y="150"/>
                  </a:lnTo>
                  <a:lnTo>
                    <a:pt x="573" y="138"/>
                  </a:lnTo>
                  <a:lnTo>
                    <a:pt x="564" y="126"/>
                  </a:lnTo>
                  <a:lnTo>
                    <a:pt x="555" y="114"/>
                  </a:lnTo>
                  <a:lnTo>
                    <a:pt x="544" y="103"/>
                  </a:lnTo>
                  <a:lnTo>
                    <a:pt x="534" y="92"/>
                  </a:lnTo>
                  <a:lnTo>
                    <a:pt x="523" y="82"/>
                  </a:lnTo>
                  <a:lnTo>
                    <a:pt x="512" y="72"/>
                  </a:lnTo>
                  <a:lnTo>
                    <a:pt x="500" y="63"/>
                  </a:lnTo>
                  <a:lnTo>
                    <a:pt x="488" y="53"/>
                  </a:lnTo>
                  <a:lnTo>
                    <a:pt x="475" y="45"/>
                  </a:lnTo>
                  <a:lnTo>
                    <a:pt x="462" y="37"/>
                  </a:lnTo>
                  <a:lnTo>
                    <a:pt x="449" y="31"/>
                  </a:lnTo>
                  <a:lnTo>
                    <a:pt x="435" y="24"/>
                  </a:lnTo>
                  <a:lnTo>
                    <a:pt x="420" y="19"/>
                  </a:lnTo>
                  <a:lnTo>
                    <a:pt x="406" y="14"/>
                  </a:lnTo>
                  <a:lnTo>
                    <a:pt x="391" y="10"/>
                  </a:lnTo>
                  <a:lnTo>
                    <a:pt x="376" y="6"/>
                  </a:lnTo>
                  <a:lnTo>
                    <a:pt x="361" y="3"/>
                  </a:lnTo>
                  <a:lnTo>
                    <a:pt x="345" y="1"/>
                  </a:lnTo>
                  <a:lnTo>
                    <a:pt x="329" y="0"/>
                  </a:lnTo>
                  <a:lnTo>
                    <a:pt x="314" y="0"/>
                  </a:lnTo>
                  <a:lnTo>
                    <a:pt x="297" y="0"/>
                  </a:lnTo>
                  <a:lnTo>
                    <a:pt x="281" y="1"/>
                  </a:lnTo>
                  <a:lnTo>
                    <a:pt x="265" y="3"/>
                  </a:lnTo>
                  <a:lnTo>
                    <a:pt x="250" y="6"/>
                  </a:lnTo>
                  <a:lnTo>
                    <a:pt x="235" y="10"/>
                  </a:lnTo>
                  <a:lnTo>
                    <a:pt x="220" y="14"/>
                  </a:lnTo>
                  <a:lnTo>
                    <a:pt x="206" y="19"/>
                  </a:lnTo>
                  <a:lnTo>
                    <a:pt x="191" y="24"/>
                  </a:lnTo>
                  <a:lnTo>
                    <a:pt x="177" y="31"/>
                  </a:lnTo>
                  <a:lnTo>
                    <a:pt x="164" y="37"/>
                  </a:lnTo>
                  <a:lnTo>
                    <a:pt x="151" y="45"/>
                  </a:lnTo>
                  <a:lnTo>
                    <a:pt x="138" y="53"/>
                  </a:lnTo>
                  <a:lnTo>
                    <a:pt x="126" y="63"/>
                  </a:lnTo>
                  <a:lnTo>
                    <a:pt x="114" y="72"/>
                  </a:lnTo>
                  <a:lnTo>
                    <a:pt x="103" y="82"/>
                  </a:lnTo>
                  <a:lnTo>
                    <a:pt x="92" y="92"/>
                  </a:lnTo>
                  <a:lnTo>
                    <a:pt x="82" y="103"/>
                  </a:lnTo>
                  <a:lnTo>
                    <a:pt x="71" y="114"/>
                  </a:lnTo>
                  <a:lnTo>
                    <a:pt x="62" y="126"/>
                  </a:lnTo>
                  <a:lnTo>
                    <a:pt x="53" y="138"/>
                  </a:lnTo>
                  <a:lnTo>
                    <a:pt x="45" y="150"/>
                  </a:lnTo>
                  <a:lnTo>
                    <a:pt x="38" y="164"/>
                  </a:lnTo>
                  <a:lnTo>
                    <a:pt x="31" y="178"/>
                  </a:lnTo>
                  <a:lnTo>
                    <a:pt x="25" y="192"/>
                  </a:lnTo>
                  <a:lnTo>
                    <a:pt x="19" y="206"/>
                  </a:lnTo>
                  <a:lnTo>
                    <a:pt x="14" y="220"/>
                  </a:lnTo>
                  <a:lnTo>
                    <a:pt x="10" y="235"/>
                  </a:lnTo>
                  <a:lnTo>
                    <a:pt x="7" y="250"/>
                  </a:lnTo>
                  <a:lnTo>
                    <a:pt x="4" y="265"/>
                  </a:lnTo>
                  <a:lnTo>
                    <a:pt x="2" y="281"/>
                  </a:lnTo>
                  <a:lnTo>
                    <a:pt x="1" y="297"/>
                  </a:lnTo>
                  <a:lnTo>
                    <a:pt x="0" y="313"/>
                  </a:lnTo>
                  <a:lnTo>
                    <a:pt x="1" y="329"/>
                  </a:lnTo>
                  <a:lnTo>
                    <a:pt x="2" y="345"/>
                  </a:lnTo>
                  <a:lnTo>
                    <a:pt x="4" y="360"/>
                  </a:lnTo>
                  <a:lnTo>
                    <a:pt x="7" y="377"/>
                  </a:lnTo>
                  <a:lnTo>
                    <a:pt x="10" y="392"/>
                  </a:lnTo>
                  <a:lnTo>
                    <a:pt x="14" y="406"/>
                  </a:lnTo>
                  <a:lnTo>
                    <a:pt x="19" y="421"/>
                  </a:lnTo>
                  <a:lnTo>
                    <a:pt x="25" y="435"/>
                  </a:lnTo>
                  <a:lnTo>
                    <a:pt x="31" y="448"/>
                  </a:lnTo>
                  <a:lnTo>
                    <a:pt x="38" y="462"/>
                  </a:lnTo>
                  <a:lnTo>
                    <a:pt x="45" y="476"/>
                  </a:lnTo>
                  <a:lnTo>
                    <a:pt x="53" y="488"/>
                  </a:lnTo>
                  <a:lnTo>
                    <a:pt x="62" y="501"/>
                  </a:lnTo>
                  <a:lnTo>
                    <a:pt x="71" y="512"/>
                  </a:lnTo>
                  <a:lnTo>
                    <a:pt x="82" y="524"/>
                  </a:lnTo>
                  <a:lnTo>
                    <a:pt x="92" y="534"/>
                  </a:lnTo>
                  <a:lnTo>
                    <a:pt x="103" y="545"/>
                  </a:lnTo>
                  <a:lnTo>
                    <a:pt x="114" y="554"/>
                  </a:lnTo>
                  <a:lnTo>
                    <a:pt x="126" y="564"/>
                  </a:lnTo>
                  <a:lnTo>
                    <a:pt x="138" y="572"/>
                  </a:lnTo>
                  <a:lnTo>
                    <a:pt x="151" y="581"/>
                  </a:lnTo>
                  <a:lnTo>
                    <a:pt x="164" y="589"/>
                  </a:lnTo>
                  <a:lnTo>
                    <a:pt x="177" y="596"/>
                  </a:lnTo>
                  <a:lnTo>
                    <a:pt x="191" y="602"/>
                  </a:lnTo>
                  <a:lnTo>
                    <a:pt x="206" y="607"/>
                  </a:lnTo>
                  <a:lnTo>
                    <a:pt x="220" y="612"/>
                  </a:lnTo>
                  <a:lnTo>
                    <a:pt x="235" y="617"/>
                  </a:lnTo>
                  <a:lnTo>
                    <a:pt x="250" y="620"/>
                  </a:lnTo>
                  <a:lnTo>
                    <a:pt x="265" y="623"/>
                  </a:lnTo>
                  <a:lnTo>
                    <a:pt x="281" y="625"/>
                  </a:lnTo>
                  <a:lnTo>
                    <a:pt x="297" y="626"/>
                  </a:lnTo>
                  <a:lnTo>
                    <a:pt x="314" y="62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1" name="Google Shape;1341;p19"/>
            <p:cNvSpPr/>
            <p:nvPr/>
          </p:nvSpPr>
          <p:spPr>
            <a:xfrm>
              <a:off x="-771283" y="-407040"/>
              <a:ext cx="64685" cy="15777"/>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2" name="Google Shape;1342;p19"/>
            <p:cNvSpPr/>
            <p:nvPr/>
          </p:nvSpPr>
          <p:spPr>
            <a:xfrm>
              <a:off x="-771283" y="-455159"/>
              <a:ext cx="64685" cy="7100"/>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3" name="Google Shape;1343;p19"/>
            <p:cNvSpPr/>
            <p:nvPr/>
          </p:nvSpPr>
          <p:spPr>
            <a:xfrm>
              <a:off x="-1059997" y="-391263"/>
              <a:ext cx="642113" cy="386530"/>
            </a:xfrm>
            <a:custGeom>
              <a:rect b="b" l="l" r="r" t="t"/>
              <a:pathLst>
                <a:path extrusionOk="0" h="6852" w="11396">
                  <a:moveTo>
                    <a:pt x="226" y="0"/>
                  </a:moveTo>
                  <a:lnTo>
                    <a:pt x="11170" y="0"/>
                  </a:lnTo>
                  <a:lnTo>
                    <a:pt x="11181" y="1"/>
                  </a:lnTo>
                  <a:lnTo>
                    <a:pt x="11193" y="1"/>
                  </a:lnTo>
                  <a:lnTo>
                    <a:pt x="11204" y="3"/>
                  </a:lnTo>
                  <a:lnTo>
                    <a:pt x="11215" y="5"/>
                  </a:lnTo>
                  <a:lnTo>
                    <a:pt x="11227" y="7"/>
                  </a:lnTo>
                  <a:lnTo>
                    <a:pt x="11237" y="10"/>
                  </a:lnTo>
                  <a:lnTo>
                    <a:pt x="11248" y="14"/>
                  </a:lnTo>
                  <a:lnTo>
                    <a:pt x="11258" y="18"/>
                  </a:lnTo>
                  <a:lnTo>
                    <a:pt x="11268" y="23"/>
                  </a:lnTo>
                  <a:lnTo>
                    <a:pt x="11277" y="27"/>
                  </a:lnTo>
                  <a:lnTo>
                    <a:pt x="11287" y="33"/>
                  </a:lnTo>
                  <a:lnTo>
                    <a:pt x="11296" y="39"/>
                  </a:lnTo>
                  <a:lnTo>
                    <a:pt x="11313" y="52"/>
                  </a:lnTo>
                  <a:lnTo>
                    <a:pt x="11329" y="67"/>
                  </a:lnTo>
                  <a:lnTo>
                    <a:pt x="11345" y="83"/>
                  </a:lnTo>
                  <a:lnTo>
                    <a:pt x="11358" y="100"/>
                  </a:lnTo>
                  <a:lnTo>
                    <a:pt x="11363" y="109"/>
                  </a:lnTo>
                  <a:lnTo>
                    <a:pt x="11369" y="119"/>
                  </a:lnTo>
                  <a:lnTo>
                    <a:pt x="11374" y="128"/>
                  </a:lnTo>
                  <a:lnTo>
                    <a:pt x="11378" y="138"/>
                  </a:lnTo>
                  <a:lnTo>
                    <a:pt x="11382" y="149"/>
                  </a:lnTo>
                  <a:lnTo>
                    <a:pt x="11386" y="159"/>
                  </a:lnTo>
                  <a:lnTo>
                    <a:pt x="11389" y="171"/>
                  </a:lnTo>
                  <a:lnTo>
                    <a:pt x="11391" y="181"/>
                  </a:lnTo>
                  <a:lnTo>
                    <a:pt x="11393" y="192"/>
                  </a:lnTo>
                  <a:lnTo>
                    <a:pt x="11395" y="204"/>
                  </a:lnTo>
                  <a:lnTo>
                    <a:pt x="11396" y="215"/>
                  </a:lnTo>
                  <a:lnTo>
                    <a:pt x="11396" y="226"/>
                  </a:lnTo>
                  <a:lnTo>
                    <a:pt x="11396" y="6626"/>
                  </a:lnTo>
                  <a:lnTo>
                    <a:pt x="11396" y="6638"/>
                  </a:lnTo>
                  <a:lnTo>
                    <a:pt x="11395" y="6649"/>
                  </a:lnTo>
                  <a:lnTo>
                    <a:pt x="11393" y="6660"/>
                  </a:lnTo>
                  <a:lnTo>
                    <a:pt x="11391" y="6671"/>
                  </a:lnTo>
                  <a:lnTo>
                    <a:pt x="11389" y="6682"/>
                  </a:lnTo>
                  <a:lnTo>
                    <a:pt x="11386" y="6694"/>
                  </a:lnTo>
                  <a:lnTo>
                    <a:pt x="11382" y="6704"/>
                  </a:lnTo>
                  <a:lnTo>
                    <a:pt x="11378" y="6714"/>
                  </a:lnTo>
                  <a:lnTo>
                    <a:pt x="11374" y="6724"/>
                  </a:lnTo>
                  <a:lnTo>
                    <a:pt x="11369" y="6734"/>
                  </a:lnTo>
                  <a:lnTo>
                    <a:pt x="11363" y="6743"/>
                  </a:lnTo>
                  <a:lnTo>
                    <a:pt x="11358" y="6752"/>
                  </a:lnTo>
                  <a:lnTo>
                    <a:pt x="11351" y="6761"/>
                  </a:lnTo>
                  <a:lnTo>
                    <a:pt x="11345" y="6770"/>
                  </a:lnTo>
                  <a:lnTo>
                    <a:pt x="11338" y="6778"/>
                  </a:lnTo>
                  <a:lnTo>
                    <a:pt x="11329" y="6786"/>
                  </a:lnTo>
                  <a:lnTo>
                    <a:pt x="11321" y="6794"/>
                  </a:lnTo>
                  <a:lnTo>
                    <a:pt x="11313" y="6801"/>
                  </a:lnTo>
                  <a:lnTo>
                    <a:pt x="11305" y="6808"/>
                  </a:lnTo>
                  <a:lnTo>
                    <a:pt x="11296" y="6814"/>
                  </a:lnTo>
                  <a:lnTo>
                    <a:pt x="11287" y="6820"/>
                  </a:lnTo>
                  <a:lnTo>
                    <a:pt x="11277" y="6825"/>
                  </a:lnTo>
                  <a:lnTo>
                    <a:pt x="11268" y="6830"/>
                  </a:lnTo>
                  <a:lnTo>
                    <a:pt x="11258" y="6835"/>
                  </a:lnTo>
                  <a:lnTo>
                    <a:pt x="11248" y="6839"/>
                  </a:lnTo>
                  <a:lnTo>
                    <a:pt x="11237" y="6842"/>
                  </a:lnTo>
                  <a:lnTo>
                    <a:pt x="11227" y="6845"/>
                  </a:lnTo>
                  <a:lnTo>
                    <a:pt x="11215" y="6848"/>
                  </a:lnTo>
                  <a:lnTo>
                    <a:pt x="11204" y="6850"/>
                  </a:lnTo>
                  <a:lnTo>
                    <a:pt x="11193" y="6851"/>
                  </a:lnTo>
                  <a:lnTo>
                    <a:pt x="11181" y="6852"/>
                  </a:lnTo>
                  <a:lnTo>
                    <a:pt x="11170" y="6852"/>
                  </a:lnTo>
                  <a:lnTo>
                    <a:pt x="226" y="6852"/>
                  </a:lnTo>
                  <a:lnTo>
                    <a:pt x="214" y="6852"/>
                  </a:lnTo>
                  <a:lnTo>
                    <a:pt x="203" y="6851"/>
                  </a:lnTo>
                  <a:lnTo>
                    <a:pt x="192" y="6850"/>
                  </a:lnTo>
                  <a:lnTo>
                    <a:pt x="181" y="6848"/>
                  </a:lnTo>
                  <a:lnTo>
                    <a:pt x="169" y="6845"/>
                  </a:lnTo>
                  <a:lnTo>
                    <a:pt x="159" y="6842"/>
                  </a:lnTo>
                  <a:lnTo>
                    <a:pt x="148" y="6839"/>
                  </a:lnTo>
                  <a:lnTo>
                    <a:pt x="138" y="6835"/>
                  </a:lnTo>
                  <a:lnTo>
                    <a:pt x="128" y="6830"/>
                  </a:lnTo>
                  <a:lnTo>
                    <a:pt x="118" y="6825"/>
                  </a:lnTo>
                  <a:lnTo>
                    <a:pt x="109" y="6820"/>
                  </a:lnTo>
                  <a:lnTo>
                    <a:pt x="100" y="6814"/>
                  </a:lnTo>
                  <a:lnTo>
                    <a:pt x="91" y="6808"/>
                  </a:lnTo>
                  <a:lnTo>
                    <a:pt x="83" y="6801"/>
                  </a:lnTo>
                  <a:lnTo>
                    <a:pt x="75" y="6794"/>
                  </a:lnTo>
                  <a:lnTo>
                    <a:pt x="67" y="6786"/>
                  </a:lnTo>
                  <a:lnTo>
                    <a:pt x="58" y="6778"/>
                  </a:lnTo>
                  <a:lnTo>
                    <a:pt x="51" y="6770"/>
                  </a:lnTo>
                  <a:lnTo>
                    <a:pt x="45" y="6761"/>
                  </a:lnTo>
                  <a:lnTo>
                    <a:pt x="38" y="6752"/>
                  </a:lnTo>
                  <a:lnTo>
                    <a:pt x="32" y="6743"/>
                  </a:lnTo>
                  <a:lnTo>
                    <a:pt x="27" y="6734"/>
                  </a:lnTo>
                  <a:lnTo>
                    <a:pt x="22" y="6724"/>
                  </a:lnTo>
                  <a:lnTo>
                    <a:pt x="18" y="6714"/>
                  </a:lnTo>
                  <a:lnTo>
                    <a:pt x="14" y="6704"/>
                  </a:lnTo>
                  <a:lnTo>
                    <a:pt x="10" y="6694"/>
                  </a:lnTo>
                  <a:lnTo>
                    <a:pt x="7" y="6682"/>
                  </a:lnTo>
                  <a:lnTo>
                    <a:pt x="5" y="6671"/>
                  </a:lnTo>
                  <a:lnTo>
                    <a:pt x="3" y="6660"/>
                  </a:lnTo>
                  <a:lnTo>
                    <a:pt x="1" y="6649"/>
                  </a:lnTo>
                  <a:lnTo>
                    <a:pt x="0" y="6638"/>
                  </a:lnTo>
                  <a:lnTo>
                    <a:pt x="0" y="6626"/>
                  </a:lnTo>
                  <a:lnTo>
                    <a:pt x="0" y="226"/>
                  </a:lnTo>
                  <a:lnTo>
                    <a:pt x="0" y="215"/>
                  </a:lnTo>
                  <a:lnTo>
                    <a:pt x="1" y="204"/>
                  </a:lnTo>
                  <a:lnTo>
                    <a:pt x="3" y="192"/>
                  </a:lnTo>
                  <a:lnTo>
                    <a:pt x="5" y="181"/>
                  </a:lnTo>
                  <a:lnTo>
                    <a:pt x="7" y="171"/>
                  </a:lnTo>
                  <a:lnTo>
                    <a:pt x="10" y="159"/>
                  </a:lnTo>
                  <a:lnTo>
                    <a:pt x="14" y="149"/>
                  </a:lnTo>
                  <a:lnTo>
                    <a:pt x="18" y="138"/>
                  </a:lnTo>
                  <a:lnTo>
                    <a:pt x="22" y="128"/>
                  </a:lnTo>
                  <a:lnTo>
                    <a:pt x="27" y="119"/>
                  </a:lnTo>
                  <a:lnTo>
                    <a:pt x="32" y="109"/>
                  </a:lnTo>
                  <a:lnTo>
                    <a:pt x="38" y="100"/>
                  </a:lnTo>
                  <a:lnTo>
                    <a:pt x="45" y="92"/>
                  </a:lnTo>
                  <a:lnTo>
                    <a:pt x="51" y="83"/>
                  </a:lnTo>
                  <a:lnTo>
                    <a:pt x="58" y="75"/>
                  </a:lnTo>
                  <a:lnTo>
                    <a:pt x="67" y="67"/>
                  </a:lnTo>
                  <a:lnTo>
                    <a:pt x="75" y="60"/>
                  </a:lnTo>
                  <a:lnTo>
                    <a:pt x="83" y="52"/>
                  </a:lnTo>
                  <a:lnTo>
                    <a:pt x="91" y="45"/>
                  </a:lnTo>
                  <a:lnTo>
                    <a:pt x="100" y="39"/>
                  </a:lnTo>
                  <a:lnTo>
                    <a:pt x="109" y="33"/>
                  </a:lnTo>
                  <a:lnTo>
                    <a:pt x="118" y="27"/>
                  </a:lnTo>
                  <a:lnTo>
                    <a:pt x="128" y="23"/>
                  </a:lnTo>
                  <a:lnTo>
                    <a:pt x="138" y="18"/>
                  </a:lnTo>
                  <a:lnTo>
                    <a:pt x="148" y="14"/>
                  </a:lnTo>
                  <a:lnTo>
                    <a:pt x="159" y="10"/>
                  </a:lnTo>
                  <a:lnTo>
                    <a:pt x="169" y="7"/>
                  </a:lnTo>
                  <a:lnTo>
                    <a:pt x="181" y="5"/>
                  </a:lnTo>
                  <a:lnTo>
                    <a:pt x="192" y="3"/>
                  </a:lnTo>
                  <a:lnTo>
                    <a:pt x="203" y="1"/>
                  </a:lnTo>
                  <a:lnTo>
                    <a:pt x="214" y="1"/>
                  </a:lnTo>
                  <a:lnTo>
                    <a:pt x="226" y="0"/>
                  </a:lnTo>
                  <a:close/>
                  <a:moveTo>
                    <a:pt x="540" y="306"/>
                  </a:moveTo>
                  <a:lnTo>
                    <a:pt x="10856" y="306"/>
                  </a:lnTo>
                  <a:lnTo>
                    <a:pt x="10866" y="306"/>
                  </a:lnTo>
                  <a:lnTo>
                    <a:pt x="10878" y="307"/>
                  </a:lnTo>
                  <a:lnTo>
                    <a:pt x="10889" y="309"/>
                  </a:lnTo>
                  <a:lnTo>
                    <a:pt x="10899" y="310"/>
                  </a:lnTo>
                  <a:lnTo>
                    <a:pt x="10919" y="315"/>
                  </a:lnTo>
                  <a:lnTo>
                    <a:pt x="10939" y="322"/>
                  </a:lnTo>
                  <a:lnTo>
                    <a:pt x="10957" y="331"/>
                  </a:lnTo>
                  <a:lnTo>
                    <a:pt x="10974" y="341"/>
                  </a:lnTo>
                  <a:lnTo>
                    <a:pt x="10992" y="353"/>
                  </a:lnTo>
                  <a:lnTo>
                    <a:pt x="11007" y="366"/>
                  </a:lnTo>
                  <a:lnTo>
                    <a:pt x="11020" y="382"/>
                  </a:lnTo>
                  <a:lnTo>
                    <a:pt x="11033" y="397"/>
                  </a:lnTo>
                  <a:lnTo>
                    <a:pt x="11043" y="414"/>
                  </a:lnTo>
                  <a:lnTo>
                    <a:pt x="11052" y="432"/>
                  </a:lnTo>
                  <a:lnTo>
                    <a:pt x="11059" y="451"/>
                  </a:lnTo>
                  <a:lnTo>
                    <a:pt x="11064" y="471"/>
                  </a:lnTo>
                  <a:lnTo>
                    <a:pt x="11066" y="481"/>
                  </a:lnTo>
                  <a:lnTo>
                    <a:pt x="11068" y="491"/>
                  </a:lnTo>
                  <a:lnTo>
                    <a:pt x="11069" y="502"/>
                  </a:lnTo>
                  <a:lnTo>
                    <a:pt x="11069" y="512"/>
                  </a:lnTo>
                  <a:lnTo>
                    <a:pt x="11069" y="6340"/>
                  </a:lnTo>
                  <a:lnTo>
                    <a:pt x="11069" y="6351"/>
                  </a:lnTo>
                  <a:lnTo>
                    <a:pt x="11068" y="6361"/>
                  </a:lnTo>
                  <a:lnTo>
                    <a:pt x="11066" y="6371"/>
                  </a:lnTo>
                  <a:lnTo>
                    <a:pt x="11064" y="6382"/>
                  </a:lnTo>
                  <a:lnTo>
                    <a:pt x="11062" y="6392"/>
                  </a:lnTo>
                  <a:lnTo>
                    <a:pt x="11059" y="6402"/>
                  </a:lnTo>
                  <a:lnTo>
                    <a:pt x="11056" y="6411"/>
                  </a:lnTo>
                  <a:lnTo>
                    <a:pt x="11052" y="6421"/>
                  </a:lnTo>
                  <a:lnTo>
                    <a:pt x="11043" y="6439"/>
                  </a:lnTo>
                  <a:lnTo>
                    <a:pt x="11033" y="6455"/>
                  </a:lnTo>
                  <a:lnTo>
                    <a:pt x="11020" y="6471"/>
                  </a:lnTo>
                  <a:lnTo>
                    <a:pt x="11007" y="6487"/>
                  </a:lnTo>
                  <a:lnTo>
                    <a:pt x="10992" y="6500"/>
                  </a:lnTo>
                  <a:lnTo>
                    <a:pt x="10974" y="6512"/>
                  </a:lnTo>
                  <a:lnTo>
                    <a:pt x="10957" y="6522"/>
                  </a:lnTo>
                  <a:lnTo>
                    <a:pt x="10939" y="6530"/>
                  </a:lnTo>
                  <a:lnTo>
                    <a:pt x="10929" y="6534"/>
                  </a:lnTo>
                  <a:lnTo>
                    <a:pt x="10919" y="6537"/>
                  </a:lnTo>
                  <a:lnTo>
                    <a:pt x="10909" y="6540"/>
                  </a:lnTo>
                  <a:lnTo>
                    <a:pt x="10899" y="6542"/>
                  </a:lnTo>
                  <a:lnTo>
                    <a:pt x="10889" y="6544"/>
                  </a:lnTo>
                  <a:lnTo>
                    <a:pt x="10878" y="6545"/>
                  </a:lnTo>
                  <a:lnTo>
                    <a:pt x="10866" y="6546"/>
                  </a:lnTo>
                  <a:lnTo>
                    <a:pt x="10856" y="6546"/>
                  </a:lnTo>
                  <a:lnTo>
                    <a:pt x="540" y="6546"/>
                  </a:lnTo>
                  <a:lnTo>
                    <a:pt x="530" y="6546"/>
                  </a:lnTo>
                  <a:lnTo>
                    <a:pt x="518" y="6545"/>
                  </a:lnTo>
                  <a:lnTo>
                    <a:pt x="507" y="6544"/>
                  </a:lnTo>
                  <a:lnTo>
                    <a:pt x="497" y="6542"/>
                  </a:lnTo>
                  <a:lnTo>
                    <a:pt x="487" y="6540"/>
                  </a:lnTo>
                  <a:lnTo>
                    <a:pt x="477" y="6537"/>
                  </a:lnTo>
                  <a:lnTo>
                    <a:pt x="467" y="6534"/>
                  </a:lnTo>
                  <a:lnTo>
                    <a:pt x="457" y="6530"/>
                  </a:lnTo>
                  <a:lnTo>
                    <a:pt x="439" y="6522"/>
                  </a:lnTo>
                  <a:lnTo>
                    <a:pt x="421" y="6512"/>
                  </a:lnTo>
                  <a:lnTo>
                    <a:pt x="404" y="6500"/>
                  </a:lnTo>
                  <a:lnTo>
                    <a:pt x="389" y="6487"/>
                  </a:lnTo>
                  <a:lnTo>
                    <a:pt x="375" y="6471"/>
                  </a:lnTo>
                  <a:lnTo>
                    <a:pt x="363" y="6455"/>
                  </a:lnTo>
                  <a:lnTo>
                    <a:pt x="358" y="6447"/>
                  </a:lnTo>
                  <a:lnTo>
                    <a:pt x="353" y="6439"/>
                  </a:lnTo>
                  <a:lnTo>
                    <a:pt x="348" y="6430"/>
                  </a:lnTo>
                  <a:lnTo>
                    <a:pt x="344" y="6421"/>
                  </a:lnTo>
                  <a:lnTo>
                    <a:pt x="340" y="6411"/>
                  </a:lnTo>
                  <a:lnTo>
                    <a:pt x="337" y="6402"/>
                  </a:lnTo>
                  <a:lnTo>
                    <a:pt x="334" y="6392"/>
                  </a:lnTo>
                  <a:lnTo>
                    <a:pt x="331" y="6382"/>
                  </a:lnTo>
                  <a:lnTo>
                    <a:pt x="330" y="6371"/>
                  </a:lnTo>
                  <a:lnTo>
                    <a:pt x="328" y="6361"/>
                  </a:lnTo>
                  <a:lnTo>
                    <a:pt x="327" y="6351"/>
                  </a:lnTo>
                  <a:lnTo>
                    <a:pt x="327" y="6340"/>
                  </a:lnTo>
                  <a:lnTo>
                    <a:pt x="327" y="512"/>
                  </a:lnTo>
                  <a:lnTo>
                    <a:pt x="327" y="502"/>
                  </a:lnTo>
                  <a:lnTo>
                    <a:pt x="328" y="491"/>
                  </a:lnTo>
                  <a:lnTo>
                    <a:pt x="330" y="481"/>
                  </a:lnTo>
                  <a:lnTo>
                    <a:pt x="331" y="471"/>
                  </a:lnTo>
                  <a:lnTo>
                    <a:pt x="334" y="460"/>
                  </a:lnTo>
                  <a:lnTo>
                    <a:pt x="337" y="451"/>
                  </a:lnTo>
                  <a:lnTo>
                    <a:pt x="340" y="441"/>
                  </a:lnTo>
                  <a:lnTo>
                    <a:pt x="344" y="432"/>
                  </a:lnTo>
                  <a:lnTo>
                    <a:pt x="353" y="414"/>
                  </a:lnTo>
                  <a:lnTo>
                    <a:pt x="363" y="397"/>
                  </a:lnTo>
                  <a:lnTo>
                    <a:pt x="375" y="382"/>
                  </a:lnTo>
                  <a:lnTo>
                    <a:pt x="389" y="366"/>
                  </a:lnTo>
                  <a:lnTo>
                    <a:pt x="404" y="353"/>
                  </a:lnTo>
                  <a:lnTo>
                    <a:pt x="421" y="341"/>
                  </a:lnTo>
                  <a:lnTo>
                    <a:pt x="439" y="331"/>
                  </a:lnTo>
                  <a:lnTo>
                    <a:pt x="457" y="322"/>
                  </a:lnTo>
                  <a:lnTo>
                    <a:pt x="477" y="315"/>
                  </a:lnTo>
                  <a:lnTo>
                    <a:pt x="497" y="310"/>
                  </a:lnTo>
                  <a:lnTo>
                    <a:pt x="507" y="309"/>
                  </a:lnTo>
                  <a:lnTo>
                    <a:pt x="518" y="307"/>
                  </a:lnTo>
                  <a:lnTo>
                    <a:pt x="530" y="306"/>
                  </a:lnTo>
                  <a:lnTo>
                    <a:pt x="540" y="30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4" name="Google Shape;1344;p19"/>
            <p:cNvSpPr/>
            <p:nvPr/>
          </p:nvSpPr>
          <p:spPr>
            <a:xfrm>
              <a:off x="-890397" y="-5522"/>
              <a:ext cx="302913" cy="63896"/>
            </a:xfrm>
            <a:custGeom>
              <a:rect b="b" l="l" r="r" t="t"/>
              <a:pathLst>
                <a:path extrusionOk="0" h="1139" w="5362">
                  <a:moveTo>
                    <a:pt x="0" y="0"/>
                  </a:moveTo>
                  <a:lnTo>
                    <a:pt x="5362" y="0"/>
                  </a:lnTo>
                  <a:lnTo>
                    <a:pt x="5362" y="1139"/>
                  </a:lnTo>
                  <a:lnTo>
                    <a:pt x="0" y="1139"/>
                  </a:lnTo>
                  <a:lnTo>
                    <a:pt x="0" y="0"/>
                  </a:lnTo>
                  <a:close/>
                  <a:moveTo>
                    <a:pt x="1691" y="371"/>
                  </a:moveTo>
                  <a:lnTo>
                    <a:pt x="1711" y="372"/>
                  </a:lnTo>
                  <a:lnTo>
                    <a:pt x="1731" y="375"/>
                  </a:lnTo>
                  <a:lnTo>
                    <a:pt x="1751" y="380"/>
                  </a:lnTo>
                  <a:lnTo>
                    <a:pt x="1769" y="387"/>
                  </a:lnTo>
                  <a:lnTo>
                    <a:pt x="1786" y="395"/>
                  </a:lnTo>
                  <a:lnTo>
                    <a:pt x="1802" y="405"/>
                  </a:lnTo>
                  <a:lnTo>
                    <a:pt x="1817" y="416"/>
                  </a:lnTo>
                  <a:lnTo>
                    <a:pt x="1831" y="429"/>
                  </a:lnTo>
                  <a:lnTo>
                    <a:pt x="1844" y="443"/>
                  </a:lnTo>
                  <a:lnTo>
                    <a:pt x="1855" y="458"/>
                  </a:lnTo>
                  <a:lnTo>
                    <a:pt x="1866" y="475"/>
                  </a:lnTo>
                  <a:lnTo>
                    <a:pt x="1874" y="492"/>
                  </a:lnTo>
                  <a:lnTo>
                    <a:pt x="1881" y="510"/>
                  </a:lnTo>
                  <a:lnTo>
                    <a:pt x="1886" y="529"/>
                  </a:lnTo>
                  <a:lnTo>
                    <a:pt x="1889" y="549"/>
                  </a:lnTo>
                  <a:lnTo>
                    <a:pt x="1890" y="570"/>
                  </a:lnTo>
                  <a:lnTo>
                    <a:pt x="1889" y="590"/>
                  </a:lnTo>
                  <a:lnTo>
                    <a:pt x="1886" y="609"/>
                  </a:lnTo>
                  <a:lnTo>
                    <a:pt x="1881" y="628"/>
                  </a:lnTo>
                  <a:lnTo>
                    <a:pt x="1874" y="646"/>
                  </a:lnTo>
                  <a:lnTo>
                    <a:pt x="1866" y="663"/>
                  </a:lnTo>
                  <a:lnTo>
                    <a:pt x="1855" y="680"/>
                  </a:lnTo>
                  <a:lnTo>
                    <a:pt x="1844" y="695"/>
                  </a:lnTo>
                  <a:lnTo>
                    <a:pt x="1831" y="709"/>
                  </a:lnTo>
                  <a:lnTo>
                    <a:pt x="1817" y="722"/>
                  </a:lnTo>
                  <a:lnTo>
                    <a:pt x="1802" y="733"/>
                  </a:lnTo>
                  <a:lnTo>
                    <a:pt x="1786" y="743"/>
                  </a:lnTo>
                  <a:lnTo>
                    <a:pt x="1769" y="751"/>
                  </a:lnTo>
                  <a:lnTo>
                    <a:pt x="1751" y="758"/>
                  </a:lnTo>
                  <a:lnTo>
                    <a:pt x="1731" y="763"/>
                  </a:lnTo>
                  <a:lnTo>
                    <a:pt x="1721" y="765"/>
                  </a:lnTo>
                  <a:lnTo>
                    <a:pt x="1711" y="766"/>
                  </a:lnTo>
                  <a:lnTo>
                    <a:pt x="1702" y="767"/>
                  </a:lnTo>
                  <a:lnTo>
                    <a:pt x="1691" y="767"/>
                  </a:lnTo>
                  <a:lnTo>
                    <a:pt x="1681" y="767"/>
                  </a:lnTo>
                  <a:lnTo>
                    <a:pt x="1671" y="766"/>
                  </a:lnTo>
                  <a:lnTo>
                    <a:pt x="1662" y="765"/>
                  </a:lnTo>
                  <a:lnTo>
                    <a:pt x="1652" y="763"/>
                  </a:lnTo>
                  <a:lnTo>
                    <a:pt x="1633" y="758"/>
                  </a:lnTo>
                  <a:lnTo>
                    <a:pt x="1614" y="751"/>
                  </a:lnTo>
                  <a:lnTo>
                    <a:pt x="1597" y="743"/>
                  </a:lnTo>
                  <a:lnTo>
                    <a:pt x="1581" y="733"/>
                  </a:lnTo>
                  <a:lnTo>
                    <a:pt x="1566" y="722"/>
                  </a:lnTo>
                  <a:lnTo>
                    <a:pt x="1552" y="709"/>
                  </a:lnTo>
                  <a:lnTo>
                    <a:pt x="1539" y="695"/>
                  </a:lnTo>
                  <a:lnTo>
                    <a:pt x="1528" y="680"/>
                  </a:lnTo>
                  <a:lnTo>
                    <a:pt x="1518" y="663"/>
                  </a:lnTo>
                  <a:lnTo>
                    <a:pt x="1510" y="646"/>
                  </a:lnTo>
                  <a:lnTo>
                    <a:pt x="1502" y="628"/>
                  </a:lnTo>
                  <a:lnTo>
                    <a:pt x="1497" y="609"/>
                  </a:lnTo>
                  <a:lnTo>
                    <a:pt x="1495" y="599"/>
                  </a:lnTo>
                  <a:lnTo>
                    <a:pt x="1494" y="590"/>
                  </a:lnTo>
                  <a:lnTo>
                    <a:pt x="1494" y="580"/>
                  </a:lnTo>
                  <a:lnTo>
                    <a:pt x="1493" y="570"/>
                  </a:lnTo>
                  <a:lnTo>
                    <a:pt x="1494" y="559"/>
                  </a:lnTo>
                  <a:lnTo>
                    <a:pt x="1494" y="549"/>
                  </a:lnTo>
                  <a:lnTo>
                    <a:pt x="1495" y="539"/>
                  </a:lnTo>
                  <a:lnTo>
                    <a:pt x="1497" y="529"/>
                  </a:lnTo>
                  <a:lnTo>
                    <a:pt x="1502" y="510"/>
                  </a:lnTo>
                  <a:lnTo>
                    <a:pt x="1510" y="492"/>
                  </a:lnTo>
                  <a:lnTo>
                    <a:pt x="1518" y="475"/>
                  </a:lnTo>
                  <a:lnTo>
                    <a:pt x="1528" y="458"/>
                  </a:lnTo>
                  <a:lnTo>
                    <a:pt x="1539" y="443"/>
                  </a:lnTo>
                  <a:lnTo>
                    <a:pt x="1552" y="429"/>
                  </a:lnTo>
                  <a:lnTo>
                    <a:pt x="1566" y="416"/>
                  </a:lnTo>
                  <a:lnTo>
                    <a:pt x="1581" y="405"/>
                  </a:lnTo>
                  <a:lnTo>
                    <a:pt x="1597" y="395"/>
                  </a:lnTo>
                  <a:lnTo>
                    <a:pt x="1614" y="387"/>
                  </a:lnTo>
                  <a:lnTo>
                    <a:pt x="1633" y="380"/>
                  </a:lnTo>
                  <a:lnTo>
                    <a:pt x="1652" y="375"/>
                  </a:lnTo>
                  <a:lnTo>
                    <a:pt x="1671" y="372"/>
                  </a:lnTo>
                  <a:lnTo>
                    <a:pt x="1691" y="371"/>
                  </a:lnTo>
                  <a:close/>
                  <a:moveTo>
                    <a:pt x="2351" y="371"/>
                  </a:moveTo>
                  <a:lnTo>
                    <a:pt x="2371" y="372"/>
                  </a:lnTo>
                  <a:lnTo>
                    <a:pt x="2391" y="375"/>
                  </a:lnTo>
                  <a:lnTo>
                    <a:pt x="2410" y="380"/>
                  </a:lnTo>
                  <a:lnTo>
                    <a:pt x="2428" y="387"/>
                  </a:lnTo>
                  <a:lnTo>
                    <a:pt x="2445" y="395"/>
                  </a:lnTo>
                  <a:lnTo>
                    <a:pt x="2462" y="405"/>
                  </a:lnTo>
                  <a:lnTo>
                    <a:pt x="2477" y="416"/>
                  </a:lnTo>
                  <a:lnTo>
                    <a:pt x="2491" y="429"/>
                  </a:lnTo>
                  <a:lnTo>
                    <a:pt x="2504" y="443"/>
                  </a:lnTo>
                  <a:lnTo>
                    <a:pt x="2515" y="458"/>
                  </a:lnTo>
                  <a:lnTo>
                    <a:pt x="2525" y="475"/>
                  </a:lnTo>
                  <a:lnTo>
                    <a:pt x="2533" y="492"/>
                  </a:lnTo>
                  <a:lnTo>
                    <a:pt x="2540" y="510"/>
                  </a:lnTo>
                  <a:lnTo>
                    <a:pt x="2545" y="529"/>
                  </a:lnTo>
                  <a:lnTo>
                    <a:pt x="2548" y="549"/>
                  </a:lnTo>
                  <a:lnTo>
                    <a:pt x="2549" y="570"/>
                  </a:lnTo>
                  <a:lnTo>
                    <a:pt x="2548" y="590"/>
                  </a:lnTo>
                  <a:lnTo>
                    <a:pt x="2545" y="609"/>
                  </a:lnTo>
                  <a:lnTo>
                    <a:pt x="2540" y="628"/>
                  </a:lnTo>
                  <a:lnTo>
                    <a:pt x="2533" y="646"/>
                  </a:lnTo>
                  <a:lnTo>
                    <a:pt x="2525" y="663"/>
                  </a:lnTo>
                  <a:lnTo>
                    <a:pt x="2515" y="680"/>
                  </a:lnTo>
                  <a:lnTo>
                    <a:pt x="2504" y="695"/>
                  </a:lnTo>
                  <a:lnTo>
                    <a:pt x="2491" y="709"/>
                  </a:lnTo>
                  <a:lnTo>
                    <a:pt x="2477" y="722"/>
                  </a:lnTo>
                  <a:lnTo>
                    <a:pt x="2462" y="733"/>
                  </a:lnTo>
                  <a:lnTo>
                    <a:pt x="2445" y="743"/>
                  </a:lnTo>
                  <a:lnTo>
                    <a:pt x="2428" y="751"/>
                  </a:lnTo>
                  <a:lnTo>
                    <a:pt x="2410" y="758"/>
                  </a:lnTo>
                  <a:lnTo>
                    <a:pt x="2391" y="763"/>
                  </a:lnTo>
                  <a:lnTo>
                    <a:pt x="2381" y="765"/>
                  </a:lnTo>
                  <a:lnTo>
                    <a:pt x="2371" y="766"/>
                  </a:lnTo>
                  <a:lnTo>
                    <a:pt x="2362" y="767"/>
                  </a:lnTo>
                  <a:lnTo>
                    <a:pt x="2351" y="767"/>
                  </a:lnTo>
                  <a:lnTo>
                    <a:pt x="2341" y="767"/>
                  </a:lnTo>
                  <a:lnTo>
                    <a:pt x="2331" y="766"/>
                  </a:lnTo>
                  <a:lnTo>
                    <a:pt x="2321" y="765"/>
                  </a:lnTo>
                  <a:lnTo>
                    <a:pt x="2311" y="763"/>
                  </a:lnTo>
                  <a:lnTo>
                    <a:pt x="2292" y="758"/>
                  </a:lnTo>
                  <a:lnTo>
                    <a:pt x="2274" y="751"/>
                  </a:lnTo>
                  <a:lnTo>
                    <a:pt x="2257" y="743"/>
                  </a:lnTo>
                  <a:lnTo>
                    <a:pt x="2241" y="733"/>
                  </a:lnTo>
                  <a:lnTo>
                    <a:pt x="2226" y="722"/>
                  </a:lnTo>
                  <a:lnTo>
                    <a:pt x="2212" y="709"/>
                  </a:lnTo>
                  <a:lnTo>
                    <a:pt x="2198" y="695"/>
                  </a:lnTo>
                  <a:lnTo>
                    <a:pt x="2187" y="680"/>
                  </a:lnTo>
                  <a:lnTo>
                    <a:pt x="2177" y="663"/>
                  </a:lnTo>
                  <a:lnTo>
                    <a:pt x="2169" y="646"/>
                  </a:lnTo>
                  <a:lnTo>
                    <a:pt x="2162" y="628"/>
                  </a:lnTo>
                  <a:lnTo>
                    <a:pt x="2157" y="609"/>
                  </a:lnTo>
                  <a:lnTo>
                    <a:pt x="2155" y="599"/>
                  </a:lnTo>
                  <a:lnTo>
                    <a:pt x="2154" y="590"/>
                  </a:lnTo>
                  <a:lnTo>
                    <a:pt x="2154" y="580"/>
                  </a:lnTo>
                  <a:lnTo>
                    <a:pt x="2153" y="570"/>
                  </a:lnTo>
                  <a:lnTo>
                    <a:pt x="2154" y="559"/>
                  </a:lnTo>
                  <a:lnTo>
                    <a:pt x="2154" y="549"/>
                  </a:lnTo>
                  <a:lnTo>
                    <a:pt x="2155" y="539"/>
                  </a:lnTo>
                  <a:lnTo>
                    <a:pt x="2157" y="529"/>
                  </a:lnTo>
                  <a:lnTo>
                    <a:pt x="2162" y="510"/>
                  </a:lnTo>
                  <a:lnTo>
                    <a:pt x="2169" y="492"/>
                  </a:lnTo>
                  <a:lnTo>
                    <a:pt x="2177" y="475"/>
                  </a:lnTo>
                  <a:lnTo>
                    <a:pt x="2187" y="458"/>
                  </a:lnTo>
                  <a:lnTo>
                    <a:pt x="2198" y="443"/>
                  </a:lnTo>
                  <a:lnTo>
                    <a:pt x="2212" y="429"/>
                  </a:lnTo>
                  <a:lnTo>
                    <a:pt x="2226" y="416"/>
                  </a:lnTo>
                  <a:lnTo>
                    <a:pt x="2241" y="405"/>
                  </a:lnTo>
                  <a:lnTo>
                    <a:pt x="2257" y="395"/>
                  </a:lnTo>
                  <a:lnTo>
                    <a:pt x="2274" y="387"/>
                  </a:lnTo>
                  <a:lnTo>
                    <a:pt x="2292" y="380"/>
                  </a:lnTo>
                  <a:lnTo>
                    <a:pt x="2311" y="375"/>
                  </a:lnTo>
                  <a:lnTo>
                    <a:pt x="2331" y="372"/>
                  </a:lnTo>
                  <a:lnTo>
                    <a:pt x="2351" y="371"/>
                  </a:lnTo>
                  <a:close/>
                  <a:moveTo>
                    <a:pt x="3011" y="371"/>
                  </a:moveTo>
                  <a:lnTo>
                    <a:pt x="3030" y="372"/>
                  </a:lnTo>
                  <a:lnTo>
                    <a:pt x="3051" y="375"/>
                  </a:lnTo>
                  <a:lnTo>
                    <a:pt x="3070" y="380"/>
                  </a:lnTo>
                  <a:lnTo>
                    <a:pt x="3088" y="387"/>
                  </a:lnTo>
                  <a:lnTo>
                    <a:pt x="3105" y="395"/>
                  </a:lnTo>
                  <a:lnTo>
                    <a:pt x="3121" y="405"/>
                  </a:lnTo>
                  <a:lnTo>
                    <a:pt x="3136" y="416"/>
                  </a:lnTo>
                  <a:lnTo>
                    <a:pt x="3150" y="429"/>
                  </a:lnTo>
                  <a:lnTo>
                    <a:pt x="3164" y="443"/>
                  </a:lnTo>
                  <a:lnTo>
                    <a:pt x="3175" y="458"/>
                  </a:lnTo>
                  <a:lnTo>
                    <a:pt x="3185" y="475"/>
                  </a:lnTo>
                  <a:lnTo>
                    <a:pt x="3193" y="492"/>
                  </a:lnTo>
                  <a:lnTo>
                    <a:pt x="3200" y="510"/>
                  </a:lnTo>
                  <a:lnTo>
                    <a:pt x="3205" y="529"/>
                  </a:lnTo>
                  <a:lnTo>
                    <a:pt x="3208" y="549"/>
                  </a:lnTo>
                  <a:lnTo>
                    <a:pt x="3209" y="570"/>
                  </a:lnTo>
                  <a:lnTo>
                    <a:pt x="3208" y="590"/>
                  </a:lnTo>
                  <a:lnTo>
                    <a:pt x="3205" y="609"/>
                  </a:lnTo>
                  <a:lnTo>
                    <a:pt x="3200" y="628"/>
                  </a:lnTo>
                  <a:lnTo>
                    <a:pt x="3193" y="646"/>
                  </a:lnTo>
                  <a:lnTo>
                    <a:pt x="3185" y="663"/>
                  </a:lnTo>
                  <a:lnTo>
                    <a:pt x="3175" y="680"/>
                  </a:lnTo>
                  <a:lnTo>
                    <a:pt x="3164" y="695"/>
                  </a:lnTo>
                  <a:lnTo>
                    <a:pt x="3150" y="709"/>
                  </a:lnTo>
                  <a:lnTo>
                    <a:pt x="3136" y="722"/>
                  </a:lnTo>
                  <a:lnTo>
                    <a:pt x="3121" y="733"/>
                  </a:lnTo>
                  <a:lnTo>
                    <a:pt x="3105" y="743"/>
                  </a:lnTo>
                  <a:lnTo>
                    <a:pt x="3088" y="751"/>
                  </a:lnTo>
                  <a:lnTo>
                    <a:pt x="3070" y="758"/>
                  </a:lnTo>
                  <a:lnTo>
                    <a:pt x="3051" y="763"/>
                  </a:lnTo>
                  <a:lnTo>
                    <a:pt x="3041" y="765"/>
                  </a:lnTo>
                  <a:lnTo>
                    <a:pt x="3030" y="766"/>
                  </a:lnTo>
                  <a:lnTo>
                    <a:pt x="3021" y="767"/>
                  </a:lnTo>
                  <a:lnTo>
                    <a:pt x="3011" y="767"/>
                  </a:lnTo>
                  <a:lnTo>
                    <a:pt x="3000" y="767"/>
                  </a:lnTo>
                  <a:lnTo>
                    <a:pt x="2990" y="766"/>
                  </a:lnTo>
                  <a:lnTo>
                    <a:pt x="2981" y="765"/>
                  </a:lnTo>
                  <a:lnTo>
                    <a:pt x="2971" y="763"/>
                  </a:lnTo>
                  <a:lnTo>
                    <a:pt x="2952" y="758"/>
                  </a:lnTo>
                  <a:lnTo>
                    <a:pt x="2934" y="751"/>
                  </a:lnTo>
                  <a:lnTo>
                    <a:pt x="2917" y="743"/>
                  </a:lnTo>
                  <a:lnTo>
                    <a:pt x="2900" y="733"/>
                  </a:lnTo>
                  <a:lnTo>
                    <a:pt x="2885" y="722"/>
                  </a:lnTo>
                  <a:lnTo>
                    <a:pt x="2871" y="709"/>
                  </a:lnTo>
                  <a:lnTo>
                    <a:pt x="2858" y="695"/>
                  </a:lnTo>
                  <a:lnTo>
                    <a:pt x="2847" y="680"/>
                  </a:lnTo>
                  <a:lnTo>
                    <a:pt x="2837" y="663"/>
                  </a:lnTo>
                  <a:lnTo>
                    <a:pt x="2829" y="646"/>
                  </a:lnTo>
                  <a:lnTo>
                    <a:pt x="2822" y="628"/>
                  </a:lnTo>
                  <a:lnTo>
                    <a:pt x="2817" y="609"/>
                  </a:lnTo>
                  <a:lnTo>
                    <a:pt x="2816" y="599"/>
                  </a:lnTo>
                  <a:lnTo>
                    <a:pt x="2814" y="590"/>
                  </a:lnTo>
                  <a:lnTo>
                    <a:pt x="2814" y="580"/>
                  </a:lnTo>
                  <a:lnTo>
                    <a:pt x="2813" y="570"/>
                  </a:lnTo>
                  <a:lnTo>
                    <a:pt x="2814" y="559"/>
                  </a:lnTo>
                  <a:lnTo>
                    <a:pt x="2814" y="549"/>
                  </a:lnTo>
                  <a:lnTo>
                    <a:pt x="2816" y="539"/>
                  </a:lnTo>
                  <a:lnTo>
                    <a:pt x="2817" y="529"/>
                  </a:lnTo>
                  <a:lnTo>
                    <a:pt x="2822" y="510"/>
                  </a:lnTo>
                  <a:lnTo>
                    <a:pt x="2829" y="492"/>
                  </a:lnTo>
                  <a:lnTo>
                    <a:pt x="2837" y="475"/>
                  </a:lnTo>
                  <a:lnTo>
                    <a:pt x="2847" y="458"/>
                  </a:lnTo>
                  <a:lnTo>
                    <a:pt x="2858" y="443"/>
                  </a:lnTo>
                  <a:lnTo>
                    <a:pt x="2871" y="429"/>
                  </a:lnTo>
                  <a:lnTo>
                    <a:pt x="2885" y="416"/>
                  </a:lnTo>
                  <a:lnTo>
                    <a:pt x="2900" y="405"/>
                  </a:lnTo>
                  <a:lnTo>
                    <a:pt x="2917" y="395"/>
                  </a:lnTo>
                  <a:lnTo>
                    <a:pt x="2934" y="387"/>
                  </a:lnTo>
                  <a:lnTo>
                    <a:pt x="2952" y="380"/>
                  </a:lnTo>
                  <a:lnTo>
                    <a:pt x="2971" y="375"/>
                  </a:lnTo>
                  <a:lnTo>
                    <a:pt x="2990" y="372"/>
                  </a:lnTo>
                  <a:lnTo>
                    <a:pt x="3011" y="371"/>
                  </a:lnTo>
                  <a:close/>
                  <a:moveTo>
                    <a:pt x="3671" y="371"/>
                  </a:moveTo>
                  <a:lnTo>
                    <a:pt x="3690" y="372"/>
                  </a:lnTo>
                  <a:lnTo>
                    <a:pt x="3710" y="375"/>
                  </a:lnTo>
                  <a:lnTo>
                    <a:pt x="3729" y="380"/>
                  </a:lnTo>
                  <a:lnTo>
                    <a:pt x="3748" y="387"/>
                  </a:lnTo>
                  <a:lnTo>
                    <a:pt x="3765" y="395"/>
                  </a:lnTo>
                  <a:lnTo>
                    <a:pt x="3781" y="405"/>
                  </a:lnTo>
                  <a:lnTo>
                    <a:pt x="3796" y="416"/>
                  </a:lnTo>
                  <a:lnTo>
                    <a:pt x="3810" y="429"/>
                  </a:lnTo>
                  <a:lnTo>
                    <a:pt x="3823" y="443"/>
                  </a:lnTo>
                  <a:lnTo>
                    <a:pt x="3834" y="458"/>
                  </a:lnTo>
                  <a:lnTo>
                    <a:pt x="3844" y="475"/>
                  </a:lnTo>
                  <a:lnTo>
                    <a:pt x="3852" y="492"/>
                  </a:lnTo>
                  <a:lnTo>
                    <a:pt x="3860" y="510"/>
                  </a:lnTo>
                  <a:lnTo>
                    <a:pt x="3865" y="529"/>
                  </a:lnTo>
                  <a:lnTo>
                    <a:pt x="3868" y="549"/>
                  </a:lnTo>
                  <a:lnTo>
                    <a:pt x="3869" y="570"/>
                  </a:lnTo>
                  <a:lnTo>
                    <a:pt x="3868" y="590"/>
                  </a:lnTo>
                  <a:lnTo>
                    <a:pt x="3865" y="609"/>
                  </a:lnTo>
                  <a:lnTo>
                    <a:pt x="3860" y="628"/>
                  </a:lnTo>
                  <a:lnTo>
                    <a:pt x="3852" y="646"/>
                  </a:lnTo>
                  <a:lnTo>
                    <a:pt x="3844" y="663"/>
                  </a:lnTo>
                  <a:lnTo>
                    <a:pt x="3834" y="680"/>
                  </a:lnTo>
                  <a:lnTo>
                    <a:pt x="3823" y="695"/>
                  </a:lnTo>
                  <a:lnTo>
                    <a:pt x="3810" y="709"/>
                  </a:lnTo>
                  <a:lnTo>
                    <a:pt x="3796" y="722"/>
                  </a:lnTo>
                  <a:lnTo>
                    <a:pt x="3781" y="733"/>
                  </a:lnTo>
                  <a:lnTo>
                    <a:pt x="3765" y="743"/>
                  </a:lnTo>
                  <a:lnTo>
                    <a:pt x="3748" y="751"/>
                  </a:lnTo>
                  <a:lnTo>
                    <a:pt x="3729" y="758"/>
                  </a:lnTo>
                  <a:lnTo>
                    <a:pt x="3710" y="763"/>
                  </a:lnTo>
                  <a:lnTo>
                    <a:pt x="3700" y="765"/>
                  </a:lnTo>
                  <a:lnTo>
                    <a:pt x="3690" y="766"/>
                  </a:lnTo>
                  <a:lnTo>
                    <a:pt x="3681" y="767"/>
                  </a:lnTo>
                  <a:lnTo>
                    <a:pt x="3671" y="767"/>
                  </a:lnTo>
                  <a:lnTo>
                    <a:pt x="3660" y="767"/>
                  </a:lnTo>
                  <a:lnTo>
                    <a:pt x="3650" y="766"/>
                  </a:lnTo>
                  <a:lnTo>
                    <a:pt x="3641" y="765"/>
                  </a:lnTo>
                  <a:lnTo>
                    <a:pt x="3631" y="763"/>
                  </a:lnTo>
                  <a:lnTo>
                    <a:pt x="3611" y="758"/>
                  </a:lnTo>
                  <a:lnTo>
                    <a:pt x="3593" y="751"/>
                  </a:lnTo>
                  <a:lnTo>
                    <a:pt x="3576" y="743"/>
                  </a:lnTo>
                  <a:lnTo>
                    <a:pt x="3560" y="733"/>
                  </a:lnTo>
                  <a:lnTo>
                    <a:pt x="3545" y="722"/>
                  </a:lnTo>
                  <a:lnTo>
                    <a:pt x="3531" y="709"/>
                  </a:lnTo>
                  <a:lnTo>
                    <a:pt x="3518" y="695"/>
                  </a:lnTo>
                  <a:lnTo>
                    <a:pt x="3507" y="680"/>
                  </a:lnTo>
                  <a:lnTo>
                    <a:pt x="3496" y="663"/>
                  </a:lnTo>
                  <a:lnTo>
                    <a:pt x="3488" y="646"/>
                  </a:lnTo>
                  <a:lnTo>
                    <a:pt x="3481" y="628"/>
                  </a:lnTo>
                  <a:lnTo>
                    <a:pt x="3476" y="609"/>
                  </a:lnTo>
                  <a:lnTo>
                    <a:pt x="3475" y="599"/>
                  </a:lnTo>
                  <a:lnTo>
                    <a:pt x="3473" y="590"/>
                  </a:lnTo>
                  <a:lnTo>
                    <a:pt x="3473" y="580"/>
                  </a:lnTo>
                  <a:lnTo>
                    <a:pt x="3472" y="570"/>
                  </a:lnTo>
                  <a:lnTo>
                    <a:pt x="3473" y="559"/>
                  </a:lnTo>
                  <a:lnTo>
                    <a:pt x="3473" y="549"/>
                  </a:lnTo>
                  <a:lnTo>
                    <a:pt x="3475" y="539"/>
                  </a:lnTo>
                  <a:lnTo>
                    <a:pt x="3476" y="529"/>
                  </a:lnTo>
                  <a:lnTo>
                    <a:pt x="3481" y="510"/>
                  </a:lnTo>
                  <a:lnTo>
                    <a:pt x="3488" y="492"/>
                  </a:lnTo>
                  <a:lnTo>
                    <a:pt x="3496" y="475"/>
                  </a:lnTo>
                  <a:lnTo>
                    <a:pt x="3507" y="458"/>
                  </a:lnTo>
                  <a:lnTo>
                    <a:pt x="3518" y="443"/>
                  </a:lnTo>
                  <a:lnTo>
                    <a:pt x="3531" y="429"/>
                  </a:lnTo>
                  <a:lnTo>
                    <a:pt x="3545" y="416"/>
                  </a:lnTo>
                  <a:lnTo>
                    <a:pt x="3560" y="405"/>
                  </a:lnTo>
                  <a:lnTo>
                    <a:pt x="3576" y="395"/>
                  </a:lnTo>
                  <a:lnTo>
                    <a:pt x="3593" y="387"/>
                  </a:lnTo>
                  <a:lnTo>
                    <a:pt x="3611" y="380"/>
                  </a:lnTo>
                  <a:lnTo>
                    <a:pt x="3631" y="375"/>
                  </a:lnTo>
                  <a:lnTo>
                    <a:pt x="3650" y="372"/>
                  </a:lnTo>
                  <a:lnTo>
                    <a:pt x="3671" y="371"/>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5" name="Google Shape;1345;p19"/>
            <p:cNvSpPr/>
            <p:nvPr/>
          </p:nvSpPr>
          <p:spPr>
            <a:xfrm>
              <a:off x="-1022133" y="-358921"/>
              <a:ext cx="566385" cy="321056"/>
            </a:xfrm>
            <a:custGeom>
              <a:rect b="b" l="l" r="r" t="t"/>
              <a:pathLst>
                <a:path extrusionOk="0" h="5694" w="10052">
                  <a:moveTo>
                    <a:pt x="199" y="0"/>
                  </a:moveTo>
                  <a:lnTo>
                    <a:pt x="9853" y="0"/>
                  </a:lnTo>
                  <a:lnTo>
                    <a:pt x="9873" y="1"/>
                  </a:lnTo>
                  <a:lnTo>
                    <a:pt x="9893" y="4"/>
                  </a:lnTo>
                  <a:lnTo>
                    <a:pt x="9911" y="8"/>
                  </a:lnTo>
                  <a:lnTo>
                    <a:pt x="9930" y="15"/>
                  </a:lnTo>
                  <a:lnTo>
                    <a:pt x="9947" y="22"/>
                  </a:lnTo>
                  <a:lnTo>
                    <a:pt x="9964" y="32"/>
                  </a:lnTo>
                  <a:lnTo>
                    <a:pt x="9979" y="42"/>
                  </a:lnTo>
                  <a:lnTo>
                    <a:pt x="9993" y="54"/>
                  </a:lnTo>
                  <a:lnTo>
                    <a:pt x="10006" y="68"/>
                  </a:lnTo>
                  <a:lnTo>
                    <a:pt x="10018" y="82"/>
                  </a:lnTo>
                  <a:lnTo>
                    <a:pt x="10028" y="98"/>
                  </a:lnTo>
                  <a:lnTo>
                    <a:pt x="10036" y="115"/>
                  </a:lnTo>
                  <a:lnTo>
                    <a:pt x="10043" y="132"/>
                  </a:lnTo>
                  <a:lnTo>
                    <a:pt x="10047" y="150"/>
                  </a:lnTo>
                  <a:lnTo>
                    <a:pt x="10050" y="168"/>
                  </a:lnTo>
                  <a:lnTo>
                    <a:pt x="10052" y="187"/>
                  </a:lnTo>
                  <a:lnTo>
                    <a:pt x="10052" y="5506"/>
                  </a:lnTo>
                  <a:lnTo>
                    <a:pt x="10050" y="5525"/>
                  </a:lnTo>
                  <a:lnTo>
                    <a:pt x="10047" y="5543"/>
                  </a:lnTo>
                  <a:lnTo>
                    <a:pt x="10043" y="5561"/>
                  </a:lnTo>
                  <a:lnTo>
                    <a:pt x="10036" y="5578"/>
                  </a:lnTo>
                  <a:lnTo>
                    <a:pt x="10028" y="5595"/>
                  </a:lnTo>
                  <a:lnTo>
                    <a:pt x="10018" y="5611"/>
                  </a:lnTo>
                  <a:lnTo>
                    <a:pt x="10006" y="5625"/>
                  </a:lnTo>
                  <a:lnTo>
                    <a:pt x="9993" y="5638"/>
                  </a:lnTo>
                  <a:lnTo>
                    <a:pt x="9979" y="5650"/>
                  </a:lnTo>
                  <a:lnTo>
                    <a:pt x="9964" y="5661"/>
                  </a:lnTo>
                  <a:lnTo>
                    <a:pt x="9947" y="5670"/>
                  </a:lnTo>
                  <a:lnTo>
                    <a:pt x="9930" y="5678"/>
                  </a:lnTo>
                  <a:lnTo>
                    <a:pt x="9911" y="5684"/>
                  </a:lnTo>
                  <a:lnTo>
                    <a:pt x="9893" y="5689"/>
                  </a:lnTo>
                  <a:lnTo>
                    <a:pt x="9873" y="5693"/>
                  </a:lnTo>
                  <a:lnTo>
                    <a:pt x="9853" y="5694"/>
                  </a:lnTo>
                  <a:lnTo>
                    <a:pt x="199" y="5694"/>
                  </a:lnTo>
                  <a:lnTo>
                    <a:pt x="179" y="5693"/>
                  </a:lnTo>
                  <a:lnTo>
                    <a:pt x="159" y="5689"/>
                  </a:lnTo>
                  <a:lnTo>
                    <a:pt x="140" y="5684"/>
                  </a:lnTo>
                  <a:lnTo>
                    <a:pt x="122" y="5678"/>
                  </a:lnTo>
                  <a:lnTo>
                    <a:pt x="105" y="5670"/>
                  </a:lnTo>
                  <a:lnTo>
                    <a:pt x="88" y="5661"/>
                  </a:lnTo>
                  <a:lnTo>
                    <a:pt x="72" y="5650"/>
                  </a:lnTo>
                  <a:lnTo>
                    <a:pt x="58" y="5638"/>
                  </a:lnTo>
                  <a:lnTo>
                    <a:pt x="46" y="5625"/>
                  </a:lnTo>
                  <a:lnTo>
                    <a:pt x="34" y="5611"/>
                  </a:lnTo>
                  <a:lnTo>
                    <a:pt x="24" y="5595"/>
                  </a:lnTo>
                  <a:lnTo>
                    <a:pt x="16" y="5578"/>
                  </a:lnTo>
                  <a:lnTo>
                    <a:pt x="9" y="5561"/>
                  </a:lnTo>
                  <a:lnTo>
                    <a:pt x="4" y="5543"/>
                  </a:lnTo>
                  <a:lnTo>
                    <a:pt x="3" y="5534"/>
                  </a:lnTo>
                  <a:lnTo>
                    <a:pt x="1" y="5525"/>
                  </a:lnTo>
                  <a:lnTo>
                    <a:pt x="1" y="5515"/>
                  </a:lnTo>
                  <a:lnTo>
                    <a:pt x="0" y="5506"/>
                  </a:lnTo>
                  <a:lnTo>
                    <a:pt x="0" y="187"/>
                  </a:lnTo>
                  <a:lnTo>
                    <a:pt x="1" y="177"/>
                  </a:lnTo>
                  <a:lnTo>
                    <a:pt x="1" y="168"/>
                  </a:lnTo>
                  <a:lnTo>
                    <a:pt x="3" y="159"/>
                  </a:lnTo>
                  <a:lnTo>
                    <a:pt x="4" y="150"/>
                  </a:lnTo>
                  <a:lnTo>
                    <a:pt x="9" y="132"/>
                  </a:lnTo>
                  <a:lnTo>
                    <a:pt x="16" y="115"/>
                  </a:lnTo>
                  <a:lnTo>
                    <a:pt x="24" y="98"/>
                  </a:lnTo>
                  <a:lnTo>
                    <a:pt x="34" y="82"/>
                  </a:lnTo>
                  <a:lnTo>
                    <a:pt x="46" y="68"/>
                  </a:lnTo>
                  <a:lnTo>
                    <a:pt x="58" y="54"/>
                  </a:lnTo>
                  <a:lnTo>
                    <a:pt x="72" y="42"/>
                  </a:lnTo>
                  <a:lnTo>
                    <a:pt x="88" y="32"/>
                  </a:lnTo>
                  <a:lnTo>
                    <a:pt x="105" y="22"/>
                  </a:lnTo>
                  <a:lnTo>
                    <a:pt x="122" y="15"/>
                  </a:lnTo>
                  <a:lnTo>
                    <a:pt x="140" y="8"/>
                  </a:lnTo>
                  <a:lnTo>
                    <a:pt x="159" y="4"/>
                  </a:lnTo>
                  <a:lnTo>
                    <a:pt x="179" y="1"/>
                  </a:lnTo>
                  <a:lnTo>
                    <a:pt x="199" y="0"/>
                  </a:lnTo>
                  <a:close/>
                  <a:moveTo>
                    <a:pt x="279" y="46"/>
                  </a:moveTo>
                  <a:lnTo>
                    <a:pt x="9773" y="46"/>
                  </a:lnTo>
                  <a:lnTo>
                    <a:pt x="9792" y="47"/>
                  </a:lnTo>
                  <a:lnTo>
                    <a:pt x="9812" y="50"/>
                  </a:lnTo>
                  <a:lnTo>
                    <a:pt x="9830" y="55"/>
                  </a:lnTo>
                  <a:lnTo>
                    <a:pt x="9849" y="61"/>
                  </a:lnTo>
                  <a:lnTo>
                    <a:pt x="9866" y="69"/>
                  </a:lnTo>
                  <a:lnTo>
                    <a:pt x="9882" y="78"/>
                  </a:lnTo>
                  <a:lnTo>
                    <a:pt x="9897" y="88"/>
                  </a:lnTo>
                  <a:lnTo>
                    <a:pt x="9911" y="101"/>
                  </a:lnTo>
                  <a:lnTo>
                    <a:pt x="9923" y="114"/>
                  </a:lnTo>
                  <a:lnTo>
                    <a:pt x="9935" y="128"/>
                  </a:lnTo>
                  <a:lnTo>
                    <a:pt x="9944" y="144"/>
                  </a:lnTo>
                  <a:lnTo>
                    <a:pt x="9953" y="160"/>
                  </a:lnTo>
                  <a:lnTo>
                    <a:pt x="9959" y="176"/>
                  </a:lnTo>
                  <a:lnTo>
                    <a:pt x="9965" y="194"/>
                  </a:lnTo>
                  <a:lnTo>
                    <a:pt x="9968" y="213"/>
                  </a:lnTo>
                  <a:lnTo>
                    <a:pt x="9969" y="232"/>
                  </a:lnTo>
                  <a:lnTo>
                    <a:pt x="9969" y="5461"/>
                  </a:lnTo>
                  <a:lnTo>
                    <a:pt x="9968" y="5480"/>
                  </a:lnTo>
                  <a:lnTo>
                    <a:pt x="9965" y="5499"/>
                  </a:lnTo>
                  <a:lnTo>
                    <a:pt x="9959" y="5516"/>
                  </a:lnTo>
                  <a:lnTo>
                    <a:pt x="9953" y="5533"/>
                  </a:lnTo>
                  <a:lnTo>
                    <a:pt x="9944" y="5549"/>
                  </a:lnTo>
                  <a:lnTo>
                    <a:pt x="9935" y="5564"/>
                  </a:lnTo>
                  <a:lnTo>
                    <a:pt x="9923" y="5578"/>
                  </a:lnTo>
                  <a:lnTo>
                    <a:pt x="9911" y="5592"/>
                  </a:lnTo>
                  <a:lnTo>
                    <a:pt x="9897" y="5604"/>
                  </a:lnTo>
                  <a:lnTo>
                    <a:pt x="9882" y="5615"/>
                  </a:lnTo>
                  <a:lnTo>
                    <a:pt x="9866" y="5624"/>
                  </a:lnTo>
                  <a:lnTo>
                    <a:pt x="9849" y="5632"/>
                  </a:lnTo>
                  <a:lnTo>
                    <a:pt x="9830" y="5638"/>
                  </a:lnTo>
                  <a:lnTo>
                    <a:pt x="9812" y="5642"/>
                  </a:lnTo>
                  <a:lnTo>
                    <a:pt x="9792" y="5645"/>
                  </a:lnTo>
                  <a:lnTo>
                    <a:pt x="9773" y="5646"/>
                  </a:lnTo>
                  <a:lnTo>
                    <a:pt x="279" y="5646"/>
                  </a:lnTo>
                  <a:lnTo>
                    <a:pt x="259" y="5645"/>
                  </a:lnTo>
                  <a:lnTo>
                    <a:pt x="240" y="5642"/>
                  </a:lnTo>
                  <a:lnTo>
                    <a:pt x="222" y="5638"/>
                  </a:lnTo>
                  <a:lnTo>
                    <a:pt x="203" y="5632"/>
                  </a:lnTo>
                  <a:lnTo>
                    <a:pt x="186" y="5624"/>
                  </a:lnTo>
                  <a:lnTo>
                    <a:pt x="170" y="5615"/>
                  </a:lnTo>
                  <a:lnTo>
                    <a:pt x="155" y="5604"/>
                  </a:lnTo>
                  <a:lnTo>
                    <a:pt x="141" y="5592"/>
                  </a:lnTo>
                  <a:lnTo>
                    <a:pt x="128" y="5578"/>
                  </a:lnTo>
                  <a:lnTo>
                    <a:pt x="117" y="5564"/>
                  </a:lnTo>
                  <a:lnTo>
                    <a:pt x="107" y="5549"/>
                  </a:lnTo>
                  <a:lnTo>
                    <a:pt x="99" y="5533"/>
                  </a:lnTo>
                  <a:lnTo>
                    <a:pt x="93" y="5516"/>
                  </a:lnTo>
                  <a:lnTo>
                    <a:pt x="87" y="5499"/>
                  </a:lnTo>
                  <a:lnTo>
                    <a:pt x="85" y="5490"/>
                  </a:lnTo>
                  <a:lnTo>
                    <a:pt x="84" y="5480"/>
                  </a:lnTo>
                  <a:lnTo>
                    <a:pt x="83" y="5470"/>
                  </a:lnTo>
                  <a:lnTo>
                    <a:pt x="83" y="5461"/>
                  </a:lnTo>
                  <a:lnTo>
                    <a:pt x="83" y="232"/>
                  </a:lnTo>
                  <a:lnTo>
                    <a:pt x="83" y="222"/>
                  </a:lnTo>
                  <a:lnTo>
                    <a:pt x="84" y="213"/>
                  </a:lnTo>
                  <a:lnTo>
                    <a:pt x="85" y="204"/>
                  </a:lnTo>
                  <a:lnTo>
                    <a:pt x="87" y="194"/>
                  </a:lnTo>
                  <a:lnTo>
                    <a:pt x="93" y="176"/>
                  </a:lnTo>
                  <a:lnTo>
                    <a:pt x="99" y="160"/>
                  </a:lnTo>
                  <a:lnTo>
                    <a:pt x="107" y="144"/>
                  </a:lnTo>
                  <a:lnTo>
                    <a:pt x="117" y="128"/>
                  </a:lnTo>
                  <a:lnTo>
                    <a:pt x="128" y="114"/>
                  </a:lnTo>
                  <a:lnTo>
                    <a:pt x="141" y="101"/>
                  </a:lnTo>
                  <a:lnTo>
                    <a:pt x="155" y="88"/>
                  </a:lnTo>
                  <a:lnTo>
                    <a:pt x="170" y="78"/>
                  </a:lnTo>
                  <a:lnTo>
                    <a:pt x="186" y="69"/>
                  </a:lnTo>
                  <a:lnTo>
                    <a:pt x="203" y="61"/>
                  </a:lnTo>
                  <a:lnTo>
                    <a:pt x="222" y="55"/>
                  </a:lnTo>
                  <a:lnTo>
                    <a:pt x="240" y="50"/>
                  </a:lnTo>
                  <a:lnTo>
                    <a:pt x="259" y="47"/>
                  </a:lnTo>
                  <a:lnTo>
                    <a:pt x="279" y="4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6" name="Google Shape;1346;p19"/>
            <p:cNvSpPr/>
            <p:nvPr/>
          </p:nvSpPr>
          <p:spPr>
            <a:xfrm>
              <a:off x="-913273" y="-332889"/>
              <a:ext cx="120692" cy="120692"/>
            </a:xfrm>
            <a:custGeom>
              <a:rect b="b" l="l" r="r" t="t"/>
              <a:pathLst>
                <a:path extrusionOk="0" h="2134" w="2131">
                  <a:moveTo>
                    <a:pt x="1066" y="2134"/>
                  </a:moveTo>
                  <a:lnTo>
                    <a:pt x="1121" y="2133"/>
                  </a:lnTo>
                  <a:lnTo>
                    <a:pt x="1174" y="2128"/>
                  </a:lnTo>
                  <a:lnTo>
                    <a:pt x="1228" y="2121"/>
                  </a:lnTo>
                  <a:lnTo>
                    <a:pt x="1280" y="2111"/>
                  </a:lnTo>
                  <a:lnTo>
                    <a:pt x="1332" y="2100"/>
                  </a:lnTo>
                  <a:lnTo>
                    <a:pt x="1382" y="2085"/>
                  </a:lnTo>
                  <a:lnTo>
                    <a:pt x="1431" y="2069"/>
                  </a:lnTo>
                  <a:lnTo>
                    <a:pt x="1480" y="2050"/>
                  </a:lnTo>
                  <a:lnTo>
                    <a:pt x="1527" y="2028"/>
                  </a:lnTo>
                  <a:lnTo>
                    <a:pt x="1573" y="2004"/>
                  </a:lnTo>
                  <a:lnTo>
                    <a:pt x="1618" y="1979"/>
                  </a:lnTo>
                  <a:lnTo>
                    <a:pt x="1660" y="1951"/>
                  </a:lnTo>
                  <a:lnTo>
                    <a:pt x="1703" y="1922"/>
                  </a:lnTo>
                  <a:lnTo>
                    <a:pt x="1743" y="1889"/>
                  </a:lnTo>
                  <a:lnTo>
                    <a:pt x="1781" y="1856"/>
                  </a:lnTo>
                  <a:lnTo>
                    <a:pt x="1819" y="1821"/>
                  </a:lnTo>
                  <a:lnTo>
                    <a:pt x="1854" y="1783"/>
                  </a:lnTo>
                  <a:lnTo>
                    <a:pt x="1887" y="1745"/>
                  </a:lnTo>
                  <a:lnTo>
                    <a:pt x="1920" y="1704"/>
                  </a:lnTo>
                  <a:lnTo>
                    <a:pt x="1949" y="1662"/>
                  </a:lnTo>
                  <a:lnTo>
                    <a:pt x="1977" y="1620"/>
                  </a:lnTo>
                  <a:lnTo>
                    <a:pt x="2002" y="1574"/>
                  </a:lnTo>
                  <a:lnTo>
                    <a:pt x="2026" y="1529"/>
                  </a:lnTo>
                  <a:lnTo>
                    <a:pt x="2048" y="1481"/>
                  </a:lnTo>
                  <a:lnTo>
                    <a:pt x="2067" y="1433"/>
                  </a:lnTo>
                  <a:lnTo>
                    <a:pt x="2083" y="1383"/>
                  </a:lnTo>
                  <a:lnTo>
                    <a:pt x="2098" y="1333"/>
                  </a:lnTo>
                  <a:lnTo>
                    <a:pt x="2109" y="1281"/>
                  </a:lnTo>
                  <a:lnTo>
                    <a:pt x="2119" y="1229"/>
                  </a:lnTo>
                  <a:lnTo>
                    <a:pt x="2126" y="1175"/>
                  </a:lnTo>
                  <a:lnTo>
                    <a:pt x="2130" y="1122"/>
                  </a:lnTo>
                  <a:lnTo>
                    <a:pt x="2131" y="1066"/>
                  </a:lnTo>
                  <a:lnTo>
                    <a:pt x="2130" y="1012"/>
                  </a:lnTo>
                  <a:lnTo>
                    <a:pt x="2126" y="958"/>
                  </a:lnTo>
                  <a:lnTo>
                    <a:pt x="2119" y="905"/>
                  </a:lnTo>
                  <a:lnTo>
                    <a:pt x="2109" y="852"/>
                  </a:lnTo>
                  <a:lnTo>
                    <a:pt x="2098" y="801"/>
                  </a:lnTo>
                  <a:lnTo>
                    <a:pt x="2083" y="750"/>
                  </a:lnTo>
                  <a:lnTo>
                    <a:pt x="2067" y="701"/>
                  </a:lnTo>
                  <a:lnTo>
                    <a:pt x="2048" y="652"/>
                  </a:lnTo>
                  <a:lnTo>
                    <a:pt x="2026" y="605"/>
                  </a:lnTo>
                  <a:lnTo>
                    <a:pt x="2002" y="558"/>
                  </a:lnTo>
                  <a:lnTo>
                    <a:pt x="1977" y="514"/>
                  </a:lnTo>
                  <a:lnTo>
                    <a:pt x="1949" y="471"/>
                  </a:lnTo>
                  <a:lnTo>
                    <a:pt x="1920" y="429"/>
                  </a:lnTo>
                  <a:lnTo>
                    <a:pt x="1887" y="389"/>
                  </a:lnTo>
                  <a:lnTo>
                    <a:pt x="1854" y="350"/>
                  </a:lnTo>
                  <a:lnTo>
                    <a:pt x="1819" y="313"/>
                  </a:lnTo>
                  <a:lnTo>
                    <a:pt x="1781" y="278"/>
                  </a:lnTo>
                  <a:lnTo>
                    <a:pt x="1743" y="244"/>
                  </a:lnTo>
                  <a:lnTo>
                    <a:pt x="1703" y="212"/>
                  </a:lnTo>
                  <a:lnTo>
                    <a:pt x="1660" y="183"/>
                  </a:lnTo>
                  <a:lnTo>
                    <a:pt x="1618" y="154"/>
                  </a:lnTo>
                  <a:lnTo>
                    <a:pt x="1573" y="129"/>
                  </a:lnTo>
                  <a:lnTo>
                    <a:pt x="1527" y="105"/>
                  </a:lnTo>
                  <a:lnTo>
                    <a:pt x="1480" y="84"/>
                  </a:lnTo>
                  <a:lnTo>
                    <a:pt x="1431" y="65"/>
                  </a:lnTo>
                  <a:lnTo>
                    <a:pt x="1382" y="47"/>
                  </a:lnTo>
                  <a:lnTo>
                    <a:pt x="1332" y="33"/>
                  </a:lnTo>
                  <a:lnTo>
                    <a:pt x="1280" y="21"/>
                  </a:lnTo>
                  <a:lnTo>
                    <a:pt x="1228" y="12"/>
                  </a:lnTo>
                  <a:lnTo>
                    <a:pt x="1174" y="5"/>
                  </a:lnTo>
                  <a:lnTo>
                    <a:pt x="1121" y="1"/>
                  </a:lnTo>
                  <a:lnTo>
                    <a:pt x="1066" y="0"/>
                  </a:lnTo>
                  <a:lnTo>
                    <a:pt x="1011" y="1"/>
                  </a:lnTo>
                  <a:lnTo>
                    <a:pt x="957" y="5"/>
                  </a:lnTo>
                  <a:lnTo>
                    <a:pt x="904" y="12"/>
                  </a:lnTo>
                  <a:lnTo>
                    <a:pt x="851" y="21"/>
                  </a:lnTo>
                  <a:lnTo>
                    <a:pt x="800" y="33"/>
                  </a:lnTo>
                  <a:lnTo>
                    <a:pt x="750" y="47"/>
                  </a:lnTo>
                  <a:lnTo>
                    <a:pt x="700" y="65"/>
                  </a:lnTo>
                  <a:lnTo>
                    <a:pt x="652" y="84"/>
                  </a:lnTo>
                  <a:lnTo>
                    <a:pt x="604" y="105"/>
                  </a:lnTo>
                  <a:lnTo>
                    <a:pt x="559" y="129"/>
                  </a:lnTo>
                  <a:lnTo>
                    <a:pt x="514" y="154"/>
                  </a:lnTo>
                  <a:lnTo>
                    <a:pt x="470" y="183"/>
                  </a:lnTo>
                  <a:lnTo>
                    <a:pt x="429" y="212"/>
                  </a:lnTo>
                  <a:lnTo>
                    <a:pt x="389" y="244"/>
                  </a:lnTo>
                  <a:lnTo>
                    <a:pt x="350" y="278"/>
                  </a:lnTo>
                  <a:lnTo>
                    <a:pt x="313" y="313"/>
                  </a:lnTo>
                  <a:lnTo>
                    <a:pt x="278" y="350"/>
                  </a:lnTo>
                  <a:lnTo>
                    <a:pt x="244" y="389"/>
                  </a:lnTo>
                  <a:lnTo>
                    <a:pt x="212" y="429"/>
                  </a:lnTo>
                  <a:lnTo>
                    <a:pt x="183" y="471"/>
                  </a:lnTo>
                  <a:lnTo>
                    <a:pt x="155" y="514"/>
                  </a:lnTo>
                  <a:lnTo>
                    <a:pt x="129" y="558"/>
                  </a:lnTo>
                  <a:lnTo>
                    <a:pt x="105" y="605"/>
                  </a:lnTo>
                  <a:lnTo>
                    <a:pt x="84" y="652"/>
                  </a:lnTo>
                  <a:lnTo>
                    <a:pt x="65" y="701"/>
                  </a:lnTo>
                  <a:lnTo>
                    <a:pt x="49" y="750"/>
                  </a:lnTo>
                  <a:lnTo>
                    <a:pt x="33" y="801"/>
                  </a:lnTo>
                  <a:lnTo>
                    <a:pt x="22" y="852"/>
                  </a:lnTo>
                  <a:lnTo>
                    <a:pt x="12" y="905"/>
                  </a:lnTo>
                  <a:lnTo>
                    <a:pt x="5" y="958"/>
                  </a:lnTo>
                  <a:lnTo>
                    <a:pt x="1" y="1012"/>
                  </a:lnTo>
                  <a:lnTo>
                    <a:pt x="0" y="1066"/>
                  </a:lnTo>
                  <a:lnTo>
                    <a:pt x="1" y="1122"/>
                  </a:lnTo>
                  <a:lnTo>
                    <a:pt x="5" y="1175"/>
                  </a:lnTo>
                  <a:lnTo>
                    <a:pt x="12" y="1229"/>
                  </a:lnTo>
                  <a:lnTo>
                    <a:pt x="22" y="1281"/>
                  </a:lnTo>
                  <a:lnTo>
                    <a:pt x="33" y="1333"/>
                  </a:lnTo>
                  <a:lnTo>
                    <a:pt x="49" y="1383"/>
                  </a:lnTo>
                  <a:lnTo>
                    <a:pt x="65" y="1433"/>
                  </a:lnTo>
                  <a:lnTo>
                    <a:pt x="84" y="1481"/>
                  </a:lnTo>
                  <a:lnTo>
                    <a:pt x="105" y="1529"/>
                  </a:lnTo>
                  <a:lnTo>
                    <a:pt x="129" y="1574"/>
                  </a:lnTo>
                  <a:lnTo>
                    <a:pt x="155" y="1620"/>
                  </a:lnTo>
                  <a:lnTo>
                    <a:pt x="183" y="1662"/>
                  </a:lnTo>
                  <a:lnTo>
                    <a:pt x="212" y="1704"/>
                  </a:lnTo>
                  <a:lnTo>
                    <a:pt x="244" y="1745"/>
                  </a:lnTo>
                  <a:lnTo>
                    <a:pt x="278" y="1783"/>
                  </a:lnTo>
                  <a:lnTo>
                    <a:pt x="313" y="1821"/>
                  </a:lnTo>
                  <a:lnTo>
                    <a:pt x="350" y="1856"/>
                  </a:lnTo>
                  <a:lnTo>
                    <a:pt x="389" y="1889"/>
                  </a:lnTo>
                  <a:lnTo>
                    <a:pt x="429" y="1922"/>
                  </a:lnTo>
                  <a:lnTo>
                    <a:pt x="470" y="1951"/>
                  </a:lnTo>
                  <a:lnTo>
                    <a:pt x="514" y="1979"/>
                  </a:lnTo>
                  <a:lnTo>
                    <a:pt x="559" y="2004"/>
                  </a:lnTo>
                  <a:lnTo>
                    <a:pt x="604" y="2028"/>
                  </a:lnTo>
                  <a:lnTo>
                    <a:pt x="652" y="2050"/>
                  </a:lnTo>
                  <a:lnTo>
                    <a:pt x="700" y="2069"/>
                  </a:lnTo>
                  <a:lnTo>
                    <a:pt x="750" y="2085"/>
                  </a:lnTo>
                  <a:lnTo>
                    <a:pt x="800" y="2100"/>
                  </a:lnTo>
                  <a:lnTo>
                    <a:pt x="851" y="2111"/>
                  </a:lnTo>
                  <a:lnTo>
                    <a:pt x="904" y="2121"/>
                  </a:lnTo>
                  <a:lnTo>
                    <a:pt x="957" y="2128"/>
                  </a:lnTo>
                  <a:lnTo>
                    <a:pt x="1011" y="2133"/>
                  </a:lnTo>
                  <a:lnTo>
                    <a:pt x="1066" y="2134"/>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7" name="Google Shape;1347;p19"/>
            <p:cNvSpPr/>
            <p:nvPr/>
          </p:nvSpPr>
          <p:spPr>
            <a:xfrm>
              <a:off x="-962970" y="-196421"/>
              <a:ext cx="220085" cy="159345"/>
            </a:xfrm>
            <a:custGeom>
              <a:rect b="b" l="l" r="r" t="t"/>
              <a:pathLst>
                <a:path extrusionOk="0" h="2827" w="3913">
                  <a:moveTo>
                    <a:pt x="1956" y="1290"/>
                  </a:moveTo>
                  <a:lnTo>
                    <a:pt x="1122" y="0"/>
                  </a:lnTo>
                  <a:lnTo>
                    <a:pt x="629" y="0"/>
                  </a:lnTo>
                  <a:lnTo>
                    <a:pt x="615" y="3"/>
                  </a:lnTo>
                  <a:lnTo>
                    <a:pt x="576" y="12"/>
                  </a:lnTo>
                  <a:lnTo>
                    <a:pt x="548" y="19"/>
                  </a:lnTo>
                  <a:lnTo>
                    <a:pt x="517" y="29"/>
                  </a:lnTo>
                  <a:lnTo>
                    <a:pt x="482" y="40"/>
                  </a:lnTo>
                  <a:lnTo>
                    <a:pt x="445" y="53"/>
                  </a:lnTo>
                  <a:lnTo>
                    <a:pt x="406" y="69"/>
                  </a:lnTo>
                  <a:lnTo>
                    <a:pt x="367" y="87"/>
                  </a:lnTo>
                  <a:lnTo>
                    <a:pt x="347" y="97"/>
                  </a:lnTo>
                  <a:lnTo>
                    <a:pt x="326" y="108"/>
                  </a:lnTo>
                  <a:lnTo>
                    <a:pt x="307" y="119"/>
                  </a:lnTo>
                  <a:lnTo>
                    <a:pt x="287" y="132"/>
                  </a:lnTo>
                  <a:lnTo>
                    <a:pt x="268" y="145"/>
                  </a:lnTo>
                  <a:lnTo>
                    <a:pt x="249" y="159"/>
                  </a:lnTo>
                  <a:lnTo>
                    <a:pt x="231" y="173"/>
                  </a:lnTo>
                  <a:lnTo>
                    <a:pt x="212" y="188"/>
                  </a:lnTo>
                  <a:lnTo>
                    <a:pt x="195" y="204"/>
                  </a:lnTo>
                  <a:lnTo>
                    <a:pt x="179" y="221"/>
                  </a:lnTo>
                  <a:lnTo>
                    <a:pt x="164" y="239"/>
                  </a:lnTo>
                  <a:lnTo>
                    <a:pt x="149" y="258"/>
                  </a:lnTo>
                  <a:lnTo>
                    <a:pt x="136" y="277"/>
                  </a:lnTo>
                  <a:lnTo>
                    <a:pt x="123" y="296"/>
                  </a:lnTo>
                  <a:lnTo>
                    <a:pt x="111" y="315"/>
                  </a:lnTo>
                  <a:lnTo>
                    <a:pt x="99" y="335"/>
                  </a:lnTo>
                  <a:lnTo>
                    <a:pt x="89" y="354"/>
                  </a:lnTo>
                  <a:lnTo>
                    <a:pt x="79" y="373"/>
                  </a:lnTo>
                  <a:lnTo>
                    <a:pt x="70" y="393"/>
                  </a:lnTo>
                  <a:lnTo>
                    <a:pt x="62" y="411"/>
                  </a:lnTo>
                  <a:lnTo>
                    <a:pt x="55" y="430"/>
                  </a:lnTo>
                  <a:lnTo>
                    <a:pt x="48" y="450"/>
                  </a:lnTo>
                  <a:lnTo>
                    <a:pt x="42" y="469"/>
                  </a:lnTo>
                  <a:lnTo>
                    <a:pt x="36" y="487"/>
                  </a:lnTo>
                  <a:lnTo>
                    <a:pt x="26" y="523"/>
                  </a:lnTo>
                  <a:lnTo>
                    <a:pt x="18" y="559"/>
                  </a:lnTo>
                  <a:lnTo>
                    <a:pt x="12" y="593"/>
                  </a:lnTo>
                  <a:lnTo>
                    <a:pt x="8" y="625"/>
                  </a:lnTo>
                  <a:lnTo>
                    <a:pt x="4"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2" y="2827"/>
                  </a:lnTo>
                  <a:lnTo>
                    <a:pt x="2020"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8" y="656"/>
                  </a:lnTo>
                  <a:lnTo>
                    <a:pt x="3905" y="625"/>
                  </a:lnTo>
                  <a:lnTo>
                    <a:pt x="3901" y="593"/>
                  </a:lnTo>
                  <a:lnTo>
                    <a:pt x="3894" y="559"/>
                  </a:lnTo>
                  <a:lnTo>
                    <a:pt x="3887" y="523"/>
                  </a:lnTo>
                  <a:lnTo>
                    <a:pt x="3877" y="487"/>
                  </a:lnTo>
                  <a:lnTo>
                    <a:pt x="3871" y="469"/>
                  </a:lnTo>
                  <a:lnTo>
                    <a:pt x="3865" y="450"/>
                  </a:lnTo>
                  <a:lnTo>
                    <a:pt x="3857" y="430"/>
                  </a:lnTo>
                  <a:lnTo>
                    <a:pt x="3849" y="411"/>
                  </a:lnTo>
                  <a:lnTo>
                    <a:pt x="3841" y="393"/>
                  </a:lnTo>
                  <a:lnTo>
                    <a:pt x="3832" y="373"/>
                  </a:lnTo>
                  <a:lnTo>
                    <a:pt x="3823" y="354"/>
                  </a:lnTo>
                  <a:lnTo>
                    <a:pt x="3813" y="335"/>
                  </a:lnTo>
                  <a:lnTo>
                    <a:pt x="3801" y="315"/>
                  </a:lnTo>
                  <a:lnTo>
                    <a:pt x="3790" y="296"/>
                  </a:lnTo>
                  <a:lnTo>
                    <a:pt x="3777" y="277"/>
                  </a:lnTo>
                  <a:lnTo>
                    <a:pt x="3764" y="258"/>
                  </a:lnTo>
                  <a:lnTo>
                    <a:pt x="3749" y="239"/>
                  </a:lnTo>
                  <a:lnTo>
                    <a:pt x="3733" y="221"/>
                  </a:lnTo>
                  <a:lnTo>
                    <a:pt x="3716" y="204"/>
                  </a:lnTo>
                  <a:lnTo>
                    <a:pt x="3699" y="188"/>
                  </a:lnTo>
                  <a:lnTo>
                    <a:pt x="3682" y="173"/>
                  </a:lnTo>
                  <a:lnTo>
                    <a:pt x="3663" y="159"/>
                  </a:lnTo>
                  <a:lnTo>
                    <a:pt x="3645" y="145"/>
                  </a:lnTo>
                  <a:lnTo>
                    <a:pt x="3626" y="132"/>
                  </a:lnTo>
                  <a:lnTo>
                    <a:pt x="3605" y="119"/>
                  </a:lnTo>
                  <a:lnTo>
                    <a:pt x="3585" y="108"/>
                  </a:lnTo>
                  <a:lnTo>
                    <a:pt x="3565" y="97"/>
                  </a:lnTo>
                  <a:lnTo>
                    <a:pt x="3546" y="87"/>
                  </a:lnTo>
                  <a:lnTo>
                    <a:pt x="3505" y="69"/>
                  </a:lnTo>
                  <a:lnTo>
                    <a:pt x="3467" y="53"/>
                  </a:lnTo>
                  <a:lnTo>
                    <a:pt x="3430" y="40"/>
                  </a:lnTo>
                  <a:lnTo>
                    <a:pt x="3396" y="29"/>
                  </a:lnTo>
                  <a:lnTo>
                    <a:pt x="3364" y="19"/>
                  </a:lnTo>
                  <a:lnTo>
                    <a:pt x="3337" y="12"/>
                  </a:lnTo>
                  <a:lnTo>
                    <a:pt x="3298" y="3"/>
                  </a:lnTo>
                  <a:lnTo>
                    <a:pt x="3284" y="0"/>
                  </a:lnTo>
                  <a:lnTo>
                    <a:pt x="2790" y="0"/>
                  </a:lnTo>
                  <a:lnTo>
                    <a:pt x="1956" y="129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8" name="Google Shape;1348;p19"/>
            <p:cNvSpPr/>
            <p:nvPr/>
          </p:nvSpPr>
          <p:spPr>
            <a:xfrm>
              <a:off x="-857266" y="-196421"/>
              <a:ext cx="9466" cy="7888"/>
            </a:xfrm>
            <a:custGeom>
              <a:rect b="b" l="l" r="r" t="t"/>
              <a:pathLst>
                <a:path extrusionOk="0" h="148" w="169">
                  <a:moveTo>
                    <a:pt x="84" y="148"/>
                  </a:moveTo>
                  <a:lnTo>
                    <a:pt x="127" y="74"/>
                  </a:lnTo>
                  <a:lnTo>
                    <a:pt x="169" y="0"/>
                  </a:lnTo>
                  <a:lnTo>
                    <a:pt x="84" y="0"/>
                  </a:lnTo>
                  <a:lnTo>
                    <a:pt x="0" y="0"/>
                  </a:lnTo>
                  <a:lnTo>
                    <a:pt x="42" y="74"/>
                  </a:lnTo>
                  <a:lnTo>
                    <a:pt x="84" y="148"/>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49" name="Google Shape;1349;p19"/>
            <p:cNvSpPr/>
            <p:nvPr/>
          </p:nvSpPr>
          <p:spPr>
            <a:xfrm>
              <a:off x="-863577" y="-190899"/>
              <a:ext cx="22087" cy="54430"/>
            </a:xfrm>
            <a:custGeom>
              <a:rect b="b" l="l" r="r" t="t"/>
              <a:pathLst>
                <a:path extrusionOk="0" h="963" w="393">
                  <a:moveTo>
                    <a:pt x="196" y="0"/>
                  </a:moveTo>
                  <a:lnTo>
                    <a:pt x="295" y="358"/>
                  </a:lnTo>
                  <a:lnTo>
                    <a:pt x="388" y="697"/>
                  </a:lnTo>
                  <a:lnTo>
                    <a:pt x="393" y="697"/>
                  </a:lnTo>
                  <a:lnTo>
                    <a:pt x="389" y="702"/>
                  </a:lnTo>
                  <a:lnTo>
                    <a:pt x="393" y="716"/>
                  </a:lnTo>
                  <a:lnTo>
                    <a:pt x="379" y="716"/>
                  </a:lnTo>
                  <a:lnTo>
                    <a:pt x="295" y="830"/>
                  </a:lnTo>
                  <a:lnTo>
                    <a:pt x="196" y="963"/>
                  </a:lnTo>
                  <a:lnTo>
                    <a:pt x="97" y="830"/>
                  </a:lnTo>
                  <a:lnTo>
                    <a:pt x="14" y="716"/>
                  </a:lnTo>
                  <a:lnTo>
                    <a:pt x="0" y="716"/>
                  </a:lnTo>
                  <a:lnTo>
                    <a:pt x="3" y="702"/>
                  </a:lnTo>
                  <a:lnTo>
                    <a:pt x="0" y="697"/>
                  </a:lnTo>
                  <a:lnTo>
                    <a:pt x="5" y="697"/>
                  </a:lnTo>
                  <a:lnTo>
                    <a:pt x="97" y="358"/>
                  </a:lnTo>
                  <a:lnTo>
                    <a:pt x="196"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0" name="Google Shape;1350;p19"/>
            <p:cNvSpPr/>
            <p:nvPr/>
          </p:nvSpPr>
          <p:spPr>
            <a:xfrm>
              <a:off x="-685300" y="-332889"/>
              <a:ext cx="119903" cy="120692"/>
            </a:xfrm>
            <a:custGeom>
              <a:rect b="b" l="l" r="r" t="t"/>
              <a:pathLst>
                <a:path extrusionOk="0" h="2134" w="2131">
                  <a:moveTo>
                    <a:pt x="1066" y="2134"/>
                  </a:moveTo>
                  <a:lnTo>
                    <a:pt x="1120" y="2133"/>
                  </a:lnTo>
                  <a:lnTo>
                    <a:pt x="1175" y="2128"/>
                  </a:lnTo>
                  <a:lnTo>
                    <a:pt x="1227" y="2121"/>
                  </a:lnTo>
                  <a:lnTo>
                    <a:pt x="1279" y="2111"/>
                  </a:lnTo>
                  <a:lnTo>
                    <a:pt x="1331" y="2100"/>
                  </a:lnTo>
                  <a:lnTo>
                    <a:pt x="1381" y="2085"/>
                  </a:lnTo>
                  <a:lnTo>
                    <a:pt x="1431" y="2069"/>
                  </a:lnTo>
                  <a:lnTo>
                    <a:pt x="1479" y="2050"/>
                  </a:lnTo>
                  <a:lnTo>
                    <a:pt x="1527" y="2028"/>
                  </a:lnTo>
                  <a:lnTo>
                    <a:pt x="1573" y="2004"/>
                  </a:lnTo>
                  <a:lnTo>
                    <a:pt x="1617" y="1979"/>
                  </a:lnTo>
                  <a:lnTo>
                    <a:pt x="1661" y="1951"/>
                  </a:lnTo>
                  <a:lnTo>
                    <a:pt x="1702" y="1922"/>
                  </a:lnTo>
                  <a:lnTo>
                    <a:pt x="1742" y="1889"/>
                  </a:lnTo>
                  <a:lnTo>
                    <a:pt x="1782" y="1856"/>
                  </a:lnTo>
                  <a:lnTo>
                    <a:pt x="1818" y="1821"/>
                  </a:lnTo>
                  <a:lnTo>
                    <a:pt x="1853" y="1783"/>
                  </a:lnTo>
                  <a:lnTo>
                    <a:pt x="1887" y="1745"/>
                  </a:lnTo>
                  <a:lnTo>
                    <a:pt x="1919" y="1704"/>
                  </a:lnTo>
                  <a:lnTo>
                    <a:pt x="1948" y="1662"/>
                  </a:lnTo>
                  <a:lnTo>
                    <a:pt x="1976" y="1620"/>
                  </a:lnTo>
                  <a:lnTo>
                    <a:pt x="2002" y="1574"/>
                  </a:lnTo>
                  <a:lnTo>
                    <a:pt x="2026" y="1529"/>
                  </a:lnTo>
                  <a:lnTo>
                    <a:pt x="2047" y="1481"/>
                  </a:lnTo>
                  <a:lnTo>
                    <a:pt x="2066" y="1433"/>
                  </a:lnTo>
                  <a:lnTo>
                    <a:pt x="2083" y="1383"/>
                  </a:lnTo>
                  <a:lnTo>
                    <a:pt x="2097" y="1333"/>
                  </a:lnTo>
                  <a:lnTo>
                    <a:pt x="2110" y="1281"/>
                  </a:lnTo>
                  <a:lnTo>
                    <a:pt x="2119" y="1229"/>
                  </a:lnTo>
                  <a:lnTo>
                    <a:pt x="2126" y="1175"/>
                  </a:lnTo>
                  <a:lnTo>
                    <a:pt x="2130" y="1122"/>
                  </a:lnTo>
                  <a:lnTo>
                    <a:pt x="2131" y="1066"/>
                  </a:lnTo>
                  <a:lnTo>
                    <a:pt x="2130" y="1012"/>
                  </a:lnTo>
                  <a:lnTo>
                    <a:pt x="2126" y="958"/>
                  </a:lnTo>
                  <a:lnTo>
                    <a:pt x="2119" y="905"/>
                  </a:lnTo>
                  <a:lnTo>
                    <a:pt x="2110" y="852"/>
                  </a:lnTo>
                  <a:lnTo>
                    <a:pt x="2097" y="801"/>
                  </a:lnTo>
                  <a:lnTo>
                    <a:pt x="2083" y="750"/>
                  </a:lnTo>
                  <a:lnTo>
                    <a:pt x="2066" y="701"/>
                  </a:lnTo>
                  <a:lnTo>
                    <a:pt x="2047" y="652"/>
                  </a:lnTo>
                  <a:lnTo>
                    <a:pt x="2026" y="605"/>
                  </a:lnTo>
                  <a:lnTo>
                    <a:pt x="2002" y="558"/>
                  </a:lnTo>
                  <a:lnTo>
                    <a:pt x="1976" y="514"/>
                  </a:lnTo>
                  <a:lnTo>
                    <a:pt x="1948" y="471"/>
                  </a:lnTo>
                  <a:lnTo>
                    <a:pt x="1919" y="429"/>
                  </a:lnTo>
                  <a:lnTo>
                    <a:pt x="1887" y="389"/>
                  </a:lnTo>
                  <a:lnTo>
                    <a:pt x="1853" y="350"/>
                  </a:lnTo>
                  <a:lnTo>
                    <a:pt x="1818" y="313"/>
                  </a:lnTo>
                  <a:lnTo>
                    <a:pt x="1782" y="278"/>
                  </a:lnTo>
                  <a:lnTo>
                    <a:pt x="1742" y="244"/>
                  </a:lnTo>
                  <a:lnTo>
                    <a:pt x="1702" y="212"/>
                  </a:lnTo>
                  <a:lnTo>
                    <a:pt x="1661" y="183"/>
                  </a:lnTo>
                  <a:lnTo>
                    <a:pt x="1617" y="154"/>
                  </a:lnTo>
                  <a:lnTo>
                    <a:pt x="1573" y="129"/>
                  </a:lnTo>
                  <a:lnTo>
                    <a:pt x="1527" y="105"/>
                  </a:lnTo>
                  <a:lnTo>
                    <a:pt x="1479" y="84"/>
                  </a:lnTo>
                  <a:lnTo>
                    <a:pt x="1431" y="65"/>
                  </a:lnTo>
                  <a:lnTo>
                    <a:pt x="1381" y="47"/>
                  </a:lnTo>
                  <a:lnTo>
                    <a:pt x="1331" y="33"/>
                  </a:lnTo>
                  <a:lnTo>
                    <a:pt x="1279" y="21"/>
                  </a:lnTo>
                  <a:lnTo>
                    <a:pt x="1227" y="12"/>
                  </a:lnTo>
                  <a:lnTo>
                    <a:pt x="1175" y="5"/>
                  </a:lnTo>
                  <a:lnTo>
                    <a:pt x="1120" y="1"/>
                  </a:lnTo>
                  <a:lnTo>
                    <a:pt x="1066" y="0"/>
                  </a:lnTo>
                  <a:lnTo>
                    <a:pt x="1011" y="1"/>
                  </a:lnTo>
                  <a:lnTo>
                    <a:pt x="957" y="5"/>
                  </a:lnTo>
                  <a:lnTo>
                    <a:pt x="903" y="12"/>
                  </a:lnTo>
                  <a:lnTo>
                    <a:pt x="851" y="21"/>
                  </a:lnTo>
                  <a:lnTo>
                    <a:pt x="799" y="33"/>
                  </a:lnTo>
                  <a:lnTo>
                    <a:pt x="749" y="47"/>
                  </a:lnTo>
                  <a:lnTo>
                    <a:pt x="700" y="65"/>
                  </a:lnTo>
                  <a:lnTo>
                    <a:pt x="651" y="84"/>
                  </a:lnTo>
                  <a:lnTo>
                    <a:pt x="604" y="105"/>
                  </a:lnTo>
                  <a:lnTo>
                    <a:pt x="558" y="129"/>
                  </a:lnTo>
                  <a:lnTo>
                    <a:pt x="514" y="154"/>
                  </a:lnTo>
                  <a:lnTo>
                    <a:pt x="471" y="183"/>
                  </a:lnTo>
                  <a:lnTo>
                    <a:pt x="428" y="212"/>
                  </a:lnTo>
                  <a:lnTo>
                    <a:pt x="388" y="244"/>
                  </a:lnTo>
                  <a:lnTo>
                    <a:pt x="350" y="278"/>
                  </a:lnTo>
                  <a:lnTo>
                    <a:pt x="312" y="313"/>
                  </a:lnTo>
                  <a:lnTo>
                    <a:pt x="277" y="350"/>
                  </a:lnTo>
                  <a:lnTo>
                    <a:pt x="244" y="389"/>
                  </a:lnTo>
                  <a:lnTo>
                    <a:pt x="212" y="429"/>
                  </a:lnTo>
                  <a:lnTo>
                    <a:pt x="182" y="471"/>
                  </a:lnTo>
                  <a:lnTo>
                    <a:pt x="155" y="514"/>
                  </a:lnTo>
                  <a:lnTo>
                    <a:pt x="129" y="558"/>
                  </a:lnTo>
                  <a:lnTo>
                    <a:pt x="106" y="605"/>
                  </a:lnTo>
                  <a:lnTo>
                    <a:pt x="84" y="652"/>
                  </a:lnTo>
                  <a:lnTo>
                    <a:pt x="65" y="701"/>
                  </a:lnTo>
                  <a:lnTo>
                    <a:pt x="48" y="750"/>
                  </a:lnTo>
                  <a:lnTo>
                    <a:pt x="34" y="801"/>
                  </a:lnTo>
                  <a:lnTo>
                    <a:pt x="22" y="852"/>
                  </a:lnTo>
                  <a:lnTo>
                    <a:pt x="12" y="905"/>
                  </a:lnTo>
                  <a:lnTo>
                    <a:pt x="6" y="958"/>
                  </a:lnTo>
                  <a:lnTo>
                    <a:pt x="2" y="1012"/>
                  </a:lnTo>
                  <a:lnTo>
                    <a:pt x="0" y="1066"/>
                  </a:lnTo>
                  <a:lnTo>
                    <a:pt x="2" y="1122"/>
                  </a:lnTo>
                  <a:lnTo>
                    <a:pt x="6" y="1175"/>
                  </a:lnTo>
                  <a:lnTo>
                    <a:pt x="12" y="1229"/>
                  </a:lnTo>
                  <a:lnTo>
                    <a:pt x="22" y="1281"/>
                  </a:lnTo>
                  <a:lnTo>
                    <a:pt x="34" y="1333"/>
                  </a:lnTo>
                  <a:lnTo>
                    <a:pt x="48" y="1383"/>
                  </a:lnTo>
                  <a:lnTo>
                    <a:pt x="65" y="1433"/>
                  </a:lnTo>
                  <a:lnTo>
                    <a:pt x="84" y="1481"/>
                  </a:lnTo>
                  <a:lnTo>
                    <a:pt x="106" y="1529"/>
                  </a:lnTo>
                  <a:lnTo>
                    <a:pt x="129" y="1574"/>
                  </a:lnTo>
                  <a:lnTo>
                    <a:pt x="155" y="1620"/>
                  </a:lnTo>
                  <a:lnTo>
                    <a:pt x="182" y="1662"/>
                  </a:lnTo>
                  <a:lnTo>
                    <a:pt x="212" y="1704"/>
                  </a:lnTo>
                  <a:lnTo>
                    <a:pt x="244" y="1745"/>
                  </a:lnTo>
                  <a:lnTo>
                    <a:pt x="277" y="1783"/>
                  </a:lnTo>
                  <a:lnTo>
                    <a:pt x="312" y="1821"/>
                  </a:lnTo>
                  <a:lnTo>
                    <a:pt x="350" y="1856"/>
                  </a:lnTo>
                  <a:lnTo>
                    <a:pt x="388" y="1889"/>
                  </a:lnTo>
                  <a:lnTo>
                    <a:pt x="428" y="1922"/>
                  </a:lnTo>
                  <a:lnTo>
                    <a:pt x="471" y="1951"/>
                  </a:lnTo>
                  <a:lnTo>
                    <a:pt x="514" y="1979"/>
                  </a:lnTo>
                  <a:lnTo>
                    <a:pt x="558" y="2004"/>
                  </a:lnTo>
                  <a:lnTo>
                    <a:pt x="604" y="2028"/>
                  </a:lnTo>
                  <a:lnTo>
                    <a:pt x="651" y="2050"/>
                  </a:lnTo>
                  <a:lnTo>
                    <a:pt x="700" y="2069"/>
                  </a:lnTo>
                  <a:lnTo>
                    <a:pt x="749" y="2085"/>
                  </a:lnTo>
                  <a:lnTo>
                    <a:pt x="799" y="2100"/>
                  </a:lnTo>
                  <a:lnTo>
                    <a:pt x="851" y="2111"/>
                  </a:lnTo>
                  <a:lnTo>
                    <a:pt x="903" y="2121"/>
                  </a:lnTo>
                  <a:lnTo>
                    <a:pt x="957" y="2128"/>
                  </a:lnTo>
                  <a:lnTo>
                    <a:pt x="1011" y="2133"/>
                  </a:lnTo>
                  <a:lnTo>
                    <a:pt x="1066" y="2134"/>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1" name="Google Shape;1351;p19"/>
            <p:cNvSpPr/>
            <p:nvPr/>
          </p:nvSpPr>
          <p:spPr>
            <a:xfrm>
              <a:off x="-734996" y="-196421"/>
              <a:ext cx="220085" cy="159345"/>
            </a:xfrm>
            <a:custGeom>
              <a:rect b="b" l="l" r="r" t="t"/>
              <a:pathLst>
                <a:path extrusionOk="0" h="2827" w="3913">
                  <a:moveTo>
                    <a:pt x="1957" y="1290"/>
                  </a:moveTo>
                  <a:lnTo>
                    <a:pt x="1123" y="0"/>
                  </a:lnTo>
                  <a:lnTo>
                    <a:pt x="630" y="0"/>
                  </a:lnTo>
                  <a:lnTo>
                    <a:pt x="615" y="3"/>
                  </a:lnTo>
                  <a:lnTo>
                    <a:pt x="576" y="12"/>
                  </a:lnTo>
                  <a:lnTo>
                    <a:pt x="549" y="19"/>
                  </a:lnTo>
                  <a:lnTo>
                    <a:pt x="517" y="29"/>
                  </a:lnTo>
                  <a:lnTo>
                    <a:pt x="483" y="40"/>
                  </a:lnTo>
                  <a:lnTo>
                    <a:pt x="446" y="53"/>
                  </a:lnTo>
                  <a:lnTo>
                    <a:pt x="408" y="69"/>
                  </a:lnTo>
                  <a:lnTo>
                    <a:pt x="367" y="87"/>
                  </a:lnTo>
                  <a:lnTo>
                    <a:pt x="347" y="97"/>
                  </a:lnTo>
                  <a:lnTo>
                    <a:pt x="328" y="108"/>
                  </a:lnTo>
                  <a:lnTo>
                    <a:pt x="308" y="119"/>
                  </a:lnTo>
                  <a:lnTo>
                    <a:pt x="287" y="132"/>
                  </a:lnTo>
                  <a:lnTo>
                    <a:pt x="268" y="145"/>
                  </a:lnTo>
                  <a:lnTo>
                    <a:pt x="249" y="159"/>
                  </a:lnTo>
                  <a:lnTo>
                    <a:pt x="231" y="173"/>
                  </a:lnTo>
                  <a:lnTo>
                    <a:pt x="213" y="188"/>
                  </a:lnTo>
                  <a:lnTo>
                    <a:pt x="196" y="204"/>
                  </a:lnTo>
                  <a:lnTo>
                    <a:pt x="180" y="221"/>
                  </a:lnTo>
                  <a:lnTo>
                    <a:pt x="164" y="239"/>
                  </a:lnTo>
                  <a:lnTo>
                    <a:pt x="149" y="258"/>
                  </a:lnTo>
                  <a:lnTo>
                    <a:pt x="136" y="277"/>
                  </a:lnTo>
                  <a:lnTo>
                    <a:pt x="123" y="296"/>
                  </a:lnTo>
                  <a:lnTo>
                    <a:pt x="111" y="315"/>
                  </a:lnTo>
                  <a:lnTo>
                    <a:pt x="100" y="335"/>
                  </a:lnTo>
                  <a:lnTo>
                    <a:pt x="90" y="354"/>
                  </a:lnTo>
                  <a:lnTo>
                    <a:pt x="81" y="373"/>
                  </a:lnTo>
                  <a:lnTo>
                    <a:pt x="72" y="393"/>
                  </a:lnTo>
                  <a:lnTo>
                    <a:pt x="64" y="411"/>
                  </a:lnTo>
                  <a:lnTo>
                    <a:pt x="56" y="430"/>
                  </a:lnTo>
                  <a:lnTo>
                    <a:pt x="48" y="450"/>
                  </a:lnTo>
                  <a:lnTo>
                    <a:pt x="42" y="469"/>
                  </a:lnTo>
                  <a:lnTo>
                    <a:pt x="36" y="487"/>
                  </a:lnTo>
                  <a:lnTo>
                    <a:pt x="26" y="523"/>
                  </a:lnTo>
                  <a:lnTo>
                    <a:pt x="19" y="559"/>
                  </a:lnTo>
                  <a:lnTo>
                    <a:pt x="12" y="593"/>
                  </a:lnTo>
                  <a:lnTo>
                    <a:pt x="8" y="625"/>
                  </a:lnTo>
                  <a:lnTo>
                    <a:pt x="5"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3" y="2827"/>
                  </a:lnTo>
                  <a:lnTo>
                    <a:pt x="2021"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9" y="656"/>
                  </a:lnTo>
                  <a:lnTo>
                    <a:pt x="3905" y="625"/>
                  </a:lnTo>
                  <a:lnTo>
                    <a:pt x="3901" y="593"/>
                  </a:lnTo>
                  <a:lnTo>
                    <a:pt x="3895" y="559"/>
                  </a:lnTo>
                  <a:lnTo>
                    <a:pt x="3887" y="523"/>
                  </a:lnTo>
                  <a:lnTo>
                    <a:pt x="3877" y="487"/>
                  </a:lnTo>
                  <a:lnTo>
                    <a:pt x="3871" y="469"/>
                  </a:lnTo>
                  <a:lnTo>
                    <a:pt x="3865" y="450"/>
                  </a:lnTo>
                  <a:lnTo>
                    <a:pt x="3858" y="430"/>
                  </a:lnTo>
                  <a:lnTo>
                    <a:pt x="3851" y="411"/>
                  </a:lnTo>
                  <a:lnTo>
                    <a:pt x="3842" y="393"/>
                  </a:lnTo>
                  <a:lnTo>
                    <a:pt x="3834" y="373"/>
                  </a:lnTo>
                  <a:lnTo>
                    <a:pt x="3824" y="354"/>
                  </a:lnTo>
                  <a:lnTo>
                    <a:pt x="3814" y="335"/>
                  </a:lnTo>
                  <a:lnTo>
                    <a:pt x="3802" y="315"/>
                  </a:lnTo>
                  <a:lnTo>
                    <a:pt x="3790" y="296"/>
                  </a:lnTo>
                  <a:lnTo>
                    <a:pt x="3777" y="277"/>
                  </a:lnTo>
                  <a:lnTo>
                    <a:pt x="3764" y="258"/>
                  </a:lnTo>
                  <a:lnTo>
                    <a:pt x="3749" y="239"/>
                  </a:lnTo>
                  <a:lnTo>
                    <a:pt x="3734" y="221"/>
                  </a:lnTo>
                  <a:lnTo>
                    <a:pt x="3718" y="204"/>
                  </a:lnTo>
                  <a:lnTo>
                    <a:pt x="3701" y="188"/>
                  </a:lnTo>
                  <a:lnTo>
                    <a:pt x="3682" y="173"/>
                  </a:lnTo>
                  <a:lnTo>
                    <a:pt x="3664" y="159"/>
                  </a:lnTo>
                  <a:lnTo>
                    <a:pt x="3645" y="145"/>
                  </a:lnTo>
                  <a:lnTo>
                    <a:pt x="3626" y="132"/>
                  </a:lnTo>
                  <a:lnTo>
                    <a:pt x="3606" y="119"/>
                  </a:lnTo>
                  <a:lnTo>
                    <a:pt x="3587" y="108"/>
                  </a:lnTo>
                  <a:lnTo>
                    <a:pt x="3566" y="97"/>
                  </a:lnTo>
                  <a:lnTo>
                    <a:pt x="3546" y="87"/>
                  </a:lnTo>
                  <a:lnTo>
                    <a:pt x="3507" y="69"/>
                  </a:lnTo>
                  <a:lnTo>
                    <a:pt x="3468" y="53"/>
                  </a:lnTo>
                  <a:lnTo>
                    <a:pt x="3430" y="40"/>
                  </a:lnTo>
                  <a:lnTo>
                    <a:pt x="3396" y="29"/>
                  </a:lnTo>
                  <a:lnTo>
                    <a:pt x="3365" y="19"/>
                  </a:lnTo>
                  <a:lnTo>
                    <a:pt x="3337" y="12"/>
                  </a:lnTo>
                  <a:lnTo>
                    <a:pt x="3298" y="3"/>
                  </a:lnTo>
                  <a:lnTo>
                    <a:pt x="3284" y="0"/>
                  </a:lnTo>
                  <a:lnTo>
                    <a:pt x="2791" y="0"/>
                  </a:lnTo>
                  <a:lnTo>
                    <a:pt x="1957" y="129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2" name="Google Shape;1352;p19"/>
            <p:cNvSpPr/>
            <p:nvPr/>
          </p:nvSpPr>
          <p:spPr>
            <a:xfrm>
              <a:off x="-630081" y="-196421"/>
              <a:ext cx="9466" cy="7888"/>
            </a:xfrm>
            <a:custGeom>
              <a:rect b="b" l="l" r="r" t="t"/>
              <a:pathLst>
                <a:path extrusionOk="0" h="148" w="169">
                  <a:moveTo>
                    <a:pt x="85" y="148"/>
                  </a:moveTo>
                  <a:lnTo>
                    <a:pt x="127" y="74"/>
                  </a:lnTo>
                  <a:lnTo>
                    <a:pt x="169" y="0"/>
                  </a:lnTo>
                  <a:lnTo>
                    <a:pt x="85" y="0"/>
                  </a:lnTo>
                  <a:lnTo>
                    <a:pt x="0" y="0"/>
                  </a:lnTo>
                  <a:lnTo>
                    <a:pt x="42" y="74"/>
                  </a:lnTo>
                  <a:lnTo>
                    <a:pt x="85" y="148"/>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3" name="Google Shape;1353;p19"/>
            <p:cNvSpPr/>
            <p:nvPr/>
          </p:nvSpPr>
          <p:spPr>
            <a:xfrm>
              <a:off x="-636392" y="-190899"/>
              <a:ext cx="22087" cy="54430"/>
            </a:xfrm>
            <a:custGeom>
              <a:rect b="b" l="l" r="r" t="t"/>
              <a:pathLst>
                <a:path extrusionOk="0" h="963" w="393">
                  <a:moveTo>
                    <a:pt x="197" y="0"/>
                  </a:moveTo>
                  <a:lnTo>
                    <a:pt x="296" y="358"/>
                  </a:lnTo>
                  <a:lnTo>
                    <a:pt x="388" y="697"/>
                  </a:lnTo>
                  <a:lnTo>
                    <a:pt x="393" y="697"/>
                  </a:lnTo>
                  <a:lnTo>
                    <a:pt x="390" y="702"/>
                  </a:lnTo>
                  <a:lnTo>
                    <a:pt x="393" y="716"/>
                  </a:lnTo>
                  <a:lnTo>
                    <a:pt x="380" y="716"/>
                  </a:lnTo>
                  <a:lnTo>
                    <a:pt x="296" y="830"/>
                  </a:lnTo>
                  <a:lnTo>
                    <a:pt x="197" y="963"/>
                  </a:lnTo>
                  <a:lnTo>
                    <a:pt x="99" y="830"/>
                  </a:lnTo>
                  <a:lnTo>
                    <a:pt x="14" y="716"/>
                  </a:lnTo>
                  <a:lnTo>
                    <a:pt x="0" y="716"/>
                  </a:lnTo>
                  <a:lnTo>
                    <a:pt x="4" y="702"/>
                  </a:lnTo>
                  <a:lnTo>
                    <a:pt x="0" y="697"/>
                  </a:lnTo>
                  <a:lnTo>
                    <a:pt x="5" y="697"/>
                  </a:lnTo>
                  <a:lnTo>
                    <a:pt x="99" y="358"/>
                  </a:lnTo>
                  <a:lnTo>
                    <a:pt x="197"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grpSp>
      <p:grpSp>
        <p:nvGrpSpPr>
          <p:cNvPr id="1354" name="Google Shape;1354;p19"/>
          <p:cNvGrpSpPr/>
          <p:nvPr/>
        </p:nvGrpSpPr>
        <p:grpSpPr>
          <a:xfrm>
            <a:off x="9996546" y="1596326"/>
            <a:ext cx="397369" cy="493900"/>
            <a:chOff x="-1059997" y="-455159"/>
            <a:chExt cx="642113" cy="910317"/>
          </a:xfrm>
        </p:grpSpPr>
        <p:sp>
          <p:nvSpPr>
            <p:cNvPr id="1355" name="Google Shape;1355;p19"/>
            <p:cNvSpPr/>
            <p:nvPr/>
          </p:nvSpPr>
          <p:spPr>
            <a:xfrm>
              <a:off x="-890397" y="74150"/>
              <a:ext cx="302912" cy="325790"/>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6" name="Google Shape;1356;p19"/>
            <p:cNvSpPr/>
            <p:nvPr/>
          </p:nvSpPr>
          <p:spPr>
            <a:xfrm>
              <a:off x="-954293" y="436226"/>
              <a:ext cx="430705" cy="18932"/>
            </a:xfrm>
            <a:custGeom>
              <a:rect b="b" l="l" r="r" t="t"/>
              <a:pathLst>
                <a:path extrusionOk="0" h="340" w="7640">
                  <a:moveTo>
                    <a:pt x="99" y="0"/>
                  </a:moveTo>
                  <a:lnTo>
                    <a:pt x="7541" y="0"/>
                  </a:lnTo>
                  <a:lnTo>
                    <a:pt x="7551" y="0"/>
                  </a:lnTo>
                  <a:lnTo>
                    <a:pt x="7561" y="2"/>
                  </a:lnTo>
                  <a:lnTo>
                    <a:pt x="7570" y="4"/>
                  </a:lnTo>
                  <a:lnTo>
                    <a:pt x="7579" y="7"/>
                  </a:lnTo>
                  <a:lnTo>
                    <a:pt x="7589" y="12"/>
                  </a:lnTo>
                  <a:lnTo>
                    <a:pt x="7597" y="17"/>
                  </a:lnTo>
                  <a:lnTo>
                    <a:pt x="7604" y="22"/>
                  </a:lnTo>
                  <a:lnTo>
                    <a:pt x="7611" y="29"/>
                  </a:lnTo>
                  <a:lnTo>
                    <a:pt x="7618" y="36"/>
                  </a:lnTo>
                  <a:lnTo>
                    <a:pt x="7623" y="43"/>
                  </a:lnTo>
                  <a:lnTo>
                    <a:pt x="7628" y="51"/>
                  </a:lnTo>
                  <a:lnTo>
                    <a:pt x="7633" y="60"/>
                  </a:lnTo>
                  <a:lnTo>
                    <a:pt x="7636" y="69"/>
                  </a:lnTo>
                  <a:lnTo>
                    <a:pt x="7638" y="78"/>
                  </a:lnTo>
                  <a:lnTo>
                    <a:pt x="7640" y="89"/>
                  </a:lnTo>
                  <a:lnTo>
                    <a:pt x="7640" y="99"/>
                  </a:lnTo>
                  <a:lnTo>
                    <a:pt x="7640" y="241"/>
                  </a:lnTo>
                  <a:lnTo>
                    <a:pt x="7640" y="251"/>
                  </a:lnTo>
                  <a:lnTo>
                    <a:pt x="7638" y="260"/>
                  </a:lnTo>
                  <a:lnTo>
                    <a:pt x="7636" y="270"/>
                  </a:lnTo>
                  <a:lnTo>
                    <a:pt x="7633" y="279"/>
                  </a:lnTo>
                  <a:lnTo>
                    <a:pt x="7628" y="287"/>
                  </a:lnTo>
                  <a:lnTo>
                    <a:pt x="7623" y="297"/>
                  </a:lnTo>
                  <a:lnTo>
                    <a:pt x="7618" y="304"/>
                  </a:lnTo>
                  <a:lnTo>
                    <a:pt x="7611" y="311"/>
                  </a:lnTo>
                  <a:lnTo>
                    <a:pt x="7604" y="318"/>
                  </a:lnTo>
                  <a:lnTo>
                    <a:pt x="7597" y="323"/>
                  </a:lnTo>
                  <a:lnTo>
                    <a:pt x="7589" y="328"/>
                  </a:lnTo>
                  <a:lnTo>
                    <a:pt x="7579" y="332"/>
                  </a:lnTo>
                  <a:lnTo>
                    <a:pt x="7570" y="336"/>
                  </a:lnTo>
                  <a:lnTo>
                    <a:pt x="7561" y="338"/>
                  </a:lnTo>
                  <a:lnTo>
                    <a:pt x="7551" y="340"/>
                  </a:lnTo>
                  <a:lnTo>
                    <a:pt x="7541" y="340"/>
                  </a:lnTo>
                  <a:lnTo>
                    <a:pt x="99" y="340"/>
                  </a:lnTo>
                  <a:lnTo>
                    <a:pt x="89" y="340"/>
                  </a:lnTo>
                  <a:lnTo>
                    <a:pt x="79" y="338"/>
                  </a:lnTo>
                  <a:lnTo>
                    <a:pt x="70" y="336"/>
                  </a:lnTo>
                  <a:lnTo>
                    <a:pt x="61" y="332"/>
                  </a:lnTo>
                  <a:lnTo>
                    <a:pt x="51" y="328"/>
                  </a:lnTo>
                  <a:lnTo>
                    <a:pt x="43" y="323"/>
                  </a:lnTo>
                  <a:lnTo>
                    <a:pt x="36" y="318"/>
                  </a:lnTo>
                  <a:lnTo>
                    <a:pt x="29" y="311"/>
                  </a:lnTo>
                  <a:lnTo>
                    <a:pt x="22" y="304"/>
                  </a:lnTo>
                  <a:lnTo>
                    <a:pt x="17" y="297"/>
                  </a:lnTo>
                  <a:lnTo>
                    <a:pt x="12" y="287"/>
                  </a:lnTo>
                  <a:lnTo>
                    <a:pt x="7" y="279"/>
                  </a:lnTo>
                  <a:lnTo>
                    <a:pt x="4" y="270"/>
                  </a:lnTo>
                  <a:lnTo>
                    <a:pt x="2" y="260"/>
                  </a:lnTo>
                  <a:lnTo>
                    <a:pt x="0" y="251"/>
                  </a:lnTo>
                  <a:lnTo>
                    <a:pt x="0" y="241"/>
                  </a:lnTo>
                  <a:lnTo>
                    <a:pt x="0" y="99"/>
                  </a:lnTo>
                  <a:lnTo>
                    <a:pt x="0" y="89"/>
                  </a:lnTo>
                  <a:lnTo>
                    <a:pt x="2" y="78"/>
                  </a:lnTo>
                  <a:lnTo>
                    <a:pt x="4" y="69"/>
                  </a:lnTo>
                  <a:lnTo>
                    <a:pt x="7" y="60"/>
                  </a:lnTo>
                  <a:lnTo>
                    <a:pt x="12" y="51"/>
                  </a:lnTo>
                  <a:lnTo>
                    <a:pt x="17" y="43"/>
                  </a:lnTo>
                  <a:lnTo>
                    <a:pt x="22" y="36"/>
                  </a:lnTo>
                  <a:lnTo>
                    <a:pt x="29" y="29"/>
                  </a:lnTo>
                  <a:lnTo>
                    <a:pt x="36" y="22"/>
                  </a:lnTo>
                  <a:lnTo>
                    <a:pt x="43" y="17"/>
                  </a:lnTo>
                  <a:lnTo>
                    <a:pt x="51" y="12"/>
                  </a:lnTo>
                  <a:lnTo>
                    <a:pt x="61" y="7"/>
                  </a:lnTo>
                  <a:lnTo>
                    <a:pt x="70" y="4"/>
                  </a:lnTo>
                  <a:lnTo>
                    <a:pt x="79" y="2"/>
                  </a:lnTo>
                  <a:lnTo>
                    <a:pt x="89" y="0"/>
                  </a:lnTo>
                  <a:lnTo>
                    <a:pt x="99"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7" name="Google Shape;1357;p19"/>
            <p:cNvSpPr/>
            <p:nvPr/>
          </p:nvSpPr>
          <p:spPr>
            <a:xfrm>
              <a:off x="-954293" y="372330"/>
              <a:ext cx="430705" cy="53641"/>
            </a:xfrm>
            <a:custGeom>
              <a:rect b="b" l="l" r="r" t="t"/>
              <a:pathLst>
                <a:path extrusionOk="0" h="951" w="7640">
                  <a:moveTo>
                    <a:pt x="439" y="0"/>
                  </a:moveTo>
                  <a:lnTo>
                    <a:pt x="1006" y="0"/>
                  </a:lnTo>
                  <a:lnTo>
                    <a:pt x="1006" y="584"/>
                  </a:lnTo>
                  <a:lnTo>
                    <a:pt x="1006" y="703"/>
                  </a:lnTo>
                  <a:lnTo>
                    <a:pt x="6634" y="703"/>
                  </a:lnTo>
                  <a:lnTo>
                    <a:pt x="6634" y="584"/>
                  </a:lnTo>
                  <a:lnTo>
                    <a:pt x="6634" y="0"/>
                  </a:lnTo>
                  <a:lnTo>
                    <a:pt x="7144" y="0"/>
                  </a:lnTo>
                  <a:lnTo>
                    <a:pt x="7640" y="951"/>
                  </a:lnTo>
                  <a:lnTo>
                    <a:pt x="0" y="951"/>
                  </a:lnTo>
                  <a:lnTo>
                    <a:pt x="439"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8" name="Google Shape;1358;p19"/>
            <p:cNvSpPr/>
            <p:nvPr/>
          </p:nvSpPr>
          <p:spPr>
            <a:xfrm>
              <a:off x="-780749" y="-455159"/>
              <a:ext cx="15777" cy="63896"/>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59" name="Google Shape;1359;p19"/>
            <p:cNvSpPr/>
            <p:nvPr/>
          </p:nvSpPr>
          <p:spPr>
            <a:xfrm>
              <a:off x="-712909" y="-455159"/>
              <a:ext cx="15777" cy="63896"/>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0" name="Google Shape;1360;p19"/>
            <p:cNvSpPr/>
            <p:nvPr/>
          </p:nvSpPr>
          <p:spPr>
            <a:xfrm>
              <a:off x="-756295" y="-444115"/>
              <a:ext cx="34709" cy="35498"/>
            </a:xfrm>
            <a:custGeom>
              <a:rect b="b" l="l" r="r" t="t"/>
              <a:pathLst>
                <a:path extrusionOk="0" h="626" w="626">
                  <a:moveTo>
                    <a:pt x="314" y="626"/>
                  </a:moveTo>
                  <a:lnTo>
                    <a:pt x="329" y="626"/>
                  </a:lnTo>
                  <a:lnTo>
                    <a:pt x="345" y="625"/>
                  </a:lnTo>
                  <a:lnTo>
                    <a:pt x="361" y="623"/>
                  </a:lnTo>
                  <a:lnTo>
                    <a:pt x="376" y="620"/>
                  </a:lnTo>
                  <a:lnTo>
                    <a:pt x="391" y="617"/>
                  </a:lnTo>
                  <a:lnTo>
                    <a:pt x="406" y="612"/>
                  </a:lnTo>
                  <a:lnTo>
                    <a:pt x="420" y="607"/>
                  </a:lnTo>
                  <a:lnTo>
                    <a:pt x="435" y="602"/>
                  </a:lnTo>
                  <a:lnTo>
                    <a:pt x="449" y="596"/>
                  </a:lnTo>
                  <a:lnTo>
                    <a:pt x="462" y="589"/>
                  </a:lnTo>
                  <a:lnTo>
                    <a:pt x="475" y="581"/>
                  </a:lnTo>
                  <a:lnTo>
                    <a:pt x="488" y="572"/>
                  </a:lnTo>
                  <a:lnTo>
                    <a:pt x="500" y="564"/>
                  </a:lnTo>
                  <a:lnTo>
                    <a:pt x="512" y="554"/>
                  </a:lnTo>
                  <a:lnTo>
                    <a:pt x="523" y="545"/>
                  </a:lnTo>
                  <a:lnTo>
                    <a:pt x="534" y="534"/>
                  </a:lnTo>
                  <a:lnTo>
                    <a:pt x="544" y="524"/>
                  </a:lnTo>
                  <a:lnTo>
                    <a:pt x="555" y="512"/>
                  </a:lnTo>
                  <a:lnTo>
                    <a:pt x="564" y="501"/>
                  </a:lnTo>
                  <a:lnTo>
                    <a:pt x="573" y="488"/>
                  </a:lnTo>
                  <a:lnTo>
                    <a:pt x="581" y="476"/>
                  </a:lnTo>
                  <a:lnTo>
                    <a:pt x="588" y="462"/>
                  </a:lnTo>
                  <a:lnTo>
                    <a:pt x="595" y="448"/>
                  </a:lnTo>
                  <a:lnTo>
                    <a:pt x="601" y="435"/>
                  </a:lnTo>
                  <a:lnTo>
                    <a:pt x="607" y="421"/>
                  </a:lnTo>
                  <a:lnTo>
                    <a:pt x="612" y="406"/>
                  </a:lnTo>
                  <a:lnTo>
                    <a:pt x="616" y="392"/>
                  </a:lnTo>
                  <a:lnTo>
                    <a:pt x="619" y="377"/>
                  </a:lnTo>
                  <a:lnTo>
                    <a:pt x="622" y="360"/>
                  </a:lnTo>
                  <a:lnTo>
                    <a:pt x="624" y="345"/>
                  </a:lnTo>
                  <a:lnTo>
                    <a:pt x="625" y="329"/>
                  </a:lnTo>
                  <a:lnTo>
                    <a:pt x="626" y="313"/>
                  </a:lnTo>
                  <a:lnTo>
                    <a:pt x="625" y="297"/>
                  </a:lnTo>
                  <a:lnTo>
                    <a:pt x="624" y="281"/>
                  </a:lnTo>
                  <a:lnTo>
                    <a:pt x="622" y="265"/>
                  </a:lnTo>
                  <a:lnTo>
                    <a:pt x="619" y="250"/>
                  </a:lnTo>
                  <a:lnTo>
                    <a:pt x="616" y="235"/>
                  </a:lnTo>
                  <a:lnTo>
                    <a:pt x="612" y="220"/>
                  </a:lnTo>
                  <a:lnTo>
                    <a:pt x="607" y="206"/>
                  </a:lnTo>
                  <a:lnTo>
                    <a:pt x="601" y="192"/>
                  </a:lnTo>
                  <a:lnTo>
                    <a:pt x="595" y="178"/>
                  </a:lnTo>
                  <a:lnTo>
                    <a:pt x="588" y="164"/>
                  </a:lnTo>
                  <a:lnTo>
                    <a:pt x="581" y="150"/>
                  </a:lnTo>
                  <a:lnTo>
                    <a:pt x="573" y="138"/>
                  </a:lnTo>
                  <a:lnTo>
                    <a:pt x="564" y="126"/>
                  </a:lnTo>
                  <a:lnTo>
                    <a:pt x="555" y="114"/>
                  </a:lnTo>
                  <a:lnTo>
                    <a:pt x="544" y="103"/>
                  </a:lnTo>
                  <a:lnTo>
                    <a:pt x="534" y="92"/>
                  </a:lnTo>
                  <a:lnTo>
                    <a:pt x="523" y="82"/>
                  </a:lnTo>
                  <a:lnTo>
                    <a:pt x="512" y="72"/>
                  </a:lnTo>
                  <a:lnTo>
                    <a:pt x="500" y="63"/>
                  </a:lnTo>
                  <a:lnTo>
                    <a:pt x="488" y="53"/>
                  </a:lnTo>
                  <a:lnTo>
                    <a:pt x="475" y="45"/>
                  </a:lnTo>
                  <a:lnTo>
                    <a:pt x="462" y="37"/>
                  </a:lnTo>
                  <a:lnTo>
                    <a:pt x="449" y="31"/>
                  </a:lnTo>
                  <a:lnTo>
                    <a:pt x="435" y="24"/>
                  </a:lnTo>
                  <a:lnTo>
                    <a:pt x="420" y="19"/>
                  </a:lnTo>
                  <a:lnTo>
                    <a:pt x="406" y="14"/>
                  </a:lnTo>
                  <a:lnTo>
                    <a:pt x="391" y="10"/>
                  </a:lnTo>
                  <a:lnTo>
                    <a:pt x="376" y="6"/>
                  </a:lnTo>
                  <a:lnTo>
                    <a:pt x="361" y="3"/>
                  </a:lnTo>
                  <a:lnTo>
                    <a:pt x="345" y="1"/>
                  </a:lnTo>
                  <a:lnTo>
                    <a:pt x="329" y="0"/>
                  </a:lnTo>
                  <a:lnTo>
                    <a:pt x="314" y="0"/>
                  </a:lnTo>
                  <a:lnTo>
                    <a:pt x="297" y="0"/>
                  </a:lnTo>
                  <a:lnTo>
                    <a:pt x="281" y="1"/>
                  </a:lnTo>
                  <a:lnTo>
                    <a:pt x="265" y="3"/>
                  </a:lnTo>
                  <a:lnTo>
                    <a:pt x="250" y="6"/>
                  </a:lnTo>
                  <a:lnTo>
                    <a:pt x="235" y="10"/>
                  </a:lnTo>
                  <a:lnTo>
                    <a:pt x="220" y="14"/>
                  </a:lnTo>
                  <a:lnTo>
                    <a:pt x="206" y="19"/>
                  </a:lnTo>
                  <a:lnTo>
                    <a:pt x="191" y="24"/>
                  </a:lnTo>
                  <a:lnTo>
                    <a:pt x="177" y="31"/>
                  </a:lnTo>
                  <a:lnTo>
                    <a:pt x="164" y="37"/>
                  </a:lnTo>
                  <a:lnTo>
                    <a:pt x="151" y="45"/>
                  </a:lnTo>
                  <a:lnTo>
                    <a:pt x="138" y="53"/>
                  </a:lnTo>
                  <a:lnTo>
                    <a:pt x="126" y="63"/>
                  </a:lnTo>
                  <a:lnTo>
                    <a:pt x="114" y="72"/>
                  </a:lnTo>
                  <a:lnTo>
                    <a:pt x="103" y="82"/>
                  </a:lnTo>
                  <a:lnTo>
                    <a:pt x="92" y="92"/>
                  </a:lnTo>
                  <a:lnTo>
                    <a:pt x="82" y="103"/>
                  </a:lnTo>
                  <a:lnTo>
                    <a:pt x="71" y="114"/>
                  </a:lnTo>
                  <a:lnTo>
                    <a:pt x="62" y="126"/>
                  </a:lnTo>
                  <a:lnTo>
                    <a:pt x="53" y="138"/>
                  </a:lnTo>
                  <a:lnTo>
                    <a:pt x="45" y="150"/>
                  </a:lnTo>
                  <a:lnTo>
                    <a:pt x="38" y="164"/>
                  </a:lnTo>
                  <a:lnTo>
                    <a:pt x="31" y="178"/>
                  </a:lnTo>
                  <a:lnTo>
                    <a:pt x="25" y="192"/>
                  </a:lnTo>
                  <a:lnTo>
                    <a:pt x="19" y="206"/>
                  </a:lnTo>
                  <a:lnTo>
                    <a:pt x="14" y="220"/>
                  </a:lnTo>
                  <a:lnTo>
                    <a:pt x="10" y="235"/>
                  </a:lnTo>
                  <a:lnTo>
                    <a:pt x="7" y="250"/>
                  </a:lnTo>
                  <a:lnTo>
                    <a:pt x="4" y="265"/>
                  </a:lnTo>
                  <a:lnTo>
                    <a:pt x="2" y="281"/>
                  </a:lnTo>
                  <a:lnTo>
                    <a:pt x="1" y="297"/>
                  </a:lnTo>
                  <a:lnTo>
                    <a:pt x="0" y="313"/>
                  </a:lnTo>
                  <a:lnTo>
                    <a:pt x="1" y="329"/>
                  </a:lnTo>
                  <a:lnTo>
                    <a:pt x="2" y="345"/>
                  </a:lnTo>
                  <a:lnTo>
                    <a:pt x="4" y="360"/>
                  </a:lnTo>
                  <a:lnTo>
                    <a:pt x="7" y="377"/>
                  </a:lnTo>
                  <a:lnTo>
                    <a:pt x="10" y="392"/>
                  </a:lnTo>
                  <a:lnTo>
                    <a:pt x="14" y="406"/>
                  </a:lnTo>
                  <a:lnTo>
                    <a:pt x="19" y="421"/>
                  </a:lnTo>
                  <a:lnTo>
                    <a:pt x="25" y="435"/>
                  </a:lnTo>
                  <a:lnTo>
                    <a:pt x="31" y="448"/>
                  </a:lnTo>
                  <a:lnTo>
                    <a:pt x="38" y="462"/>
                  </a:lnTo>
                  <a:lnTo>
                    <a:pt x="45" y="476"/>
                  </a:lnTo>
                  <a:lnTo>
                    <a:pt x="53" y="488"/>
                  </a:lnTo>
                  <a:lnTo>
                    <a:pt x="62" y="501"/>
                  </a:lnTo>
                  <a:lnTo>
                    <a:pt x="71" y="512"/>
                  </a:lnTo>
                  <a:lnTo>
                    <a:pt x="82" y="524"/>
                  </a:lnTo>
                  <a:lnTo>
                    <a:pt x="92" y="534"/>
                  </a:lnTo>
                  <a:lnTo>
                    <a:pt x="103" y="545"/>
                  </a:lnTo>
                  <a:lnTo>
                    <a:pt x="114" y="554"/>
                  </a:lnTo>
                  <a:lnTo>
                    <a:pt x="126" y="564"/>
                  </a:lnTo>
                  <a:lnTo>
                    <a:pt x="138" y="572"/>
                  </a:lnTo>
                  <a:lnTo>
                    <a:pt x="151" y="581"/>
                  </a:lnTo>
                  <a:lnTo>
                    <a:pt x="164" y="589"/>
                  </a:lnTo>
                  <a:lnTo>
                    <a:pt x="177" y="596"/>
                  </a:lnTo>
                  <a:lnTo>
                    <a:pt x="191" y="602"/>
                  </a:lnTo>
                  <a:lnTo>
                    <a:pt x="206" y="607"/>
                  </a:lnTo>
                  <a:lnTo>
                    <a:pt x="220" y="612"/>
                  </a:lnTo>
                  <a:lnTo>
                    <a:pt x="235" y="617"/>
                  </a:lnTo>
                  <a:lnTo>
                    <a:pt x="250" y="620"/>
                  </a:lnTo>
                  <a:lnTo>
                    <a:pt x="265" y="623"/>
                  </a:lnTo>
                  <a:lnTo>
                    <a:pt x="281" y="625"/>
                  </a:lnTo>
                  <a:lnTo>
                    <a:pt x="297" y="626"/>
                  </a:lnTo>
                  <a:lnTo>
                    <a:pt x="314" y="62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1" name="Google Shape;1361;p19"/>
            <p:cNvSpPr/>
            <p:nvPr/>
          </p:nvSpPr>
          <p:spPr>
            <a:xfrm>
              <a:off x="-771283" y="-407040"/>
              <a:ext cx="64685" cy="15777"/>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2" name="Google Shape;1362;p19"/>
            <p:cNvSpPr/>
            <p:nvPr/>
          </p:nvSpPr>
          <p:spPr>
            <a:xfrm>
              <a:off x="-771283" y="-455159"/>
              <a:ext cx="64685" cy="7100"/>
            </a:xfrm>
            <a:prstGeom prst="rect">
              <a:avLst/>
            </a:pr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3" name="Google Shape;1363;p19"/>
            <p:cNvSpPr/>
            <p:nvPr/>
          </p:nvSpPr>
          <p:spPr>
            <a:xfrm>
              <a:off x="-1059997" y="-391263"/>
              <a:ext cx="642113" cy="386530"/>
            </a:xfrm>
            <a:custGeom>
              <a:rect b="b" l="l" r="r" t="t"/>
              <a:pathLst>
                <a:path extrusionOk="0" h="6852" w="11396">
                  <a:moveTo>
                    <a:pt x="226" y="0"/>
                  </a:moveTo>
                  <a:lnTo>
                    <a:pt x="11170" y="0"/>
                  </a:lnTo>
                  <a:lnTo>
                    <a:pt x="11181" y="1"/>
                  </a:lnTo>
                  <a:lnTo>
                    <a:pt x="11193" y="1"/>
                  </a:lnTo>
                  <a:lnTo>
                    <a:pt x="11204" y="3"/>
                  </a:lnTo>
                  <a:lnTo>
                    <a:pt x="11215" y="5"/>
                  </a:lnTo>
                  <a:lnTo>
                    <a:pt x="11227" y="7"/>
                  </a:lnTo>
                  <a:lnTo>
                    <a:pt x="11237" y="10"/>
                  </a:lnTo>
                  <a:lnTo>
                    <a:pt x="11248" y="14"/>
                  </a:lnTo>
                  <a:lnTo>
                    <a:pt x="11258" y="18"/>
                  </a:lnTo>
                  <a:lnTo>
                    <a:pt x="11268" y="23"/>
                  </a:lnTo>
                  <a:lnTo>
                    <a:pt x="11277" y="27"/>
                  </a:lnTo>
                  <a:lnTo>
                    <a:pt x="11287" y="33"/>
                  </a:lnTo>
                  <a:lnTo>
                    <a:pt x="11296" y="39"/>
                  </a:lnTo>
                  <a:lnTo>
                    <a:pt x="11313" y="52"/>
                  </a:lnTo>
                  <a:lnTo>
                    <a:pt x="11329" y="67"/>
                  </a:lnTo>
                  <a:lnTo>
                    <a:pt x="11345" y="83"/>
                  </a:lnTo>
                  <a:lnTo>
                    <a:pt x="11358" y="100"/>
                  </a:lnTo>
                  <a:lnTo>
                    <a:pt x="11363" y="109"/>
                  </a:lnTo>
                  <a:lnTo>
                    <a:pt x="11369" y="119"/>
                  </a:lnTo>
                  <a:lnTo>
                    <a:pt x="11374" y="128"/>
                  </a:lnTo>
                  <a:lnTo>
                    <a:pt x="11378" y="138"/>
                  </a:lnTo>
                  <a:lnTo>
                    <a:pt x="11382" y="149"/>
                  </a:lnTo>
                  <a:lnTo>
                    <a:pt x="11386" y="159"/>
                  </a:lnTo>
                  <a:lnTo>
                    <a:pt x="11389" y="171"/>
                  </a:lnTo>
                  <a:lnTo>
                    <a:pt x="11391" y="181"/>
                  </a:lnTo>
                  <a:lnTo>
                    <a:pt x="11393" y="192"/>
                  </a:lnTo>
                  <a:lnTo>
                    <a:pt x="11395" y="204"/>
                  </a:lnTo>
                  <a:lnTo>
                    <a:pt x="11396" y="215"/>
                  </a:lnTo>
                  <a:lnTo>
                    <a:pt x="11396" y="226"/>
                  </a:lnTo>
                  <a:lnTo>
                    <a:pt x="11396" y="6626"/>
                  </a:lnTo>
                  <a:lnTo>
                    <a:pt x="11396" y="6638"/>
                  </a:lnTo>
                  <a:lnTo>
                    <a:pt x="11395" y="6649"/>
                  </a:lnTo>
                  <a:lnTo>
                    <a:pt x="11393" y="6660"/>
                  </a:lnTo>
                  <a:lnTo>
                    <a:pt x="11391" y="6671"/>
                  </a:lnTo>
                  <a:lnTo>
                    <a:pt x="11389" y="6682"/>
                  </a:lnTo>
                  <a:lnTo>
                    <a:pt x="11386" y="6694"/>
                  </a:lnTo>
                  <a:lnTo>
                    <a:pt x="11382" y="6704"/>
                  </a:lnTo>
                  <a:lnTo>
                    <a:pt x="11378" y="6714"/>
                  </a:lnTo>
                  <a:lnTo>
                    <a:pt x="11374" y="6724"/>
                  </a:lnTo>
                  <a:lnTo>
                    <a:pt x="11369" y="6734"/>
                  </a:lnTo>
                  <a:lnTo>
                    <a:pt x="11363" y="6743"/>
                  </a:lnTo>
                  <a:lnTo>
                    <a:pt x="11358" y="6752"/>
                  </a:lnTo>
                  <a:lnTo>
                    <a:pt x="11351" y="6761"/>
                  </a:lnTo>
                  <a:lnTo>
                    <a:pt x="11345" y="6770"/>
                  </a:lnTo>
                  <a:lnTo>
                    <a:pt x="11338" y="6778"/>
                  </a:lnTo>
                  <a:lnTo>
                    <a:pt x="11329" y="6786"/>
                  </a:lnTo>
                  <a:lnTo>
                    <a:pt x="11321" y="6794"/>
                  </a:lnTo>
                  <a:lnTo>
                    <a:pt x="11313" y="6801"/>
                  </a:lnTo>
                  <a:lnTo>
                    <a:pt x="11305" y="6808"/>
                  </a:lnTo>
                  <a:lnTo>
                    <a:pt x="11296" y="6814"/>
                  </a:lnTo>
                  <a:lnTo>
                    <a:pt x="11287" y="6820"/>
                  </a:lnTo>
                  <a:lnTo>
                    <a:pt x="11277" y="6825"/>
                  </a:lnTo>
                  <a:lnTo>
                    <a:pt x="11268" y="6830"/>
                  </a:lnTo>
                  <a:lnTo>
                    <a:pt x="11258" y="6835"/>
                  </a:lnTo>
                  <a:lnTo>
                    <a:pt x="11248" y="6839"/>
                  </a:lnTo>
                  <a:lnTo>
                    <a:pt x="11237" y="6842"/>
                  </a:lnTo>
                  <a:lnTo>
                    <a:pt x="11227" y="6845"/>
                  </a:lnTo>
                  <a:lnTo>
                    <a:pt x="11215" y="6848"/>
                  </a:lnTo>
                  <a:lnTo>
                    <a:pt x="11204" y="6850"/>
                  </a:lnTo>
                  <a:lnTo>
                    <a:pt x="11193" y="6851"/>
                  </a:lnTo>
                  <a:lnTo>
                    <a:pt x="11181" y="6852"/>
                  </a:lnTo>
                  <a:lnTo>
                    <a:pt x="11170" y="6852"/>
                  </a:lnTo>
                  <a:lnTo>
                    <a:pt x="226" y="6852"/>
                  </a:lnTo>
                  <a:lnTo>
                    <a:pt x="214" y="6852"/>
                  </a:lnTo>
                  <a:lnTo>
                    <a:pt x="203" y="6851"/>
                  </a:lnTo>
                  <a:lnTo>
                    <a:pt x="192" y="6850"/>
                  </a:lnTo>
                  <a:lnTo>
                    <a:pt x="181" y="6848"/>
                  </a:lnTo>
                  <a:lnTo>
                    <a:pt x="169" y="6845"/>
                  </a:lnTo>
                  <a:lnTo>
                    <a:pt x="159" y="6842"/>
                  </a:lnTo>
                  <a:lnTo>
                    <a:pt x="148" y="6839"/>
                  </a:lnTo>
                  <a:lnTo>
                    <a:pt x="138" y="6835"/>
                  </a:lnTo>
                  <a:lnTo>
                    <a:pt x="128" y="6830"/>
                  </a:lnTo>
                  <a:lnTo>
                    <a:pt x="118" y="6825"/>
                  </a:lnTo>
                  <a:lnTo>
                    <a:pt x="109" y="6820"/>
                  </a:lnTo>
                  <a:lnTo>
                    <a:pt x="100" y="6814"/>
                  </a:lnTo>
                  <a:lnTo>
                    <a:pt x="91" y="6808"/>
                  </a:lnTo>
                  <a:lnTo>
                    <a:pt x="83" y="6801"/>
                  </a:lnTo>
                  <a:lnTo>
                    <a:pt x="75" y="6794"/>
                  </a:lnTo>
                  <a:lnTo>
                    <a:pt x="67" y="6786"/>
                  </a:lnTo>
                  <a:lnTo>
                    <a:pt x="58" y="6778"/>
                  </a:lnTo>
                  <a:lnTo>
                    <a:pt x="51" y="6770"/>
                  </a:lnTo>
                  <a:lnTo>
                    <a:pt x="45" y="6761"/>
                  </a:lnTo>
                  <a:lnTo>
                    <a:pt x="38" y="6752"/>
                  </a:lnTo>
                  <a:lnTo>
                    <a:pt x="32" y="6743"/>
                  </a:lnTo>
                  <a:lnTo>
                    <a:pt x="27" y="6734"/>
                  </a:lnTo>
                  <a:lnTo>
                    <a:pt x="22" y="6724"/>
                  </a:lnTo>
                  <a:lnTo>
                    <a:pt x="18" y="6714"/>
                  </a:lnTo>
                  <a:lnTo>
                    <a:pt x="14" y="6704"/>
                  </a:lnTo>
                  <a:lnTo>
                    <a:pt x="10" y="6694"/>
                  </a:lnTo>
                  <a:lnTo>
                    <a:pt x="7" y="6682"/>
                  </a:lnTo>
                  <a:lnTo>
                    <a:pt x="5" y="6671"/>
                  </a:lnTo>
                  <a:lnTo>
                    <a:pt x="3" y="6660"/>
                  </a:lnTo>
                  <a:lnTo>
                    <a:pt x="1" y="6649"/>
                  </a:lnTo>
                  <a:lnTo>
                    <a:pt x="0" y="6638"/>
                  </a:lnTo>
                  <a:lnTo>
                    <a:pt x="0" y="6626"/>
                  </a:lnTo>
                  <a:lnTo>
                    <a:pt x="0" y="226"/>
                  </a:lnTo>
                  <a:lnTo>
                    <a:pt x="0" y="215"/>
                  </a:lnTo>
                  <a:lnTo>
                    <a:pt x="1" y="204"/>
                  </a:lnTo>
                  <a:lnTo>
                    <a:pt x="3" y="192"/>
                  </a:lnTo>
                  <a:lnTo>
                    <a:pt x="5" y="181"/>
                  </a:lnTo>
                  <a:lnTo>
                    <a:pt x="7" y="171"/>
                  </a:lnTo>
                  <a:lnTo>
                    <a:pt x="10" y="159"/>
                  </a:lnTo>
                  <a:lnTo>
                    <a:pt x="14" y="149"/>
                  </a:lnTo>
                  <a:lnTo>
                    <a:pt x="18" y="138"/>
                  </a:lnTo>
                  <a:lnTo>
                    <a:pt x="22" y="128"/>
                  </a:lnTo>
                  <a:lnTo>
                    <a:pt x="27" y="119"/>
                  </a:lnTo>
                  <a:lnTo>
                    <a:pt x="32" y="109"/>
                  </a:lnTo>
                  <a:lnTo>
                    <a:pt x="38" y="100"/>
                  </a:lnTo>
                  <a:lnTo>
                    <a:pt x="45" y="92"/>
                  </a:lnTo>
                  <a:lnTo>
                    <a:pt x="51" y="83"/>
                  </a:lnTo>
                  <a:lnTo>
                    <a:pt x="58" y="75"/>
                  </a:lnTo>
                  <a:lnTo>
                    <a:pt x="67" y="67"/>
                  </a:lnTo>
                  <a:lnTo>
                    <a:pt x="75" y="60"/>
                  </a:lnTo>
                  <a:lnTo>
                    <a:pt x="83" y="52"/>
                  </a:lnTo>
                  <a:lnTo>
                    <a:pt x="91" y="45"/>
                  </a:lnTo>
                  <a:lnTo>
                    <a:pt x="100" y="39"/>
                  </a:lnTo>
                  <a:lnTo>
                    <a:pt x="109" y="33"/>
                  </a:lnTo>
                  <a:lnTo>
                    <a:pt x="118" y="27"/>
                  </a:lnTo>
                  <a:lnTo>
                    <a:pt x="128" y="23"/>
                  </a:lnTo>
                  <a:lnTo>
                    <a:pt x="138" y="18"/>
                  </a:lnTo>
                  <a:lnTo>
                    <a:pt x="148" y="14"/>
                  </a:lnTo>
                  <a:lnTo>
                    <a:pt x="159" y="10"/>
                  </a:lnTo>
                  <a:lnTo>
                    <a:pt x="169" y="7"/>
                  </a:lnTo>
                  <a:lnTo>
                    <a:pt x="181" y="5"/>
                  </a:lnTo>
                  <a:lnTo>
                    <a:pt x="192" y="3"/>
                  </a:lnTo>
                  <a:lnTo>
                    <a:pt x="203" y="1"/>
                  </a:lnTo>
                  <a:lnTo>
                    <a:pt x="214" y="1"/>
                  </a:lnTo>
                  <a:lnTo>
                    <a:pt x="226" y="0"/>
                  </a:lnTo>
                  <a:close/>
                  <a:moveTo>
                    <a:pt x="540" y="306"/>
                  </a:moveTo>
                  <a:lnTo>
                    <a:pt x="10856" y="306"/>
                  </a:lnTo>
                  <a:lnTo>
                    <a:pt x="10866" y="306"/>
                  </a:lnTo>
                  <a:lnTo>
                    <a:pt x="10878" y="307"/>
                  </a:lnTo>
                  <a:lnTo>
                    <a:pt x="10889" y="309"/>
                  </a:lnTo>
                  <a:lnTo>
                    <a:pt x="10899" y="310"/>
                  </a:lnTo>
                  <a:lnTo>
                    <a:pt x="10919" y="315"/>
                  </a:lnTo>
                  <a:lnTo>
                    <a:pt x="10939" y="322"/>
                  </a:lnTo>
                  <a:lnTo>
                    <a:pt x="10957" y="331"/>
                  </a:lnTo>
                  <a:lnTo>
                    <a:pt x="10974" y="341"/>
                  </a:lnTo>
                  <a:lnTo>
                    <a:pt x="10992" y="353"/>
                  </a:lnTo>
                  <a:lnTo>
                    <a:pt x="11007" y="366"/>
                  </a:lnTo>
                  <a:lnTo>
                    <a:pt x="11020" y="382"/>
                  </a:lnTo>
                  <a:lnTo>
                    <a:pt x="11033" y="397"/>
                  </a:lnTo>
                  <a:lnTo>
                    <a:pt x="11043" y="414"/>
                  </a:lnTo>
                  <a:lnTo>
                    <a:pt x="11052" y="432"/>
                  </a:lnTo>
                  <a:lnTo>
                    <a:pt x="11059" y="451"/>
                  </a:lnTo>
                  <a:lnTo>
                    <a:pt x="11064" y="471"/>
                  </a:lnTo>
                  <a:lnTo>
                    <a:pt x="11066" y="481"/>
                  </a:lnTo>
                  <a:lnTo>
                    <a:pt x="11068" y="491"/>
                  </a:lnTo>
                  <a:lnTo>
                    <a:pt x="11069" y="502"/>
                  </a:lnTo>
                  <a:lnTo>
                    <a:pt x="11069" y="512"/>
                  </a:lnTo>
                  <a:lnTo>
                    <a:pt x="11069" y="6340"/>
                  </a:lnTo>
                  <a:lnTo>
                    <a:pt x="11069" y="6351"/>
                  </a:lnTo>
                  <a:lnTo>
                    <a:pt x="11068" y="6361"/>
                  </a:lnTo>
                  <a:lnTo>
                    <a:pt x="11066" y="6371"/>
                  </a:lnTo>
                  <a:lnTo>
                    <a:pt x="11064" y="6382"/>
                  </a:lnTo>
                  <a:lnTo>
                    <a:pt x="11062" y="6392"/>
                  </a:lnTo>
                  <a:lnTo>
                    <a:pt x="11059" y="6402"/>
                  </a:lnTo>
                  <a:lnTo>
                    <a:pt x="11056" y="6411"/>
                  </a:lnTo>
                  <a:lnTo>
                    <a:pt x="11052" y="6421"/>
                  </a:lnTo>
                  <a:lnTo>
                    <a:pt x="11043" y="6439"/>
                  </a:lnTo>
                  <a:lnTo>
                    <a:pt x="11033" y="6455"/>
                  </a:lnTo>
                  <a:lnTo>
                    <a:pt x="11020" y="6471"/>
                  </a:lnTo>
                  <a:lnTo>
                    <a:pt x="11007" y="6487"/>
                  </a:lnTo>
                  <a:lnTo>
                    <a:pt x="10992" y="6500"/>
                  </a:lnTo>
                  <a:lnTo>
                    <a:pt x="10974" y="6512"/>
                  </a:lnTo>
                  <a:lnTo>
                    <a:pt x="10957" y="6522"/>
                  </a:lnTo>
                  <a:lnTo>
                    <a:pt x="10939" y="6530"/>
                  </a:lnTo>
                  <a:lnTo>
                    <a:pt x="10929" y="6534"/>
                  </a:lnTo>
                  <a:lnTo>
                    <a:pt x="10919" y="6537"/>
                  </a:lnTo>
                  <a:lnTo>
                    <a:pt x="10909" y="6540"/>
                  </a:lnTo>
                  <a:lnTo>
                    <a:pt x="10899" y="6542"/>
                  </a:lnTo>
                  <a:lnTo>
                    <a:pt x="10889" y="6544"/>
                  </a:lnTo>
                  <a:lnTo>
                    <a:pt x="10878" y="6545"/>
                  </a:lnTo>
                  <a:lnTo>
                    <a:pt x="10866" y="6546"/>
                  </a:lnTo>
                  <a:lnTo>
                    <a:pt x="10856" y="6546"/>
                  </a:lnTo>
                  <a:lnTo>
                    <a:pt x="540" y="6546"/>
                  </a:lnTo>
                  <a:lnTo>
                    <a:pt x="530" y="6546"/>
                  </a:lnTo>
                  <a:lnTo>
                    <a:pt x="518" y="6545"/>
                  </a:lnTo>
                  <a:lnTo>
                    <a:pt x="507" y="6544"/>
                  </a:lnTo>
                  <a:lnTo>
                    <a:pt x="497" y="6542"/>
                  </a:lnTo>
                  <a:lnTo>
                    <a:pt x="487" y="6540"/>
                  </a:lnTo>
                  <a:lnTo>
                    <a:pt x="477" y="6537"/>
                  </a:lnTo>
                  <a:lnTo>
                    <a:pt x="467" y="6534"/>
                  </a:lnTo>
                  <a:lnTo>
                    <a:pt x="457" y="6530"/>
                  </a:lnTo>
                  <a:lnTo>
                    <a:pt x="439" y="6522"/>
                  </a:lnTo>
                  <a:lnTo>
                    <a:pt x="421" y="6512"/>
                  </a:lnTo>
                  <a:lnTo>
                    <a:pt x="404" y="6500"/>
                  </a:lnTo>
                  <a:lnTo>
                    <a:pt x="389" y="6487"/>
                  </a:lnTo>
                  <a:lnTo>
                    <a:pt x="375" y="6471"/>
                  </a:lnTo>
                  <a:lnTo>
                    <a:pt x="363" y="6455"/>
                  </a:lnTo>
                  <a:lnTo>
                    <a:pt x="358" y="6447"/>
                  </a:lnTo>
                  <a:lnTo>
                    <a:pt x="353" y="6439"/>
                  </a:lnTo>
                  <a:lnTo>
                    <a:pt x="348" y="6430"/>
                  </a:lnTo>
                  <a:lnTo>
                    <a:pt x="344" y="6421"/>
                  </a:lnTo>
                  <a:lnTo>
                    <a:pt x="340" y="6411"/>
                  </a:lnTo>
                  <a:lnTo>
                    <a:pt x="337" y="6402"/>
                  </a:lnTo>
                  <a:lnTo>
                    <a:pt x="334" y="6392"/>
                  </a:lnTo>
                  <a:lnTo>
                    <a:pt x="331" y="6382"/>
                  </a:lnTo>
                  <a:lnTo>
                    <a:pt x="330" y="6371"/>
                  </a:lnTo>
                  <a:lnTo>
                    <a:pt x="328" y="6361"/>
                  </a:lnTo>
                  <a:lnTo>
                    <a:pt x="327" y="6351"/>
                  </a:lnTo>
                  <a:lnTo>
                    <a:pt x="327" y="6340"/>
                  </a:lnTo>
                  <a:lnTo>
                    <a:pt x="327" y="512"/>
                  </a:lnTo>
                  <a:lnTo>
                    <a:pt x="327" y="502"/>
                  </a:lnTo>
                  <a:lnTo>
                    <a:pt x="328" y="491"/>
                  </a:lnTo>
                  <a:lnTo>
                    <a:pt x="330" y="481"/>
                  </a:lnTo>
                  <a:lnTo>
                    <a:pt x="331" y="471"/>
                  </a:lnTo>
                  <a:lnTo>
                    <a:pt x="334" y="460"/>
                  </a:lnTo>
                  <a:lnTo>
                    <a:pt x="337" y="451"/>
                  </a:lnTo>
                  <a:lnTo>
                    <a:pt x="340" y="441"/>
                  </a:lnTo>
                  <a:lnTo>
                    <a:pt x="344" y="432"/>
                  </a:lnTo>
                  <a:lnTo>
                    <a:pt x="353" y="414"/>
                  </a:lnTo>
                  <a:lnTo>
                    <a:pt x="363" y="397"/>
                  </a:lnTo>
                  <a:lnTo>
                    <a:pt x="375" y="382"/>
                  </a:lnTo>
                  <a:lnTo>
                    <a:pt x="389" y="366"/>
                  </a:lnTo>
                  <a:lnTo>
                    <a:pt x="404" y="353"/>
                  </a:lnTo>
                  <a:lnTo>
                    <a:pt x="421" y="341"/>
                  </a:lnTo>
                  <a:lnTo>
                    <a:pt x="439" y="331"/>
                  </a:lnTo>
                  <a:lnTo>
                    <a:pt x="457" y="322"/>
                  </a:lnTo>
                  <a:lnTo>
                    <a:pt x="477" y="315"/>
                  </a:lnTo>
                  <a:lnTo>
                    <a:pt x="497" y="310"/>
                  </a:lnTo>
                  <a:lnTo>
                    <a:pt x="507" y="309"/>
                  </a:lnTo>
                  <a:lnTo>
                    <a:pt x="518" y="307"/>
                  </a:lnTo>
                  <a:lnTo>
                    <a:pt x="530" y="306"/>
                  </a:lnTo>
                  <a:lnTo>
                    <a:pt x="540" y="30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4" name="Google Shape;1364;p19"/>
            <p:cNvSpPr/>
            <p:nvPr/>
          </p:nvSpPr>
          <p:spPr>
            <a:xfrm>
              <a:off x="-890397" y="-5522"/>
              <a:ext cx="302913" cy="63896"/>
            </a:xfrm>
            <a:custGeom>
              <a:rect b="b" l="l" r="r" t="t"/>
              <a:pathLst>
                <a:path extrusionOk="0" h="1139" w="5362">
                  <a:moveTo>
                    <a:pt x="0" y="0"/>
                  </a:moveTo>
                  <a:lnTo>
                    <a:pt x="5362" y="0"/>
                  </a:lnTo>
                  <a:lnTo>
                    <a:pt x="5362" y="1139"/>
                  </a:lnTo>
                  <a:lnTo>
                    <a:pt x="0" y="1139"/>
                  </a:lnTo>
                  <a:lnTo>
                    <a:pt x="0" y="0"/>
                  </a:lnTo>
                  <a:close/>
                  <a:moveTo>
                    <a:pt x="1691" y="371"/>
                  </a:moveTo>
                  <a:lnTo>
                    <a:pt x="1711" y="372"/>
                  </a:lnTo>
                  <a:lnTo>
                    <a:pt x="1731" y="375"/>
                  </a:lnTo>
                  <a:lnTo>
                    <a:pt x="1751" y="380"/>
                  </a:lnTo>
                  <a:lnTo>
                    <a:pt x="1769" y="387"/>
                  </a:lnTo>
                  <a:lnTo>
                    <a:pt x="1786" y="395"/>
                  </a:lnTo>
                  <a:lnTo>
                    <a:pt x="1802" y="405"/>
                  </a:lnTo>
                  <a:lnTo>
                    <a:pt x="1817" y="416"/>
                  </a:lnTo>
                  <a:lnTo>
                    <a:pt x="1831" y="429"/>
                  </a:lnTo>
                  <a:lnTo>
                    <a:pt x="1844" y="443"/>
                  </a:lnTo>
                  <a:lnTo>
                    <a:pt x="1855" y="458"/>
                  </a:lnTo>
                  <a:lnTo>
                    <a:pt x="1866" y="475"/>
                  </a:lnTo>
                  <a:lnTo>
                    <a:pt x="1874" y="492"/>
                  </a:lnTo>
                  <a:lnTo>
                    <a:pt x="1881" y="510"/>
                  </a:lnTo>
                  <a:lnTo>
                    <a:pt x="1886" y="529"/>
                  </a:lnTo>
                  <a:lnTo>
                    <a:pt x="1889" y="549"/>
                  </a:lnTo>
                  <a:lnTo>
                    <a:pt x="1890" y="570"/>
                  </a:lnTo>
                  <a:lnTo>
                    <a:pt x="1889" y="590"/>
                  </a:lnTo>
                  <a:lnTo>
                    <a:pt x="1886" y="609"/>
                  </a:lnTo>
                  <a:lnTo>
                    <a:pt x="1881" y="628"/>
                  </a:lnTo>
                  <a:lnTo>
                    <a:pt x="1874" y="646"/>
                  </a:lnTo>
                  <a:lnTo>
                    <a:pt x="1866" y="663"/>
                  </a:lnTo>
                  <a:lnTo>
                    <a:pt x="1855" y="680"/>
                  </a:lnTo>
                  <a:lnTo>
                    <a:pt x="1844" y="695"/>
                  </a:lnTo>
                  <a:lnTo>
                    <a:pt x="1831" y="709"/>
                  </a:lnTo>
                  <a:lnTo>
                    <a:pt x="1817" y="722"/>
                  </a:lnTo>
                  <a:lnTo>
                    <a:pt x="1802" y="733"/>
                  </a:lnTo>
                  <a:lnTo>
                    <a:pt x="1786" y="743"/>
                  </a:lnTo>
                  <a:lnTo>
                    <a:pt x="1769" y="751"/>
                  </a:lnTo>
                  <a:lnTo>
                    <a:pt x="1751" y="758"/>
                  </a:lnTo>
                  <a:lnTo>
                    <a:pt x="1731" y="763"/>
                  </a:lnTo>
                  <a:lnTo>
                    <a:pt x="1721" y="765"/>
                  </a:lnTo>
                  <a:lnTo>
                    <a:pt x="1711" y="766"/>
                  </a:lnTo>
                  <a:lnTo>
                    <a:pt x="1702" y="767"/>
                  </a:lnTo>
                  <a:lnTo>
                    <a:pt x="1691" y="767"/>
                  </a:lnTo>
                  <a:lnTo>
                    <a:pt x="1681" y="767"/>
                  </a:lnTo>
                  <a:lnTo>
                    <a:pt x="1671" y="766"/>
                  </a:lnTo>
                  <a:lnTo>
                    <a:pt x="1662" y="765"/>
                  </a:lnTo>
                  <a:lnTo>
                    <a:pt x="1652" y="763"/>
                  </a:lnTo>
                  <a:lnTo>
                    <a:pt x="1633" y="758"/>
                  </a:lnTo>
                  <a:lnTo>
                    <a:pt x="1614" y="751"/>
                  </a:lnTo>
                  <a:lnTo>
                    <a:pt x="1597" y="743"/>
                  </a:lnTo>
                  <a:lnTo>
                    <a:pt x="1581" y="733"/>
                  </a:lnTo>
                  <a:lnTo>
                    <a:pt x="1566" y="722"/>
                  </a:lnTo>
                  <a:lnTo>
                    <a:pt x="1552" y="709"/>
                  </a:lnTo>
                  <a:lnTo>
                    <a:pt x="1539" y="695"/>
                  </a:lnTo>
                  <a:lnTo>
                    <a:pt x="1528" y="680"/>
                  </a:lnTo>
                  <a:lnTo>
                    <a:pt x="1518" y="663"/>
                  </a:lnTo>
                  <a:lnTo>
                    <a:pt x="1510" y="646"/>
                  </a:lnTo>
                  <a:lnTo>
                    <a:pt x="1502" y="628"/>
                  </a:lnTo>
                  <a:lnTo>
                    <a:pt x="1497" y="609"/>
                  </a:lnTo>
                  <a:lnTo>
                    <a:pt x="1495" y="599"/>
                  </a:lnTo>
                  <a:lnTo>
                    <a:pt x="1494" y="590"/>
                  </a:lnTo>
                  <a:lnTo>
                    <a:pt x="1494" y="580"/>
                  </a:lnTo>
                  <a:lnTo>
                    <a:pt x="1493" y="570"/>
                  </a:lnTo>
                  <a:lnTo>
                    <a:pt x="1494" y="559"/>
                  </a:lnTo>
                  <a:lnTo>
                    <a:pt x="1494" y="549"/>
                  </a:lnTo>
                  <a:lnTo>
                    <a:pt x="1495" y="539"/>
                  </a:lnTo>
                  <a:lnTo>
                    <a:pt x="1497" y="529"/>
                  </a:lnTo>
                  <a:lnTo>
                    <a:pt x="1502" y="510"/>
                  </a:lnTo>
                  <a:lnTo>
                    <a:pt x="1510" y="492"/>
                  </a:lnTo>
                  <a:lnTo>
                    <a:pt x="1518" y="475"/>
                  </a:lnTo>
                  <a:lnTo>
                    <a:pt x="1528" y="458"/>
                  </a:lnTo>
                  <a:lnTo>
                    <a:pt x="1539" y="443"/>
                  </a:lnTo>
                  <a:lnTo>
                    <a:pt x="1552" y="429"/>
                  </a:lnTo>
                  <a:lnTo>
                    <a:pt x="1566" y="416"/>
                  </a:lnTo>
                  <a:lnTo>
                    <a:pt x="1581" y="405"/>
                  </a:lnTo>
                  <a:lnTo>
                    <a:pt x="1597" y="395"/>
                  </a:lnTo>
                  <a:lnTo>
                    <a:pt x="1614" y="387"/>
                  </a:lnTo>
                  <a:lnTo>
                    <a:pt x="1633" y="380"/>
                  </a:lnTo>
                  <a:lnTo>
                    <a:pt x="1652" y="375"/>
                  </a:lnTo>
                  <a:lnTo>
                    <a:pt x="1671" y="372"/>
                  </a:lnTo>
                  <a:lnTo>
                    <a:pt x="1691" y="371"/>
                  </a:lnTo>
                  <a:close/>
                  <a:moveTo>
                    <a:pt x="2351" y="371"/>
                  </a:moveTo>
                  <a:lnTo>
                    <a:pt x="2371" y="372"/>
                  </a:lnTo>
                  <a:lnTo>
                    <a:pt x="2391" y="375"/>
                  </a:lnTo>
                  <a:lnTo>
                    <a:pt x="2410" y="380"/>
                  </a:lnTo>
                  <a:lnTo>
                    <a:pt x="2428" y="387"/>
                  </a:lnTo>
                  <a:lnTo>
                    <a:pt x="2445" y="395"/>
                  </a:lnTo>
                  <a:lnTo>
                    <a:pt x="2462" y="405"/>
                  </a:lnTo>
                  <a:lnTo>
                    <a:pt x="2477" y="416"/>
                  </a:lnTo>
                  <a:lnTo>
                    <a:pt x="2491" y="429"/>
                  </a:lnTo>
                  <a:lnTo>
                    <a:pt x="2504" y="443"/>
                  </a:lnTo>
                  <a:lnTo>
                    <a:pt x="2515" y="458"/>
                  </a:lnTo>
                  <a:lnTo>
                    <a:pt x="2525" y="475"/>
                  </a:lnTo>
                  <a:lnTo>
                    <a:pt x="2533" y="492"/>
                  </a:lnTo>
                  <a:lnTo>
                    <a:pt x="2540" y="510"/>
                  </a:lnTo>
                  <a:lnTo>
                    <a:pt x="2545" y="529"/>
                  </a:lnTo>
                  <a:lnTo>
                    <a:pt x="2548" y="549"/>
                  </a:lnTo>
                  <a:lnTo>
                    <a:pt x="2549" y="570"/>
                  </a:lnTo>
                  <a:lnTo>
                    <a:pt x="2548" y="590"/>
                  </a:lnTo>
                  <a:lnTo>
                    <a:pt x="2545" y="609"/>
                  </a:lnTo>
                  <a:lnTo>
                    <a:pt x="2540" y="628"/>
                  </a:lnTo>
                  <a:lnTo>
                    <a:pt x="2533" y="646"/>
                  </a:lnTo>
                  <a:lnTo>
                    <a:pt x="2525" y="663"/>
                  </a:lnTo>
                  <a:lnTo>
                    <a:pt x="2515" y="680"/>
                  </a:lnTo>
                  <a:lnTo>
                    <a:pt x="2504" y="695"/>
                  </a:lnTo>
                  <a:lnTo>
                    <a:pt x="2491" y="709"/>
                  </a:lnTo>
                  <a:lnTo>
                    <a:pt x="2477" y="722"/>
                  </a:lnTo>
                  <a:lnTo>
                    <a:pt x="2462" y="733"/>
                  </a:lnTo>
                  <a:lnTo>
                    <a:pt x="2445" y="743"/>
                  </a:lnTo>
                  <a:lnTo>
                    <a:pt x="2428" y="751"/>
                  </a:lnTo>
                  <a:lnTo>
                    <a:pt x="2410" y="758"/>
                  </a:lnTo>
                  <a:lnTo>
                    <a:pt x="2391" y="763"/>
                  </a:lnTo>
                  <a:lnTo>
                    <a:pt x="2381" y="765"/>
                  </a:lnTo>
                  <a:lnTo>
                    <a:pt x="2371" y="766"/>
                  </a:lnTo>
                  <a:lnTo>
                    <a:pt x="2362" y="767"/>
                  </a:lnTo>
                  <a:lnTo>
                    <a:pt x="2351" y="767"/>
                  </a:lnTo>
                  <a:lnTo>
                    <a:pt x="2341" y="767"/>
                  </a:lnTo>
                  <a:lnTo>
                    <a:pt x="2331" y="766"/>
                  </a:lnTo>
                  <a:lnTo>
                    <a:pt x="2321" y="765"/>
                  </a:lnTo>
                  <a:lnTo>
                    <a:pt x="2311" y="763"/>
                  </a:lnTo>
                  <a:lnTo>
                    <a:pt x="2292" y="758"/>
                  </a:lnTo>
                  <a:lnTo>
                    <a:pt x="2274" y="751"/>
                  </a:lnTo>
                  <a:lnTo>
                    <a:pt x="2257" y="743"/>
                  </a:lnTo>
                  <a:lnTo>
                    <a:pt x="2241" y="733"/>
                  </a:lnTo>
                  <a:lnTo>
                    <a:pt x="2226" y="722"/>
                  </a:lnTo>
                  <a:lnTo>
                    <a:pt x="2212" y="709"/>
                  </a:lnTo>
                  <a:lnTo>
                    <a:pt x="2198" y="695"/>
                  </a:lnTo>
                  <a:lnTo>
                    <a:pt x="2187" y="680"/>
                  </a:lnTo>
                  <a:lnTo>
                    <a:pt x="2177" y="663"/>
                  </a:lnTo>
                  <a:lnTo>
                    <a:pt x="2169" y="646"/>
                  </a:lnTo>
                  <a:lnTo>
                    <a:pt x="2162" y="628"/>
                  </a:lnTo>
                  <a:lnTo>
                    <a:pt x="2157" y="609"/>
                  </a:lnTo>
                  <a:lnTo>
                    <a:pt x="2155" y="599"/>
                  </a:lnTo>
                  <a:lnTo>
                    <a:pt x="2154" y="590"/>
                  </a:lnTo>
                  <a:lnTo>
                    <a:pt x="2154" y="580"/>
                  </a:lnTo>
                  <a:lnTo>
                    <a:pt x="2153" y="570"/>
                  </a:lnTo>
                  <a:lnTo>
                    <a:pt x="2154" y="559"/>
                  </a:lnTo>
                  <a:lnTo>
                    <a:pt x="2154" y="549"/>
                  </a:lnTo>
                  <a:lnTo>
                    <a:pt x="2155" y="539"/>
                  </a:lnTo>
                  <a:lnTo>
                    <a:pt x="2157" y="529"/>
                  </a:lnTo>
                  <a:lnTo>
                    <a:pt x="2162" y="510"/>
                  </a:lnTo>
                  <a:lnTo>
                    <a:pt x="2169" y="492"/>
                  </a:lnTo>
                  <a:lnTo>
                    <a:pt x="2177" y="475"/>
                  </a:lnTo>
                  <a:lnTo>
                    <a:pt x="2187" y="458"/>
                  </a:lnTo>
                  <a:lnTo>
                    <a:pt x="2198" y="443"/>
                  </a:lnTo>
                  <a:lnTo>
                    <a:pt x="2212" y="429"/>
                  </a:lnTo>
                  <a:lnTo>
                    <a:pt x="2226" y="416"/>
                  </a:lnTo>
                  <a:lnTo>
                    <a:pt x="2241" y="405"/>
                  </a:lnTo>
                  <a:lnTo>
                    <a:pt x="2257" y="395"/>
                  </a:lnTo>
                  <a:lnTo>
                    <a:pt x="2274" y="387"/>
                  </a:lnTo>
                  <a:lnTo>
                    <a:pt x="2292" y="380"/>
                  </a:lnTo>
                  <a:lnTo>
                    <a:pt x="2311" y="375"/>
                  </a:lnTo>
                  <a:lnTo>
                    <a:pt x="2331" y="372"/>
                  </a:lnTo>
                  <a:lnTo>
                    <a:pt x="2351" y="371"/>
                  </a:lnTo>
                  <a:close/>
                  <a:moveTo>
                    <a:pt x="3011" y="371"/>
                  </a:moveTo>
                  <a:lnTo>
                    <a:pt x="3030" y="372"/>
                  </a:lnTo>
                  <a:lnTo>
                    <a:pt x="3051" y="375"/>
                  </a:lnTo>
                  <a:lnTo>
                    <a:pt x="3070" y="380"/>
                  </a:lnTo>
                  <a:lnTo>
                    <a:pt x="3088" y="387"/>
                  </a:lnTo>
                  <a:lnTo>
                    <a:pt x="3105" y="395"/>
                  </a:lnTo>
                  <a:lnTo>
                    <a:pt x="3121" y="405"/>
                  </a:lnTo>
                  <a:lnTo>
                    <a:pt x="3136" y="416"/>
                  </a:lnTo>
                  <a:lnTo>
                    <a:pt x="3150" y="429"/>
                  </a:lnTo>
                  <a:lnTo>
                    <a:pt x="3164" y="443"/>
                  </a:lnTo>
                  <a:lnTo>
                    <a:pt x="3175" y="458"/>
                  </a:lnTo>
                  <a:lnTo>
                    <a:pt x="3185" y="475"/>
                  </a:lnTo>
                  <a:lnTo>
                    <a:pt x="3193" y="492"/>
                  </a:lnTo>
                  <a:lnTo>
                    <a:pt x="3200" y="510"/>
                  </a:lnTo>
                  <a:lnTo>
                    <a:pt x="3205" y="529"/>
                  </a:lnTo>
                  <a:lnTo>
                    <a:pt x="3208" y="549"/>
                  </a:lnTo>
                  <a:lnTo>
                    <a:pt x="3209" y="570"/>
                  </a:lnTo>
                  <a:lnTo>
                    <a:pt x="3208" y="590"/>
                  </a:lnTo>
                  <a:lnTo>
                    <a:pt x="3205" y="609"/>
                  </a:lnTo>
                  <a:lnTo>
                    <a:pt x="3200" y="628"/>
                  </a:lnTo>
                  <a:lnTo>
                    <a:pt x="3193" y="646"/>
                  </a:lnTo>
                  <a:lnTo>
                    <a:pt x="3185" y="663"/>
                  </a:lnTo>
                  <a:lnTo>
                    <a:pt x="3175" y="680"/>
                  </a:lnTo>
                  <a:lnTo>
                    <a:pt x="3164" y="695"/>
                  </a:lnTo>
                  <a:lnTo>
                    <a:pt x="3150" y="709"/>
                  </a:lnTo>
                  <a:lnTo>
                    <a:pt x="3136" y="722"/>
                  </a:lnTo>
                  <a:lnTo>
                    <a:pt x="3121" y="733"/>
                  </a:lnTo>
                  <a:lnTo>
                    <a:pt x="3105" y="743"/>
                  </a:lnTo>
                  <a:lnTo>
                    <a:pt x="3088" y="751"/>
                  </a:lnTo>
                  <a:lnTo>
                    <a:pt x="3070" y="758"/>
                  </a:lnTo>
                  <a:lnTo>
                    <a:pt x="3051" y="763"/>
                  </a:lnTo>
                  <a:lnTo>
                    <a:pt x="3041" y="765"/>
                  </a:lnTo>
                  <a:lnTo>
                    <a:pt x="3030" y="766"/>
                  </a:lnTo>
                  <a:lnTo>
                    <a:pt x="3021" y="767"/>
                  </a:lnTo>
                  <a:lnTo>
                    <a:pt x="3011" y="767"/>
                  </a:lnTo>
                  <a:lnTo>
                    <a:pt x="3000" y="767"/>
                  </a:lnTo>
                  <a:lnTo>
                    <a:pt x="2990" y="766"/>
                  </a:lnTo>
                  <a:lnTo>
                    <a:pt x="2981" y="765"/>
                  </a:lnTo>
                  <a:lnTo>
                    <a:pt x="2971" y="763"/>
                  </a:lnTo>
                  <a:lnTo>
                    <a:pt x="2952" y="758"/>
                  </a:lnTo>
                  <a:lnTo>
                    <a:pt x="2934" y="751"/>
                  </a:lnTo>
                  <a:lnTo>
                    <a:pt x="2917" y="743"/>
                  </a:lnTo>
                  <a:lnTo>
                    <a:pt x="2900" y="733"/>
                  </a:lnTo>
                  <a:lnTo>
                    <a:pt x="2885" y="722"/>
                  </a:lnTo>
                  <a:lnTo>
                    <a:pt x="2871" y="709"/>
                  </a:lnTo>
                  <a:lnTo>
                    <a:pt x="2858" y="695"/>
                  </a:lnTo>
                  <a:lnTo>
                    <a:pt x="2847" y="680"/>
                  </a:lnTo>
                  <a:lnTo>
                    <a:pt x="2837" y="663"/>
                  </a:lnTo>
                  <a:lnTo>
                    <a:pt x="2829" y="646"/>
                  </a:lnTo>
                  <a:lnTo>
                    <a:pt x="2822" y="628"/>
                  </a:lnTo>
                  <a:lnTo>
                    <a:pt x="2817" y="609"/>
                  </a:lnTo>
                  <a:lnTo>
                    <a:pt x="2816" y="599"/>
                  </a:lnTo>
                  <a:lnTo>
                    <a:pt x="2814" y="590"/>
                  </a:lnTo>
                  <a:lnTo>
                    <a:pt x="2814" y="580"/>
                  </a:lnTo>
                  <a:lnTo>
                    <a:pt x="2813" y="570"/>
                  </a:lnTo>
                  <a:lnTo>
                    <a:pt x="2814" y="559"/>
                  </a:lnTo>
                  <a:lnTo>
                    <a:pt x="2814" y="549"/>
                  </a:lnTo>
                  <a:lnTo>
                    <a:pt x="2816" y="539"/>
                  </a:lnTo>
                  <a:lnTo>
                    <a:pt x="2817" y="529"/>
                  </a:lnTo>
                  <a:lnTo>
                    <a:pt x="2822" y="510"/>
                  </a:lnTo>
                  <a:lnTo>
                    <a:pt x="2829" y="492"/>
                  </a:lnTo>
                  <a:lnTo>
                    <a:pt x="2837" y="475"/>
                  </a:lnTo>
                  <a:lnTo>
                    <a:pt x="2847" y="458"/>
                  </a:lnTo>
                  <a:lnTo>
                    <a:pt x="2858" y="443"/>
                  </a:lnTo>
                  <a:lnTo>
                    <a:pt x="2871" y="429"/>
                  </a:lnTo>
                  <a:lnTo>
                    <a:pt x="2885" y="416"/>
                  </a:lnTo>
                  <a:lnTo>
                    <a:pt x="2900" y="405"/>
                  </a:lnTo>
                  <a:lnTo>
                    <a:pt x="2917" y="395"/>
                  </a:lnTo>
                  <a:lnTo>
                    <a:pt x="2934" y="387"/>
                  </a:lnTo>
                  <a:lnTo>
                    <a:pt x="2952" y="380"/>
                  </a:lnTo>
                  <a:lnTo>
                    <a:pt x="2971" y="375"/>
                  </a:lnTo>
                  <a:lnTo>
                    <a:pt x="2990" y="372"/>
                  </a:lnTo>
                  <a:lnTo>
                    <a:pt x="3011" y="371"/>
                  </a:lnTo>
                  <a:close/>
                  <a:moveTo>
                    <a:pt x="3671" y="371"/>
                  </a:moveTo>
                  <a:lnTo>
                    <a:pt x="3690" y="372"/>
                  </a:lnTo>
                  <a:lnTo>
                    <a:pt x="3710" y="375"/>
                  </a:lnTo>
                  <a:lnTo>
                    <a:pt x="3729" y="380"/>
                  </a:lnTo>
                  <a:lnTo>
                    <a:pt x="3748" y="387"/>
                  </a:lnTo>
                  <a:lnTo>
                    <a:pt x="3765" y="395"/>
                  </a:lnTo>
                  <a:lnTo>
                    <a:pt x="3781" y="405"/>
                  </a:lnTo>
                  <a:lnTo>
                    <a:pt x="3796" y="416"/>
                  </a:lnTo>
                  <a:lnTo>
                    <a:pt x="3810" y="429"/>
                  </a:lnTo>
                  <a:lnTo>
                    <a:pt x="3823" y="443"/>
                  </a:lnTo>
                  <a:lnTo>
                    <a:pt x="3834" y="458"/>
                  </a:lnTo>
                  <a:lnTo>
                    <a:pt x="3844" y="475"/>
                  </a:lnTo>
                  <a:lnTo>
                    <a:pt x="3852" y="492"/>
                  </a:lnTo>
                  <a:lnTo>
                    <a:pt x="3860" y="510"/>
                  </a:lnTo>
                  <a:lnTo>
                    <a:pt x="3865" y="529"/>
                  </a:lnTo>
                  <a:lnTo>
                    <a:pt x="3868" y="549"/>
                  </a:lnTo>
                  <a:lnTo>
                    <a:pt x="3869" y="570"/>
                  </a:lnTo>
                  <a:lnTo>
                    <a:pt x="3868" y="590"/>
                  </a:lnTo>
                  <a:lnTo>
                    <a:pt x="3865" y="609"/>
                  </a:lnTo>
                  <a:lnTo>
                    <a:pt x="3860" y="628"/>
                  </a:lnTo>
                  <a:lnTo>
                    <a:pt x="3852" y="646"/>
                  </a:lnTo>
                  <a:lnTo>
                    <a:pt x="3844" y="663"/>
                  </a:lnTo>
                  <a:lnTo>
                    <a:pt x="3834" y="680"/>
                  </a:lnTo>
                  <a:lnTo>
                    <a:pt x="3823" y="695"/>
                  </a:lnTo>
                  <a:lnTo>
                    <a:pt x="3810" y="709"/>
                  </a:lnTo>
                  <a:lnTo>
                    <a:pt x="3796" y="722"/>
                  </a:lnTo>
                  <a:lnTo>
                    <a:pt x="3781" y="733"/>
                  </a:lnTo>
                  <a:lnTo>
                    <a:pt x="3765" y="743"/>
                  </a:lnTo>
                  <a:lnTo>
                    <a:pt x="3748" y="751"/>
                  </a:lnTo>
                  <a:lnTo>
                    <a:pt x="3729" y="758"/>
                  </a:lnTo>
                  <a:lnTo>
                    <a:pt x="3710" y="763"/>
                  </a:lnTo>
                  <a:lnTo>
                    <a:pt x="3700" y="765"/>
                  </a:lnTo>
                  <a:lnTo>
                    <a:pt x="3690" y="766"/>
                  </a:lnTo>
                  <a:lnTo>
                    <a:pt x="3681" y="767"/>
                  </a:lnTo>
                  <a:lnTo>
                    <a:pt x="3671" y="767"/>
                  </a:lnTo>
                  <a:lnTo>
                    <a:pt x="3660" y="767"/>
                  </a:lnTo>
                  <a:lnTo>
                    <a:pt x="3650" y="766"/>
                  </a:lnTo>
                  <a:lnTo>
                    <a:pt x="3641" y="765"/>
                  </a:lnTo>
                  <a:lnTo>
                    <a:pt x="3631" y="763"/>
                  </a:lnTo>
                  <a:lnTo>
                    <a:pt x="3611" y="758"/>
                  </a:lnTo>
                  <a:lnTo>
                    <a:pt x="3593" y="751"/>
                  </a:lnTo>
                  <a:lnTo>
                    <a:pt x="3576" y="743"/>
                  </a:lnTo>
                  <a:lnTo>
                    <a:pt x="3560" y="733"/>
                  </a:lnTo>
                  <a:lnTo>
                    <a:pt x="3545" y="722"/>
                  </a:lnTo>
                  <a:lnTo>
                    <a:pt x="3531" y="709"/>
                  </a:lnTo>
                  <a:lnTo>
                    <a:pt x="3518" y="695"/>
                  </a:lnTo>
                  <a:lnTo>
                    <a:pt x="3507" y="680"/>
                  </a:lnTo>
                  <a:lnTo>
                    <a:pt x="3496" y="663"/>
                  </a:lnTo>
                  <a:lnTo>
                    <a:pt x="3488" y="646"/>
                  </a:lnTo>
                  <a:lnTo>
                    <a:pt x="3481" y="628"/>
                  </a:lnTo>
                  <a:lnTo>
                    <a:pt x="3476" y="609"/>
                  </a:lnTo>
                  <a:lnTo>
                    <a:pt x="3475" y="599"/>
                  </a:lnTo>
                  <a:lnTo>
                    <a:pt x="3473" y="590"/>
                  </a:lnTo>
                  <a:lnTo>
                    <a:pt x="3473" y="580"/>
                  </a:lnTo>
                  <a:lnTo>
                    <a:pt x="3472" y="570"/>
                  </a:lnTo>
                  <a:lnTo>
                    <a:pt x="3473" y="559"/>
                  </a:lnTo>
                  <a:lnTo>
                    <a:pt x="3473" y="549"/>
                  </a:lnTo>
                  <a:lnTo>
                    <a:pt x="3475" y="539"/>
                  </a:lnTo>
                  <a:lnTo>
                    <a:pt x="3476" y="529"/>
                  </a:lnTo>
                  <a:lnTo>
                    <a:pt x="3481" y="510"/>
                  </a:lnTo>
                  <a:lnTo>
                    <a:pt x="3488" y="492"/>
                  </a:lnTo>
                  <a:lnTo>
                    <a:pt x="3496" y="475"/>
                  </a:lnTo>
                  <a:lnTo>
                    <a:pt x="3507" y="458"/>
                  </a:lnTo>
                  <a:lnTo>
                    <a:pt x="3518" y="443"/>
                  </a:lnTo>
                  <a:lnTo>
                    <a:pt x="3531" y="429"/>
                  </a:lnTo>
                  <a:lnTo>
                    <a:pt x="3545" y="416"/>
                  </a:lnTo>
                  <a:lnTo>
                    <a:pt x="3560" y="405"/>
                  </a:lnTo>
                  <a:lnTo>
                    <a:pt x="3576" y="395"/>
                  </a:lnTo>
                  <a:lnTo>
                    <a:pt x="3593" y="387"/>
                  </a:lnTo>
                  <a:lnTo>
                    <a:pt x="3611" y="380"/>
                  </a:lnTo>
                  <a:lnTo>
                    <a:pt x="3631" y="375"/>
                  </a:lnTo>
                  <a:lnTo>
                    <a:pt x="3650" y="372"/>
                  </a:lnTo>
                  <a:lnTo>
                    <a:pt x="3671" y="371"/>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5" name="Google Shape;1365;p19"/>
            <p:cNvSpPr/>
            <p:nvPr/>
          </p:nvSpPr>
          <p:spPr>
            <a:xfrm>
              <a:off x="-1022133" y="-358921"/>
              <a:ext cx="566385" cy="321056"/>
            </a:xfrm>
            <a:custGeom>
              <a:rect b="b" l="l" r="r" t="t"/>
              <a:pathLst>
                <a:path extrusionOk="0" h="5694" w="10052">
                  <a:moveTo>
                    <a:pt x="199" y="0"/>
                  </a:moveTo>
                  <a:lnTo>
                    <a:pt x="9853" y="0"/>
                  </a:lnTo>
                  <a:lnTo>
                    <a:pt x="9873" y="1"/>
                  </a:lnTo>
                  <a:lnTo>
                    <a:pt x="9893" y="4"/>
                  </a:lnTo>
                  <a:lnTo>
                    <a:pt x="9911" y="8"/>
                  </a:lnTo>
                  <a:lnTo>
                    <a:pt x="9930" y="15"/>
                  </a:lnTo>
                  <a:lnTo>
                    <a:pt x="9947" y="22"/>
                  </a:lnTo>
                  <a:lnTo>
                    <a:pt x="9964" y="32"/>
                  </a:lnTo>
                  <a:lnTo>
                    <a:pt x="9979" y="42"/>
                  </a:lnTo>
                  <a:lnTo>
                    <a:pt x="9993" y="54"/>
                  </a:lnTo>
                  <a:lnTo>
                    <a:pt x="10006" y="68"/>
                  </a:lnTo>
                  <a:lnTo>
                    <a:pt x="10018" y="82"/>
                  </a:lnTo>
                  <a:lnTo>
                    <a:pt x="10028" y="98"/>
                  </a:lnTo>
                  <a:lnTo>
                    <a:pt x="10036" y="115"/>
                  </a:lnTo>
                  <a:lnTo>
                    <a:pt x="10043" y="132"/>
                  </a:lnTo>
                  <a:lnTo>
                    <a:pt x="10047" y="150"/>
                  </a:lnTo>
                  <a:lnTo>
                    <a:pt x="10050" y="168"/>
                  </a:lnTo>
                  <a:lnTo>
                    <a:pt x="10052" y="187"/>
                  </a:lnTo>
                  <a:lnTo>
                    <a:pt x="10052" y="5506"/>
                  </a:lnTo>
                  <a:lnTo>
                    <a:pt x="10050" y="5525"/>
                  </a:lnTo>
                  <a:lnTo>
                    <a:pt x="10047" y="5543"/>
                  </a:lnTo>
                  <a:lnTo>
                    <a:pt x="10043" y="5561"/>
                  </a:lnTo>
                  <a:lnTo>
                    <a:pt x="10036" y="5578"/>
                  </a:lnTo>
                  <a:lnTo>
                    <a:pt x="10028" y="5595"/>
                  </a:lnTo>
                  <a:lnTo>
                    <a:pt x="10018" y="5611"/>
                  </a:lnTo>
                  <a:lnTo>
                    <a:pt x="10006" y="5625"/>
                  </a:lnTo>
                  <a:lnTo>
                    <a:pt x="9993" y="5638"/>
                  </a:lnTo>
                  <a:lnTo>
                    <a:pt x="9979" y="5650"/>
                  </a:lnTo>
                  <a:lnTo>
                    <a:pt x="9964" y="5661"/>
                  </a:lnTo>
                  <a:lnTo>
                    <a:pt x="9947" y="5670"/>
                  </a:lnTo>
                  <a:lnTo>
                    <a:pt x="9930" y="5678"/>
                  </a:lnTo>
                  <a:lnTo>
                    <a:pt x="9911" y="5684"/>
                  </a:lnTo>
                  <a:lnTo>
                    <a:pt x="9893" y="5689"/>
                  </a:lnTo>
                  <a:lnTo>
                    <a:pt x="9873" y="5693"/>
                  </a:lnTo>
                  <a:lnTo>
                    <a:pt x="9853" y="5694"/>
                  </a:lnTo>
                  <a:lnTo>
                    <a:pt x="199" y="5694"/>
                  </a:lnTo>
                  <a:lnTo>
                    <a:pt x="179" y="5693"/>
                  </a:lnTo>
                  <a:lnTo>
                    <a:pt x="159" y="5689"/>
                  </a:lnTo>
                  <a:lnTo>
                    <a:pt x="140" y="5684"/>
                  </a:lnTo>
                  <a:lnTo>
                    <a:pt x="122" y="5678"/>
                  </a:lnTo>
                  <a:lnTo>
                    <a:pt x="105" y="5670"/>
                  </a:lnTo>
                  <a:lnTo>
                    <a:pt x="88" y="5661"/>
                  </a:lnTo>
                  <a:lnTo>
                    <a:pt x="72" y="5650"/>
                  </a:lnTo>
                  <a:lnTo>
                    <a:pt x="58" y="5638"/>
                  </a:lnTo>
                  <a:lnTo>
                    <a:pt x="46" y="5625"/>
                  </a:lnTo>
                  <a:lnTo>
                    <a:pt x="34" y="5611"/>
                  </a:lnTo>
                  <a:lnTo>
                    <a:pt x="24" y="5595"/>
                  </a:lnTo>
                  <a:lnTo>
                    <a:pt x="16" y="5578"/>
                  </a:lnTo>
                  <a:lnTo>
                    <a:pt x="9" y="5561"/>
                  </a:lnTo>
                  <a:lnTo>
                    <a:pt x="4" y="5543"/>
                  </a:lnTo>
                  <a:lnTo>
                    <a:pt x="3" y="5534"/>
                  </a:lnTo>
                  <a:lnTo>
                    <a:pt x="1" y="5525"/>
                  </a:lnTo>
                  <a:lnTo>
                    <a:pt x="1" y="5515"/>
                  </a:lnTo>
                  <a:lnTo>
                    <a:pt x="0" y="5506"/>
                  </a:lnTo>
                  <a:lnTo>
                    <a:pt x="0" y="187"/>
                  </a:lnTo>
                  <a:lnTo>
                    <a:pt x="1" y="177"/>
                  </a:lnTo>
                  <a:lnTo>
                    <a:pt x="1" y="168"/>
                  </a:lnTo>
                  <a:lnTo>
                    <a:pt x="3" y="159"/>
                  </a:lnTo>
                  <a:lnTo>
                    <a:pt x="4" y="150"/>
                  </a:lnTo>
                  <a:lnTo>
                    <a:pt x="9" y="132"/>
                  </a:lnTo>
                  <a:lnTo>
                    <a:pt x="16" y="115"/>
                  </a:lnTo>
                  <a:lnTo>
                    <a:pt x="24" y="98"/>
                  </a:lnTo>
                  <a:lnTo>
                    <a:pt x="34" y="82"/>
                  </a:lnTo>
                  <a:lnTo>
                    <a:pt x="46" y="68"/>
                  </a:lnTo>
                  <a:lnTo>
                    <a:pt x="58" y="54"/>
                  </a:lnTo>
                  <a:lnTo>
                    <a:pt x="72" y="42"/>
                  </a:lnTo>
                  <a:lnTo>
                    <a:pt x="88" y="32"/>
                  </a:lnTo>
                  <a:lnTo>
                    <a:pt x="105" y="22"/>
                  </a:lnTo>
                  <a:lnTo>
                    <a:pt x="122" y="15"/>
                  </a:lnTo>
                  <a:lnTo>
                    <a:pt x="140" y="8"/>
                  </a:lnTo>
                  <a:lnTo>
                    <a:pt x="159" y="4"/>
                  </a:lnTo>
                  <a:lnTo>
                    <a:pt x="179" y="1"/>
                  </a:lnTo>
                  <a:lnTo>
                    <a:pt x="199" y="0"/>
                  </a:lnTo>
                  <a:close/>
                  <a:moveTo>
                    <a:pt x="279" y="46"/>
                  </a:moveTo>
                  <a:lnTo>
                    <a:pt x="9773" y="46"/>
                  </a:lnTo>
                  <a:lnTo>
                    <a:pt x="9792" y="47"/>
                  </a:lnTo>
                  <a:lnTo>
                    <a:pt x="9812" y="50"/>
                  </a:lnTo>
                  <a:lnTo>
                    <a:pt x="9830" y="55"/>
                  </a:lnTo>
                  <a:lnTo>
                    <a:pt x="9849" y="61"/>
                  </a:lnTo>
                  <a:lnTo>
                    <a:pt x="9866" y="69"/>
                  </a:lnTo>
                  <a:lnTo>
                    <a:pt x="9882" y="78"/>
                  </a:lnTo>
                  <a:lnTo>
                    <a:pt x="9897" y="88"/>
                  </a:lnTo>
                  <a:lnTo>
                    <a:pt x="9911" y="101"/>
                  </a:lnTo>
                  <a:lnTo>
                    <a:pt x="9923" y="114"/>
                  </a:lnTo>
                  <a:lnTo>
                    <a:pt x="9935" y="128"/>
                  </a:lnTo>
                  <a:lnTo>
                    <a:pt x="9944" y="144"/>
                  </a:lnTo>
                  <a:lnTo>
                    <a:pt x="9953" y="160"/>
                  </a:lnTo>
                  <a:lnTo>
                    <a:pt x="9959" y="176"/>
                  </a:lnTo>
                  <a:lnTo>
                    <a:pt x="9965" y="194"/>
                  </a:lnTo>
                  <a:lnTo>
                    <a:pt x="9968" y="213"/>
                  </a:lnTo>
                  <a:lnTo>
                    <a:pt x="9969" y="232"/>
                  </a:lnTo>
                  <a:lnTo>
                    <a:pt x="9969" y="5461"/>
                  </a:lnTo>
                  <a:lnTo>
                    <a:pt x="9968" y="5480"/>
                  </a:lnTo>
                  <a:lnTo>
                    <a:pt x="9965" y="5499"/>
                  </a:lnTo>
                  <a:lnTo>
                    <a:pt x="9959" y="5516"/>
                  </a:lnTo>
                  <a:lnTo>
                    <a:pt x="9953" y="5533"/>
                  </a:lnTo>
                  <a:lnTo>
                    <a:pt x="9944" y="5549"/>
                  </a:lnTo>
                  <a:lnTo>
                    <a:pt x="9935" y="5564"/>
                  </a:lnTo>
                  <a:lnTo>
                    <a:pt x="9923" y="5578"/>
                  </a:lnTo>
                  <a:lnTo>
                    <a:pt x="9911" y="5592"/>
                  </a:lnTo>
                  <a:lnTo>
                    <a:pt x="9897" y="5604"/>
                  </a:lnTo>
                  <a:lnTo>
                    <a:pt x="9882" y="5615"/>
                  </a:lnTo>
                  <a:lnTo>
                    <a:pt x="9866" y="5624"/>
                  </a:lnTo>
                  <a:lnTo>
                    <a:pt x="9849" y="5632"/>
                  </a:lnTo>
                  <a:lnTo>
                    <a:pt x="9830" y="5638"/>
                  </a:lnTo>
                  <a:lnTo>
                    <a:pt x="9812" y="5642"/>
                  </a:lnTo>
                  <a:lnTo>
                    <a:pt x="9792" y="5645"/>
                  </a:lnTo>
                  <a:lnTo>
                    <a:pt x="9773" y="5646"/>
                  </a:lnTo>
                  <a:lnTo>
                    <a:pt x="279" y="5646"/>
                  </a:lnTo>
                  <a:lnTo>
                    <a:pt x="259" y="5645"/>
                  </a:lnTo>
                  <a:lnTo>
                    <a:pt x="240" y="5642"/>
                  </a:lnTo>
                  <a:lnTo>
                    <a:pt x="222" y="5638"/>
                  </a:lnTo>
                  <a:lnTo>
                    <a:pt x="203" y="5632"/>
                  </a:lnTo>
                  <a:lnTo>
                    <a:pt x="186" y="5624"/>
                  </a:lnTo>
                  <a:lnTo>
                    <a:pt x="170" y="5615"/>
                  </a:lnTo>
                  <a:lnTo>
                    <a:pt x="155" y="5604"/>
                  </a:lnTo>
                  <a:lnTo>
                    <a:pt x="141" y="5592"/>
                  </a:lnTo>
                  <a:lnTo>
                    <a:pt x="128" y="5578"/>
                  </a:lnTo>
                  <a:lnTo>
                    <a:pt x="117" y="5564"/>
                  </a:lnTo>
                  <a:lnTo>
                    <a:pt x="107" y="5549"/>
                  </a:lnTo>
                  <a:lnTo>
                    <a:pt x="99" y="5533"/>
                  </a:lnTo>
                  <a:lnTo>
                    <a:pt x="93" y="5516"/>
                  </a:lnTo>
                  <a:lnTo>
                    <a:pt x="87" y="5499"/>
                  </a:lnTo>
                  <a:lnTo>
                    <a:pt x="85" y="5490"/>
                  </a:lnTo>
                  <a:lnTo>
                    <a:pt x="84" y="5480"/>
                  </a:lnTo>
                  <a:lnTo>
                    <a:pt x="83" y="5470"/>
                  </a:lnTo>
                  <a:lnTo>
                    <a:pt x="83" y="5461"/>
                  </a:lnTo>
                  <a:lnTo>
                    <a:pt x="83" y="232"/>
                  </a:lnTo>
                  <a:lnTo>
                    <a:pt x="83" y="222"/>
                  </a:lnTo>
                  <a:lnTo>
                    <a:pt x="84" y="213"/>
                  </a:lnTo>
                  <a:lnTo>
                    <a:pt x="85" y="204"/>
                  </a:lnTo>
                  <a:lnTo>
                    <a:pt x="87" y="194"/>
                  </a:lnTo>
                  <a:lnTo>
                    <a:pt x="93" y="176"/>
                  </a:lnTo>
                  <a:lnTo>
                    <a:pt x="99" y="160"/>
                  </a:lnTo>
                  <a:lnTo>
                    <a:pt x="107" y="144"/>
                  </a:lnTo>
                  <a:lnTo>
                    <a:pt x="117" y="128"/>
                  </a:lnTo>
                  <a:lnTo>
                    <a:pt x="128" y="114"/>
                  </a:lnTo>
                  <a:lnTo>
                    <a:pt x="141" y="101"/>
                  </a:lnTo>
                  <a:lnTo>
                    <a:pt x="155" y="88"/>
                  </a:lnTo>
                  <a:lnTo>
                    <a:pt x="170" y="78"/>
                  </a:lnTo>
                  <a:lnTo>
                    <a:pt x="186" y="69"/>
                  </a:lnTo>
                  <a:lnTo>
                    <a:pt x="203" y="61"/>
                  </a:lnTo>
                  <a:lnTo>
                    <a:pt x="222" y="55"/>
                  </a:lnTo>
                  <a:lnTo>
                    <a:pt x="240" y="50"/>
                  </a:lnTo>
                  <a:lnTo>
                    <a:pt x="259" y="47"/>
                  </a:lnTo>
                  <a:lnTo>
                    <a:pt x="279" y="46"/>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6" name="Google Shape;1366;p19"/>
            <p:cNvSpPr/>
            <p:nvPr/>
          </p:nvSpPr>
          <p:spPr>
            <a:xfrm>
              <a:off x="-913273" y="-332889"/>
              <a:ext cx="120692" cy="120692"/>
            </a:xfrm>
            <a:custGeom>
              <a:rect b="b" l="l" r="r" t="t"/>
              <a:pathLst>
                <a:path extrusionOk="0" h="2134" w="2131">
                  <a:moveTo>
                    <a:pt x="1066" y="2134"/>
                  </a:moveTo>
                  <a:lnTo>
                    <a:pt x="1121" y="2133"/>
                  </a:lnTo>
                  <a:lnTo>
                    <a:pt x="1174" y="2128"/>
                  </a:lnTo>
                  <a:lnTo>
                    <a:pt x="1228" y="2121"/>
                  </a:lnTo>
                  <a:lnTo>
                    <a:pt x="1280" y="2111"/>
                  </a:lnTo>
                  <a:lnTo>
                    <a:pt x="1332" y="2100"/>
                  </a:lnTo>
                  <a:lnTo>
                    <a:pt x="1382" y="2085"/>
                  </a:lnTo>
                  <a:lnTo>
                    <a:pt x="1431" y="2069"/>
                  </a:lnTo>
                  <a:lnTo>
                    <a:pt x="1480" y="2050"/>
                  </a:lnTo>
                  <a:lnTo>
                    <a:pt x="1527" y="2028"/>
                  </a:lnTo>
                  <a:lnTo>
                    <a:pt x="1573" y="2004"/>
                  </a:lnTo>
                  <a:lnTo>
                    <a:pt x="1618" y="1979"/>
                  </a:lnTo>
                  <a:lnTo>
                    <a:pt x="1660" y="1951"/>
                  </a:lnTo>
                  <a:lnTo>
                    <a:pt x="1703" y="1922"/>
                  </a:lnTo>
                  <a:lnTo>
                    <a:pt x="1743" y="1889"/>
                  </a:lnTo>
                  <a:lnTo>
                    <a:pt x="1781" y="1856"/>
                  </a:lnTo>
                  <a:lnTo>
                    <a:pt x="1819" y="1821"/>
                  </a:lnTo>
                  <a:lnTo>
                    <a:pt x="1854" y="1783"/>
                  </a:lnTo>
                  <a:lnTo>
                    <a:pt x="1887" y="1745"/>
                  </a:lnTo>
                  <a:lnTo>
                    <a:pt x="1920" y="1704"/>
                  </a:lnTo>
                  <a:lnTo>
                    <a:pt x="1949" y="1662"/>
                  </a:lnTo>
                  <a:lnTo>
                    <a:pt x="1977" y="1620"/>
                  </a:lnTo>
                  <a:lnTo>
                    <a:pt x="2002" y="1574"/>
                  </a:lnTo>
                  <a:lnTo>
                    <a:pt x="2026" y="1529"/>
                  </a:lnTo>
                  <a:lnTo>
                    <a:pt x="2048" y="1481"/>
                  </a:lnTo>
                  <a:lnTo>
                    <a:pt x="2067" y="1433"/>
                  </a:lnTo>
                  <a:lnTo>
                    <a:pt x="2083" y="1383"/>
                  </a:lnTo>
                  <a:lnTo>
                    <a:pt x="2098" y="1333"/>
                  </a:lnTo>
                  <a:lnTo>
                    <a:pt x="2109" y="1281"/>
                  </a:lnTo>
                  <a:lnTo>
                    <a:pt x="2119" y="1229"/>
                  </a:lnTo>
                  <a:lnTo>
                    <a:pt x="2126" y="1175"/>
                  </a:lnTo>
                  <a:lnTo>
                    <a:pt x="2130" y="1122"/>
                  </a:lnTo>
                  <a:lnTo>
                    <a:pt x="2131" y="1066"/>
                  </a:lnTo>
                  <a:lnTo>
                    <a:pt x="2130" y="1012"/>
                  </a:lnTo>
                  <a:lnTo>
                    <a:pt x="2126" y="958"/>
                  </a:lnTo>
                  <a:lnTo>
                    <a:pt x="2119" y="905"/>
                  </a:lnTo>
                  <a:lnTo>
                    <a:pt x="2109" y="852"/>
                  </a:lnTo>
                  <a:lnTo>
                    <a:pt x="2098" y="801"/>
                  </a:lnTo>
                  <a:lnTo>
                    <a:pt x="2083" y="750"/>
                  </a:lnTo>
                  <a:lnTo>
                    <a:pt x="2067" y="701"/>
                  </a:lnTo>
                  <a:lnTo>
                    <a:pt x="2048" y="652"/>
                  </a:lnTo>
                  <a:lnTo>
                    <a:pt x="2026" y="605"/>
                  </a:lnTo>
                  <a:lnTo>
                    <a:pt x="2002" y="558"/>
                  </a:lnTo>
                  <a:lnTo>
                    <a:pt x="1977" y="514"/>
                  </a:lnTo>
                  <a:lnTo>
                    <a:pt x="1949" y="471"/>
                  </a:lnTo>
                  <a:lnTo>
                    <a:pt x="1920" y="429"/>
                  </a:lnTo>
                  <a:lnTo>
                    <a:pt x="1887" y="389"/>
                  </a:lnTo>
                  <a:lnTo>
                    <a:pt x="1854" y="350"/>
                  </a:lnTo>
                  <a:lnTo>
                    <a:pt x="1819" y="313"/>
                  </a:lnTo>
                  <a:lnTo>
                    <a:pt x="1781" y="278"/>
                  </a:lnTo>
                  <a:lnTo>
                    <a:pt x="1743" y="244"/>
                  </a:lnTo>
                  <a:lnTo>
                    <a:pt x="1703" y="212"/>
                  </a:lnTo>
                  <a:lnTo>
                    <a:pt x="1660" y="183"/>
                  </a:lnTo>
                  <a:lnTo>
                    <a:pt x="1618" y="154"/>
                  </a:lnTo>
                  <a:lnTo>
                    <a:pt x="1573" y="129"/>
                  </a:lnTo>
                  <a:lnTo>
                    <a:pt x="1527" y="105"/>
                  </a:lnTo>
                  <a:lnTo>
                    <a:pt x="1480" y="84"/>
                  </a:lnTo>
                  <a:lnTo>
                    <a:pt x="1431" y="65"/>
                  </a:lnTo>
                  <a:lnTo>
                    <a:pt x="1382" y="47"/>
                  </a:lnTo>
                  <a:lnTo>
                    <a:pt x="1332" y="33"/>
                  </a:lnTo>
                  <a:lnTo>
                    <a:pt x="1280" y="21"/>
                  </a:lnTo>
                  <a:lnTo>
                    <a:pt x="1228" y="12"/>
                  </a:lnTo>
                  <a:lnTo>
                    <a:pt x="1174" y="5"/>
                  </a:lnTo>
                  <a:lnTo>
                    <a:pt x="1121" y="1"/>
                  </a:lnTo>
                  <a:lnTo>
                    <a:pt x="1066" y="0"/>
                  </a:lnTo>
                  <a:lnTo>
                    <a:pt x="1011" y="1"/>
                  </a:lnTo>
                  <a:lnTo>
                    <a:pt x="957" y="5"/>
                  </a:lnTo>
                  <a:lnTo>
                    <a:pt x="904" y="12"/>
                  </a:lnTo>
                  <a:lnTo>
                    <a:pt x="851" y="21"/>
                  </a:lnTo>
                  <a:lnTo>
                    <a:pt x="800" y="33"/>
                  </a:lnTo>
                  <a:lnTo>
                    <a:pt x="750" y="47"/>
                  </a:lnTo>
                  <a:lnTo>
                    <a:pt x="700" y="65"/>
                  </a:lnTo>
                  <a:lnTo>
                    <a:pt x="652" y="84"/>
                  </a:lnTo>
                  <a:lnTo>
                    <a:pt x="604" y="105"/>
                  </a:lnTo>
                  <a:lnTo>
                    <a:pt x="559" y="129"/>
                  </a:lnTo>
                  <a:lnTo>
                    <a:pt x="514" y="154"/>
                  </a:lnTo>
                  <a:lnTo>
                    <a:pt x="470" y="183"/>
                  </a:lnTo>
                  <a:lnTo>
                    <a:pt x="429" y="212"/>
                  </a:lnTo>
                  <a:lnTo>
                    <a:pt x="389" y="244"/>
                  </a:lnTo>
                  <a:lnTo>
                    <a:pt x="350" y="278"/>
                  </a:lnTo>
                  <a:lnTo>
                    <a:pt x="313" y="313"/>
                  </a:lnTo>
                  <a:lnTo>
                    <a:pt x="278" y="350"/>
                  </a:lnTo>
                  <a:lnTo>
                    <a:pt x="244" y="389"/>
                  </a:lnTo>
                  <a:lnTo>
                    <a:pt x="212" y="429"/>
                  </a:lnTo>
                  <a:lnTo>
                    <a:pt x="183" y="471"/>
                  </a:lnTo>
                  <a:lnTo>
                    <a:pt x="155" y="514"/>
                  </a:lnTo>
                  <a:lnTo>
                    <a:pt x="129" y="558"/>
                  </a:lnTo>
                  <a:lnTo>
                    <a:pt x="105" y="605"/>
                  </a:lnTo>
                  <a:lnTo>
                    <a:pt x="84" y="652"/>
                  </a:lnTo>
                  <a:lnTo>
                    <a:pt x="65" y="701"/>
                  </a:lnTo>
                  <a:lnTo>
                    <a:pt x="49" y="750"/>
                  </a:lnTo>
                  <a:lnTo>
                    <a:pt x="33" y="801"/>
                  </a:lnTo>
                  <a:lnTo>
                    <a:pt x="22" y="852"/>
                  </a:lnTo>
                  <a:lnTo>
                    <a:pt x="12" y="905"/>
                  </a:lnTo>
                  <a:lnTo>
                    <a:pt x="5" y="958"/>
                  </a:lnTo>
                  <a:lnTo>
                    <a:pt x="1" y="1012"/>
                  </a:lnTo>
                  <a:lnTo>
                    <a:pt x="0" y="1066"/>
                  </a:lnTo>
                  <a:lnTo>
                    <a:pt x="1" y="1122"/>
                  </a:lnTo>
                  <a:lnTo>
                    <a:pt x="5" y="1175"/>
                  </a:lnTo>
                  <a:lnTo>
                    <a:pt x="12" y="1229"/>
                  </a:lnTo>
                  <a:lnTo>
                    <a:pt x="22" y="1281"/>
                  </a:lnTo>
                  <a:lnTo>
                    <a:pt x="33" y="1333"/>
                  </a:lnTo>
                  <a:lnTo>
                    <a:pt x="49" y="1383"/>
                  </a:lnTo>
                  <a:lnTo>
                    <a:pt x="65" y="1433"/>
                  </a:lnTo>
                  <a:lnTo>
                    <a:pt x="84" y="1481"/>
                  </a:lnTo>
                  <a:lnTo>
                    <a:pt x="105" y="1529"/>
                  </a:lnTo>
                  <a:lnTo>
                    <a:pt x="129" y="1574"/>
                  </a:lnTo>
                  <a:lnTo>
                    <a:pt x="155" y="1620"/>
                  </a:lnTo>
                  <a:lnTo>
                    <a:pt x="183" y="1662"/>
                  </a:lnTo>
                  <a:lnTo>
                    <a:pt x="212" y="1704"/>
                  </a:lnTo>
                  <a:lnTo>
                    <a:pt x="244" y="1745"/>
                  </a:lnTo>
                  <a:lnTo>
                    <a:pt x="278" y="1783"/>
                  </a:lnTo>
                  <a:lnTo>
                    <a:pt x="313" y="1821"/>
                  </a:lnTo>
                  <a:lnTo>
                    <a:pt x="350" y="1856"/>
                  </a:lnTo>
                  <a:lnTo>
                    <a:pt x="389" y="1889"/>
                  </a:lnTo>
                  <a:lnTo>
                    <a:pt x="429" y="1922"/>
                  </a:lnTo>
                  <a:lnTo>
                    <a:pt x="470" y="1951"/>
                  </a:lnTo>
                  <a:lnTo>
                    <a:pt x="514" y="1979"/>
                  </a:lnTo>
                  <a:lnTo>
                    <a:pt x="559" y="2004"/>
                  </a:lnTo>
                  <a:lnTo>
                    <a:pt x="604" y="2028"/>
                  </a:lnTo>
                  <a:lnTo>
                    <a:pt x="652" y="2050"/>
                  </a:lnTo>
                  <a:lnTo>
                    <a:pt x="700" y="2069"/>
                  </a:lnTo>
                  <a:lnTo>
                    <a:pt x="750" y="2085"/>
                  </a:lnTo>
                  <a:lnTo>
                    <a:pt x="800" y="2100"/>
                  </a:lnTo>
                  <a:lnTo>
                    <a:pt x="851" y="2111"/>
                  </a:lnTo>
                  <a:lnTo>
                    <a:pt x="904" y="2121"/>
                  </a:lnTo>
                  <a:lnTo>
                    <a:pt x="957" y="2128"/>
                  </a:lnTo>
                  <a:lnTo>
                    <a:pt x="1011" y="2133"/>
                  </a:lnTo>
                  <a:lnTo>
                    <a:pt x="1066" y="2134"/>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7" name="Google Shape;1367;p19"/>
            <p:cNvSpPr/>
            <p:nvPr/>
          </p:nvSpPr>
          <p:spPr>
            <a:xfrm>
              <a:off x="-962970" y="-196421"/>
              <a:ext cx="220085" cy="159345"/>
            </a:xfrm>
            <a:custGeom>
              <a:rect b="b" l="l" r="r" t="t"/>
              <a:pathLst>
                <a:path extrusionOk="0" h="2827" w="3913">
                  <a:moveTo>
                    <a:pt x="1956" y="1290"/>
                  </a:moveTo>
                  <a:lnTo>
                    <a:pt x="1122" y="0"/>
                  </a:lnTo>
                  <a:lnTo>
                    <a:pt x="629" y="0"/>
                  </a:lnTo>
                  <a:lnTo>
                    <a:pt x="615" y="3"/>
                  </a:lnTo>
                  <a:lnTo>
                    <a:pt x="576" y="12"/>
                  </a:lnTo>
                  <a:lnTo>
                    <a:pt x="548" y="19"/>
                  </a:lnTo>
                  <a:lnTo>
                    <a:pt x="517" y="29"/>
                  </a:lnTo>
                  <a:lnTo>
                    <a:pt x="482" y="40"/>
                  </a:lnTo>
                  <a:lnTo>
                    <a:pt x="445" y="53"/>
                  </a:lnTo>
                  <a:lnTo>
                    <a:pt x="406" y="69"/>
                  </a:lnTo>
                  <a:lnTo>
                    <a:pt x="367" y="87"/>
                  </a:lnTo>
                  <a:lnTo>
                    <a:pt x="347" y="97"/>
                  </a:lnTo>
                  <a:lnTo>
                    <a:pt x="326" y="108"/>
                  </a:lnTo>
                  <a:lnTo>
                    <a:pt x="307" y="119"/>
                  </a:lnTo>
                  <a:lnTo>
                    <a:pt x="287" y="132"/>
                  </a:lnTo>
                  <a:lnTo>
                    <a:pt x="268" y="145"/>
                  </a:lnTo>
                  <a:lnTo>
                    <a:pt x="249" y="159"/>
                  </a:lnTo>
                  <a:lnTo>
                    <a:pt x="231" y="173"/>
                  </a:lnTo>
                  <a:lnTo>
                    <a:pt x="212" y="188"/>
                  </a:lnTo>
                  <a:lnTo>
                    <a:pt x="195" y="204"/>
                  </a:lnTo>
                  <a:lnTo>
                    <a:pt x="179" y="221"/>
                  </a:lnTo>
                  <a:lnTo>
                    <a:pt x="164" y="239"/>
                  </a:lnTo>
                  <a:lnTo>
                    <a:pt x="149" y="258"/>
                  </a:lnTo>
                  <a:lnTo>
                    <a:pt x="136" y="277"/>
                  </a:lnTo>
                  <a:lnTo>
                    <a:pt x="123" y="296"/>
                  </a:lnTo>
                  <a:lnTo>
                    <a:pt x="111" y="315"/>
                  </a:lnTo>
                  <a:lnTo>
                    <a:pt x="99" y="335"/>
                  </a:lnTo>
                  <a:lnTo>
                    <a:pt x="89" y="354"/>
                  </a:lnTo>
                  <a:lnTo>
                    <a:pt x="79" y="373"/>
                  </a:lnTo>
                  <a:lnTo>
                    <a:pt x="70" y="393"/>
                  </a:lnTo>
                  <a:lnTo>
                    <a:pt x="62" y="411"/>
                  </a:lnTo>
                  <a:lnTo>
                    <a:pt x="55" y="430"/>
                  </a:lnTo>
                  <a:lnTo>
                    <a:pt x="48" y="450"/>
                  </a:lnTo>
                  <a:lnTo>
                    <a:pt x="42" y="469"/>
                  </a:lnTo>
                  <a:lnTo>
                    <a:pt x="36" y="487"/>
                  </a:lnTo>
                  <a:lnTo>
                    <a:pt x="26" y="523"/>
                  </a:lnTo>
                  <a:lnTo>
                    <a:pt x="18" y="559"/>
                  </a:lnTo>
                  <a:lnTo>
                    <a:pt x="12" y="593"/>
                  </a:lnTo>
                  <a:lnTo>
                    <a:pt x="8" y="625"/>
                  </a:lnTo>
                  <a:lnTo>
                    <a:pt x="4"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2" y="2827"/>
                  </a:lnTo>
                  <a:lnTo>
                    <a:pt x="2020"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8" y="656"/>
                  </a:lnTo>
                  <a:lnTo>
                    <a:pt x="3905" y="625"/>
                  </a:lnTo>
                  <a:lnTo>
                    <a:pt x="3901" y="593"/>
                  </a:lnTo>
                  <a:lnTo>
                    <a:pt x="3894" y="559"/>
                  </a:lnTo>
                  <a:lnTo>
                    <a:pt x="3887" y="523"/>
                  </a:lnTo>
                  <a:lnTo>
                    <a:pt x="3877" y="487"/>
                  </a:lnTo>
                  <a:lnTo>
                    <a:pt x="3871" y="469"/>
                  </a:lnTo>
                  <a:lnTo>
                    <a:pt x="3865" y="450"/>
                  </a:lnTo>
                  <a:lnTo>
                    <a:pt x="3857" y="430"/>
                  </a:lnTo>
                  <a:lnTo>
                    <a:pt x="3849" y="411"/>
                  </a:lnTo>
                  <a:lnTo>
                    <a:pt x="3841" y="393"/>
                  </a:lnTo>
                  <a:lnTo>
                    <a:pt x="3832" y="373"/>
                  </a:lnTo>
                  <a:lnTo>
                    <a:pt x="3823" y="354"/>
                  </a:lnTo>
                  <a:lnTo>
                    <a:pt x="3813" y="335"/>
                  </a:lnTo>
                  <a:lnTo>
                    <a:pt x="3801" y="315"/>
                  </a:lnTo>
                  <a:lnTo>
                    <a:pt x="3790" y="296"/>
                  </a:lnTo>
                  <a:lnTo>
                    <a:pt x="3777" y="277"/>
                  </a:lnTo>
                  <a:lnTo>
                    <a:pt x="3764" y="258"/>
                  </a:lnTo>
                  <a:lnTo>
                    <a:pt x="3749" y="239"/>
                  </a:lnTo>
                  <a:lnTo>
                    <a:pt x="3733" y="221"/>
                  </a:lnTo>
                  <a:lnTo>
                    <a:pt x="3716" y="204"/>
                  </a:lnTo>
                  <a:lnTo>
                    <a:pt x="3699" y="188"/>
                  </a:lnTo>
                  <a:lnTo>
                    <a:pt x="3682" y="173"/>
                  </a:lnTo>
                  <a:lnTo>
                    <a:pt x="3663" y="159"/>
                  </a:lnTo>
                  <a:lnTo>
                    <a:pt x="3645" y="145"/>
                  </a:lnTo>
                  <a:lnTo>
                    <a:pt x="3626" y="132"/>
                  </a:lnTo>
                  <a:lnTo>
                    <a:pt x="3605" y="119"/>
                  </a:lnTo>
                  <a:lnTo>
                    <a:pt x="3585" y="108"/>
                  </a:lnTo>
                  <a:lnTo>
                    <a:pt x="3565" y="97"/>
                  </a:lnTo>
                  <a:lnTo>
                    <a:pt x="3546" y="87"/>
                  </a:lnTo>
                  <a:lnTo>
                    <a:pt x="3505" y="69"/>
                  </a:lnTo>
                  <a:lnTo>
                    <a:pt x="3467" y="53"/>
                  </a:lnTo>
                  <a:lnTo>
                    <a:pt x="3430" y="40"/>
                  </a:lnTo>
                  <a:lnTo>
                    <a:pt x="3396" y="29"/>
                  </a:lnTo>
                  <a:lnTo>
                    <a:pt x="3364" y="19"/>
                  </a:lnTo>
                  <a:lnTo>
                    <a:pt x="3337" y="12"/>
                  </a:lnTo>
                  <a:lnTo>
                    <a:pt x="3298" y="3"/>
                  </a:lnTo>
                  <a:lnTo>
                    <a:pt x="3284" y="0"/>
                  </a:lnTo>
                  <a:lnTo>
                    <a:pt x="2790" y="0"/>
                  </a:lnTo>
                  <a:lnTo>
                    <a:pt x="1956" y="129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8" name="Google Shape;1368;p19"/>
            <p:cNvSpPr/>
            <p:nvPr/>
          </p:nvSpPr>
          <p:spPr>
            <a:xfrm>
              <a:off x="-857266" y="-196421"/>
              <a:ext cx="9466" cy="7888"/>
            </a:xfrm>
            <a:custGeom>
              <a:rect b="b" l="l" r="r" t="t"/>
              <a:pathLst>
                <a:path extrusionOk="0" h="148" w="169">
                  <a:moveTo>
                    <a:pt x="84" y="148"/>
                  </a:moveTo>
                  <a:lnTo>
                    <a:pt x="127" y="74"/>
                  </a:lnTo>
                  <a:lnTo>
                    <a:pt x="169" y="0"/>
                  </a:lnTo>
                  <a:lnTo>
                    <a:pt x="84" y="0"/>
                  </a:lnTo>
                  <a:lnTo>
                    <a:pt x="0" y="0"/>
                  </a:lnTo>
                  <a:lnTo>
                    <a:pt x="42" y="74"/>
                  </a:lnTo>
                  <a:lnTo>
                    <a:pt x="84" y="148"/>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69" name="Google Shape;1369;p19"/>
            <p:cNvSpPr/>
            <p:nvPr/>
          </p:nvSpPr>
          <p:spPr>
            <a:xfrm>
              <a:off x="-863577" y="-190899"/>
              <a:ext cx="22087" cy="54430"/>
            </a:xfrm>
            <a:custGeom>
              <a:rect b="b" l="l" r="r" t="t"/>
              <a:pathLst>
                <a:path extrusionOk="0" h="963" w="393">
                  <a:moveTo>
                    <a:pt x="196" y="0"/>
                  </a:moveTo>
                  <a:lnTo>
                    <a:pt x="295" y="358"/>
                  </a:lnTo>
                  <a:lnTo>
                    <a:pt x="388" y="697"/>
                  </a:lnTo>
                  <a:lnTo>
                    <a:pt x="393" y="697"/>
                  </a:lnTo>
                  <a:lnTo>
                    <a:pt x="389" y="702"/>
                  </a:lnTo>
                  <a:lnTo>
                    <a:pt x="393" y="716"/>
                  </a:lnTo>
                  <a:lnTo>
                    <a:pt x="379" y="716"/>
                  </a:lnTo>
                  <a:lnTo>
                    <a:pt x="295" y="830"/>
                  </a:lnTo>
                  <a:lnTo>
                    <a:pt x="196" y="963"/>
                  </a:lnTo>
                  <a:lnTo>
                    <a:pt x="97" y="830"/>
                  </a:lnTo>
                  <a:lnTo>
                    <a:pt x="14" y="716"/>
                  </a:lnTo>
                  <a:lnTo>
                    <a:pt x="0" y="716"/>
                  </a:lnTo>
                  <a:lnTo>
                    <a:pt x="3" y="702"/>
                  </a:lnTo>
                  <a:lnTo>
                    <a:pt x="0" y="697"/>
                  </a:lnTo>
                  <a:lnTo>
                    <a:pt x="5" y="697"/>
                  </a:lnTo>
                  <a:lnTo>
                    <a:pt x="97" y="358"/>
                  </a:lnTo>
                  <a:lnTo>
                    <a:pt x="196"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70" name="Google Shape;1370;p19"/>
            <p:cNvSpPr/>
            <p:nvPr/>
          </p:nvSpPr>
          <p:spPr>
            <a:xfrm>
              <a:off x="-685300" y="-332889"/>
              <a:ext cx="119903" cy="120692"/>
            </a:xfrm>
            <a:custGeom>
              <a:rect b="b" l="l" r="r" t="t"/>
              <a:pathLst>
                <a:path extrusionOk="0" h="2134" w="2131">
                  <a:moveTo>
                    <a:pt x="1066" y="2134"/>
                  </a:moveTo>
                  <a:lnTo>
                    <a:pt x="1120" y="2133"/>
                  </a:lnTo>
                  <a:lnTo>
                    <a:pt x="1175" y="2128"/>
                  </a:lnTo>
                  <a:lnTo>
                    <a:pt x="1227" y="2121"/>
                  </a:lnTo>
                  <a:lnTo>
                    <a:pt x="1279" y="2111"/>
                  </a:lnTo>
                  <a:lnTo>
                    <a:pt x="1331" y="2100"/>
                  </a:lnTo>
                  <a:lnTo>
                    <a:pt x="1381" y="2085"/>
                  </a:lnTo>
                  <a:lnTo>
                    <a:pt x="1431" y="2069"/>
                  </a:lnTo>
                  <a:lnTo>
                    <a:pt x="1479" y="2050"/>
                  </a:lnTo>
                  <a:lnTo>
                    <a:pt x="1527" y="2028"/>
                  </a:lnTo>
                  <a:lnTo>
                    <a:pt x="1573" y="2004"/>
                  </a:lnTo>
                  <a:lnTo>
                    <a:pt x="1617" y="1979"/>
                  </a:lnTo>
                  <a:lnTo>
                    <a:pt x="1661" y="1951"/>
                  </a:lnTo>
                  <a:lnTo>
                    <a:pt x="1702" y="1922"/>
                  </a:lnTo>
                  <a:lnTo>
                    <a:pt x="1742" y="1889"/>
                  </a:lnTo>
                  <a:lnTo>
                    <a:pt x="1782" y="1856"/>
                  </a:lnTo>
                  <a:lnTo>
                    <a:pt x="1818" y="1821"/>
                  </a:lnTo>
                  <a:lnTo>
                    <a:pt x="1853" y="1783"/>
                  </a:lnTo>
                  <a:lnTo>
                    <a:pt x="1887" y="1745"/>
                  </a:lnTo>
                  <a:lnTo>
                    <a:pt x="1919" y="1704"/>
                  </a:lnTo>
                  <a:lnTo>
                    <a:pt x="1948" y="1662"/>
                  </a:lnTo>
                  <a:lnTo>
                    <a:pt x="1976" y="1620"/>
                  </a:lnTo>
                  <a:lnTo>
                    <a:pt x="2002" y="1574"/>
                  </a:lnTo>
                  <a:lnTo>
                    <a:pt x="2026" y="1529"/>
                  </a:lnTo>
                  <a:lnTo>
                    <a:pt x="2047" y="1481"/>
                  </a:lnTo>
                  <a:lnTo>
                    <a:pt x="2066" y="1433"/>
                  </a:lnTo>
                  <a:lnTo>
                    <a:pt x="2083" y="1383"/>
                  </a:lnTo>
                  <a:lnTo>
                    <a:pt x="2097" y="1333"/>
                  </a:lnTo>
                  <a:lnTo>
                    <a:pt x="2110" y="1281"/>
                  </a:lnTo>
                  <a:lnTo>
                    <a:pt x="2119" y="1229"/>
                  </a:lnTo>
                  <a:lnTo>
                    <a:pt x="2126" y="1175"/>
                  </a:lnTo>
                  <a:lnTo>
                    <a:pt x="2130" y="1122"/>
                  </a:lnTo>
                  <a:lnTo>
                    <a:pt x="2131" y="1066"/>
                  </a:lnTo>
                  <a:lnTo>
                    <a:pt x="2130" y="1012"/>
                  </a:lnTo>
                  <a:lnTo>
                    <a:pt x="2126" y="958"/>
                  </a:lnTo>
                  <a:lnTo>
                    <a:pt x="2119" y="905"/>
                  </a:lnTo>
                  <a:lnTo>
                    <a:pt x="2110" y="852"/>
                  </a:lnTo>
                  <a:lnTo>
                    <a:pt x="2097" y="801"/>
                  </a:lnTo>
                  <a:lnTo>
                    <a:pt x="2083" y="750"/>
                  </a:lnTo>
                  <a:lnTo>
                    <a:pt x="2066" y="701"/>
                  </a:lnTo>
                  <a:lnTo>
                    <a:pt x="2047" y="652"/>
                  </a:lnTo>
                  <a:lnTo>
                    <a:pt x="2026" y="605"/>
                  </a:lnTo>
                  <a:lnTo>
                    <a:pt x="2002" y="558"/>
                  </a:lnTo>
                  <a:lnTo>
                    <a:pt x="1976" y="514"/>
                  </a:lnTo>
                  <a:lnTo>
                    <a:pt x="1948" y="471"/>
                  </a:lnTo>
                  <a:lnTo>
                    <a:pt x="1919" y="429"/>
                  </a:lnTo>
                  <a:lnTo>
                    <a:pt x="1887" y="389"/>
                  </a:lnTo>
                  <a:lnTo>
                    <a:pt x="1853" y="350"/>
                  </a:lnTo>
                  <a:lnTo>
                    <a:pt x="1818" y="313"/>
                  </a:lnTo>
                  <a:lnTo>
                    <a:pt x="1782" y="278"/>
                  </a:lnTo>
                  <a:lnTo>
                    <a:pt x="1742" y="244"/>
                  </a:lnTo>
                  <a:lnTo>
                    <a:pt x="1702" y="212"/>
                  </a:lnTo>
                  <a:lnTo>
                    <a:pt x="1661" y="183"/>
                  </a:lnTo>
                  <a:lnTo>
                    <a:pt x="1617" y="154"/>
                  </a:lnTo>
                  <a:lnTo>
                    <a:pt x="1573" y="129"/>
                  </a:lnTo>
                  <a:lnTo>
                    <a:pt x="1527" y="105"/>
                  </a:lnTo>
                  <a:lnTo>
                    <a:pt x="1479" y="84"/>
                  </a:lnTo>
                  <a:lnTo>
                    <a:pt x="1431" y="65"/>
                  </a:lnTo>
                  <a:lnTo>
                    <a:pt x="1381" y="47"/>
                  </a:lnTo>
                  <a:lnTo>
                    <a:pt x="1331" y="33"/>
                  </a:lnTo>
                  <a:lnTo>
                    <a:pt x="1279" y="21"/>
                  </a:lnTo>
                  <a:lnTo>
                    <a:pt x="1227" y="12"/>
                  </a:lnTo>
                  <a:lnTo>
                    <a:pt x="1175" y="5"/>
                  </a:lnTo>
                  <a:lnTo>
                    <a:pt x="1120" y="1"/>
                  </a:lnTo>
                  <a:lnTo>
                    <a:pt x="1066" y="0"/>
                  </a:lnTo>
                  <a:lnTo>
                    <a:pt x="1011" y="1"/>
                  </a:lnTo>
                  <a:lnTo>
                    <a:pt x="957" y="5"/>
                  </a:lnTo>
                  <a:lnTo>
                    <a:pt x="903" y="12"/>
                  </a:lnTo>
                  <a:lnTo>
                    <a:pt x="851" y="21"/>
                  </a:lnTo>
                  <a:lnTo>
                    <a:pt x="799" y="33"/>
                  </a:lnTo>
                  <a:lnTo>
                    <a:pt x="749" y="47"/>
                  </a:lnTo>
                  <a:lnTo>
                    <a:pt x="700" y="65"/>
                  </a:lnTo>
                  <a:lnTo>
                    <a:pt x="651" y="84"/>
                  </a:lnTo>
                  <a:lnTo>
                    <a:pt x="604" y="105"/>
                  </a:lnTo>
                  <a:lnTo>
                    <a:pt x="558" y="129"/>
                  </a:lnTo>
                  <a:lnTo>
                    <a:pt x="514" y="154"/>
                  </a:lnTo>
                  <a:lnTo>
                    <a:pt x="471" y="183"/>
                  </a:lnTo>
                  <a:lnTo>
                    <a:pt x="428" y="212"/>
                  </a:lnTo>
                  <a:lnTo>
                    <a:pt x="388" y="244"/>
                  </a:lnTo>
                  <a:lnTo>
                    <a:pt x="350" y="278"/>
                  </a:lnTo>
                  <a:lnTo>
                    <a:pt x="312" y="313"/>
                  </a:lnTo>
                  <a:lnTo>
                    <a:pt x="277" y="350"/>
                  </a:lnTo>
                  <a:lnTo>
                    <a:pt x="244" y="389"/>
                  </a:lnTo>
                  <a:lnTo>
                    <a:pt x="212" y="429"/>
                  </a:lnTo>
                  <a:lnTo>
                    <a:pt x="182" y="471"/>
                  </a:lnTo>
                  <a:lnTo>
                    <a:pt x="155" y="514"/>
                  </a:lnTo>
                  <a:lnTo>
                    <a:pt x="129" y="558"/>
                  </a:lnTo>
                  <a:lnTo>
                    <a:pt x="106" y="605"/>
                  </a:lnTo>
                  <a:lnTo>
                    <a:pt x="84" y="652"/>
                  </a:lnTo>
                  <a:lnTo>
                    <a:pt x="65" y="701"/>
                  </a:lnTo>
                  <a:lnTo>
                    <a:pt x="48" y="750"/>
                  </a:lnTo>
                  <a:lnTo>
                    <a:pt x="34" y="801"/>
                  </a:lnTo>
                  <a:lnTo>
                    <a:pt x="22" y="852"/>
                  </a:lnTo>
                  <a:lnTo>
                    <a:pt x="12" y="905"/>
                  </a:lnTo>
                  <a:lnTo>
                    <a:pt x="6" y="958"/>
                  </a:lnTo>
                  <a:lnTo>
                    <a:pt x="2" y="1012"/>
                  </a:lnTo>
                  <a:lnTo>
                    <a:pt x="0" y="1066"/>
                  </a:lnTo>
                  <a:lnTo>
                    <a:pt x="2" y="1122"/>
                  </a:lnTo>
                  <a:lnTo>
                    <a:pt x="6" y="1175"/>
                  </a:lnTo>
                  <a:lnTo>
                    <a:pt x="12" y="1229"/>
                  </a:lnTo>
                  <a:lnTo>
                    <a:pt x="22" y="1281"/>
                  </a:lnTo>
                  <a:lnTo>
                    <a:pt x="34" y="1333"/>
                  </a:lnTo>
                  <a:lnTo>
                    <a:pt x="48" y="1383"/>
                  </a:lnTo>
                  <a:lnTo>
                    <a:pt x="65" y="1433"/>
                  </a:lnTo>
                  <a:lnTo>
                    <a:pt x="84" y="1481"/>
                  </a:lnTo>
                  <a:lnTo>
                    <a:pt x="106" y="1529"/>
                  </a:lnTo>
                  <a:lnTo>
                    <a:pt x="129" y="1574"/>
                  </a:lnTo>
                  <a:lnTo>
                    <a:pt x="155" y="1620"/>
                  </a:lnTo>
                  <a:lnTo>
                    <a:pt x="182" y="1662"/>
                  </a:lnTo>
                  <a:lnTo>
                    <a:pt x="212" y="1704"/>
                  </a:lnTo>
                  <a:lnTo>
                    <a:pt x="244" y="1745"/>
                  </a:lnTo>
                  <a:lnTo>
                    <a:pt x="277" y="1783"/>
                  </a:lnTo>
                  <a:lnTo>
                    <a:pt x="312" y="1821"/>
                  </a:lnTo>
                  <a:lnTo>
                    <a:pt x="350" y="1856"/>
                  </a:lnTo>
                  <a:lnTo>
                    <a:pt x="388" y="1889"/>
                  </a:lnTo>
                  <a:lnTo>
                    <a:pt x="428" y="1922"/>
                  </a:lnTo>
                  <a:lnTo>
                    <a:pt x="471" y="1951"/>
                  </a:lnTo>
                  <a:lnTo>
                    <a:pt x="514" y="1979"/>
                  </a:lnTo>
                  <a:lnTo>
                    <a:pt x="558" y="2004"/>
                  </a:lnTo>
                  <a:lnTo>
                    <a:pt x="604" y="2028"/>
                  </a:lnTo>
                  <a:lnTo>
                    <a:pt x="651" y="2050"/>
                  </a:lnTo>
                  <a:lnTo>
                    <a:pt x="700" y="2069"/>
                  </a:lnTo>
                  <a:lnTo>
                    <a:pt x="749" y="2085"/>
                  </a:lnTo>
                  <a:lnTo>
                    <a:pt x="799" y="2100"/>
                  </a:lnTo>
                  <a:lnTo>
                    <a:pt x="851" y="2111"/>
                  </a:lnTo>
                  <a:lnTo>
                    <a:pt x="903" y="2121"/>
                  </a:lnTo>
                  <a:lnTo>
                    <a:pt x="957" y="2128"/>
                  </a:lnTo>
                  <a:lnTo>
                    <a:pt x="1011" y="2133"/>
                  </a:lnTo>
                  <a:lnTo>
                    <a:pt x="1066" y="2134"/>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71" name="Google Shape;1371;p19"/>
            <p:cNvSpPr/>
            <p:nvPr/>
          </p:nvSpPr>
          <p:spPr>
            <a:xfrm>
              <a:off x="-734996" y="-196421"/>
              <a:ext cx="220085" cy="159345"/>
            </a:xfrm>
            <a:custGeom>
              <a:rect b="b" l="l" r="r" t="t"/>
              <a:pathLst>
                <a:path extrusionOk="0" h="2827" w="3913">
                  <a:moveTo>
                    <a:pt x="1957" y="1290"/>
                  </a:moveTo>
                  <a:lnTo>
                    <a:pt x="1123" y="0"/>
                  </a:lnTo>
                  <a:lnTo>
                    <a:pt x="630" y="0"/>
                  </a:lnTo>
                  <a:lnTo>
                    <a:pt x="615" y="3"/>
                  </a:lnTo>
                  <a:lnTo>
                    <a:pt x="576" y="12"/>
                  </a:lnTo>
                  <a:lnTo>
                    <a:pt x="549" y="19"/>
                  </a:lnTo>
                  <a:lnTo>
                    <a:pt x="517" y="29"/>
                  </a:lnTo>
                  <a:lnTo>
                    <a:pt x="483" y="40"/>
                  </a:lnTo>
                  <a:lnTo>
                    <a:pt x="446" y="53"/>
                  </a:lnTo>
                  <a:lnTo>
                    <a:pt x="408" y="69"/>
                  </a:lnTo>
                  <a:lnTo>
                    <a:pt x="367" y="87"/>
                  </a:lnTo>
                  <a:lnTo>
                    <a:pt x="347" y="97"/>
                  </a:lnTo>
                  <a:lnTo>
                    <a:pt x="328" y="108"/>
                  </a:lnTo>
                  <a:lnTo>
                    <a:pt x="308" y="119"/>
                  </a:lnTo>
                  <a:lnTo>
                    <a:pt x="287" y="132"/>
                  </a:lnTo>
                  <a:lnTo>
                    <a:pt x="268" y="145"/>
                  </a:lnTo>
                  <a:lnTo>
                    <a:pt x="249" y="159"/>
                  </a:lnTo>
                  <a:lnTo>
                    <a:pt x="231" y="173"/>
                  </a:lnTo>
                  <a:lnTo>
                    <a:pt x="213" y="188"/>
                  </a:lnTo>
                  <a:lnTo>
                    <a:pt x="196" y="204"/>
                  </a:lnTo>
                  <a:lnTo>
                    <a:pt x="180" y="221"/>
                  </a:lnTo>
                  <a:lnTo>
                    <a:pt x="164" y="239"/>
                  </a:lnTo>
                  <a:lnTo>
                    <a:pt x="149" y="258"/>
                  </a:lnTo>
                  <a:lnTo>
                    <a:pt x="136" y="277"/>
                  </a:lnTo>
                  <a:lnTo>
                    <a:pt x="123" y="296"/>
                  </a:lnTo>
                  <a:lnTo>
                    <a:pt x="111" y="315"/>
                  </a:lnTo>
                  <a:lnTo>
                    <a:pt x="100" y="335"/>
                  </a:lnTo>
                  <a:lnTo>
                    <a:pt x="90" y="354"/>
                  </a:lnTo>
                  <a:lnTo>
                    <a:pt x="81" y="373"/>
                  </a:lnTo>
                  <a:lnTo>
                    <a:pt x="72" y="393"/>
                  </a:lnTo>
                  <a:lnTo>
                    <a:pt x="64" y="411"/>
                  </a:lnTo>
                  <a:lnTo>
                    <a:pt x="56" y="430"/>
                  </a:lnTo>
                  <a:lnTo>
                    <a:pt x="48" y="450"/>
                  </a:lnTo>
                  <a:lnTo>
                    <a:pt x="42" y="469"/>
                  </a:lnTo>
                  <a:lnTo>
                    <a:pt x="36" y="487"/>
                  </a:lnTo>
                  <a:lnTo>
                    <a:pt x="26" y="523"/>
                  </a:lnTo>
                  <a:lnTo>
                    <a:pt x="19" y="559"/>
                  </a:lnTo>
                  <a:lnTo>
                    <a:pt x="12" y="593"/>
                  </a:lnTo>
                  <a:lnTo>
                    <a:pt x="8" y="625"/>
                  </a:lnTo>
                  <a:lnTo>
                    <a:pt x="5" y="656"/>
                  </a:lnTo>
                  <a:lnTo>
                    <a:pt x="2" y="684"/>
                  </a:lnTo>
                  <a:lnTo>
                    <a:pt x="0" y="733"/>
                  </a:lnTo>
                  <a:lnTo>
                    <a:pt x="0" y="772"/>
                  </a:lnTo>
                  <a:lnTo>
                    <a:pt x="0" y="809"/>
                  </a:lnTo>
                  <a:lnTo>
                    <a:pt x="0" y="885"/>
                  </a:lnTo>
                  <a:lnTo>
                    <a:pt x="0" y="993"/>
                  </a:lnTo>
                  <a:lnTo>
                    <a:pt x="0" y="1129"/>
                  </a:lnTo>
                  <a:lnTo>
                    <a:pt x="0" y="1287"/>
                  </a:lnTo>
                  <a:lnTo>
                    <a:pt x="0" y="1459"/>
                  </a:lnTo>
                  <a:lnTo>
                    <a:pt x="0" y="1643"/>
                  </a:lnTo>
                  <a:lnTo>
                    <a:pt x="0" y="1831"/>
                  </a:lnTo>
                  <a:lnTo>
                    <a:pt x="0" y="2019"/>
                  </a:lnTo>
                  <a:lnTo>
                    <a:pt x="0" y="2200"/>
                  </a:lnTo>
                  <a:lnTo>
                    <a:pt x="0" y="2367"/>
                  </a:lnTo>
                  <a:lnTo>
                    <a:pt x="0" y="2518"/>
                  </a:lnTo>
                  <a:lnTo>
                    <a:pt x="0" y="2645"/>
                  </a:lnTo>
                  <a:lnTo>
                    <a:pt x="0" y="2742"/>
                  </a:lnTo>
                  <a:lnTo>
                    <a:pt x="0" y="2804"/>
                  </a:lnTo>
                  <a:lnTo>
                    <a:pt x="0" y="2827"/>
                  </a:lnTo>
                  <a:lnTo>
                    <a:pt x="1893" y="2827"/>
                  </a:lnTo>
                  <a:lnTo>
                    <a:pt x="2021" y="2827"/>
                  </a:lnTo>
                  <a:lnTo>
                    <a:pt x="3913" y="2827"/>
                  </a:lnTo>
                  <a:lnTo>
                    <a:pt x="3913" y="2804"/>
                  </a:lnTo>
                  <a:lnTo>
                    <a:pt x="3913" y="2742"/>
                  </a:lnTo>
                  <a:lnTo>
                    <a:pt x="3913" y="2645"/>
                  </a:lnTo>
                  <a:lnTo>
                    <a:pt x="3913" y="2518"/>
                  </a:lnTo>
                  <a:lnTo>
                    <a:pt x="3913" y="2367"/>
                  </a:lnTo>
                  <a:lnTo>
                    <a:pt x="3913" y="2200"/>
                  </a:lnTo>
                  <a:lnTo>
                    <a:pt x="3913" y="2019"/>
                  </a:lnTo>
                  <a:lnTo>
                    <a:pt x="3913" y="1831"/>
                  </a:lnTo>
                  <a:lnTo>
                    <a:pt x="3913" y="1643"/>
                  </a:lnTo>
                  <a:lnTo>
                    <a:pt x="3913" y="1459"/>
                  </a:lnTo>
                  <a:lnTo>
                    <a:pt x="3913" y="1287"/>
                  </a:lnTo>
                  <a:lnTo>
                    <a:pt x="3913" y="1129"/>
                  </a:lnTo>
                  <a:lnTo>
                    <a:pt x="3913" y="993"/>
                  </a:lnTo>
                  <a:lnTo>
                    <a:pt x="3913" y="885"/>
                  </a:lnTo>
                  <a:lnTo>
                    <a:pt x="3913" y="809"/>
                  </a:lnTo>
                  <a:lnTo>
                    <a:pt x="3913" y="772"/>
                  </a:lnTo>
                  <a:lnTo>
                    <a:pt x="3913" y="733"/>
                  </a:lnTo>
                  <a:lnTo>
                    <a:pt x="3911" y="684"/>
                  </a:lnTo>
                  <a:lnTo>
                    <a:pt x="3909" y="656"/>
                  </a:lnTo>
                  <a:lnTo>
                    <a:pt x="3905" y="625"/>
                  </a:lnTo>
                  <a:lnTo>
                    <a:pt x="3901" y="593"/>
                  </a:lnTo>
                  <a:lnTo>
                    <a:pt x="3895" y="559"/>
                  </a:lnTo>
                  <a:lnTo>
                    <a:pt x="3887" y="523"/>
                  </a:lnTo>
                  <a:lnTo>
                    <a:pt x="3877" y="487"/>
                  </a:lnTo>
                  <a:lnTo>
                    <a:pt x="3871" y="469"/>
                  </a:lnTo>
                  <a:lnTo>
                    <a:pt x="3865" y="450"/>
                  </a:lnTo>
                  <a:lnTo>
                    <a:pt x="3858" y="430"/>
                  </a:lnTo>
                  <a:lnTo>
                    <a:pt x="3851" y="411"/>
                  </a:lnTo>
                  <a:lnTo>
                    <a:pt x="3842" y="393"/>
                  </a:lnTo>
                  <a:lnTo>
                    <a:pt x="3834" y="373"/>
                  </a:lnTo>
                  <a:lnTo>
                    <a:pt x="3824" y="354"/>
                  </a:lnTo>
                  <a:lnTo>
                    <a:pt x="3814" y="335"/>
                  </a:lnTo>
                  <a:lnTo>
                    <a:pt x="3802" y="315"/>
                  </a:lnTo>
                  <a:lnTo>
                    <a:pt x="3790" y="296"/>
                  </a:lnTo>
                  <a:lnTo>
                    <a:pt x="3777" y="277"/>
                  </a:lnTo>
                  <a:lnTo>
                    <a:pt x="3764" y="258"/>
                  </a:lnTo>
                  <a:lnTo>
                    <a:pt x="3749" y="239"/>
                  </a:lnTo>
                  <a:lnTo>
                    <a:pt x="3734" y="221"/>
                  </a:lnTo>
                  <a:lnTo>
                    <a:pt x="3718" y="204"/>
                  </a:lnTo>
                  <a:lnTo>
                    <a:pt x="3701" y="188"/>
                  </a:lnTo>
                  <a:lnTo>
                    <a:pt x="3682" y="173"/>
                  </a:lnTo>
                  <a:lnTo>
                    <a:pt x="3664" y="159"/>
                  </a:lnTo>
                  <a:lnTo>
                    <a:pt x="3645" y="145"/>
                  </a:lnTo>
                  <a:lnTo>
                    <a:pt x="3626" y="132"/>
                  </a:lnTo>
                  <a:lnTo>
                    <a:pt x="3606" y="119"/>
                  </a:lnTo>
                  <a:lnTo>
                    <a:pt x="3587" y="108"/>
                  </a:lnTo>
                  <a:lnTo>
                    <a:pt x="3566" y="97"/>
                  </a:lnTo>
                  <a:lnTo>
                    <a:pt x="3546" y="87"/>
                  </a:lnTo>
                  <a:lnTo>
                    <a:pt x="3507" y="69"/>
                  </a:lnTo>
                  <a:lnTo>
                    <a:pt x="3468" y="53"/>
                  </a:lnTo>
                  <a:lnTo>
                    <a:pt x="3430" y="40"/>
                  </a:lnTo>
                  <a:lnTo>
                    <a:pt x="3396" y="29"/>
                  </a:lnTo>
                  <a:lnTo>
                    <a:pt x="3365" y="19"/>
                  </a:lnTo>
                  <a:lnTo>
                    <a:pt x="3337" y="12"/>
                  </a:lnTo>
                  <a:lnTo>
                    <a:pt x="3298" y="3"/>
                  </a:lnTo>
                  <a:lnTo>
                    <a:pt x="3284" y="0"/>
                  </a:lnTo>
                  <a:lnTo>
                    <a:pt x="2791" y="0"/>
                  </a:lnTo>
                  <a:lnTo>
                    <a:pt x="1957" y="129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72" name="Google Shape;1372;p19"/>
            <p:cNvSpPr/>
            <p:nvPr/>
          </p:nvSpPr>
          <p:spPr>
            <a:xfrm>
              <a:off x="-630081" y="-196421"/>
              <a:ext cx="9466" cy="7888"/>
            </a:xfrm>
            <a:custGeom>
              <a:rect b="b" l="l" r="r" t="t"/>
              <a:pathLst>
                <a:path extrusionOk="0" h="148" w="169">
                  <a:moveTo>
                    <a:pt x="85" y="148"/>
                  </a:moveTo>
                  <a:lnTo>
                    <a:pt x="127" y="74"/>
                  </a:lnTo>
                  <a:lnTo>
                    <a:pt x="169" y="0"/>
                  </a:lnTo>
                  <a:lnTo>
                    <a:pt x="85" y="0"/>
                  </a:lnTo>
                  <a:lnTo>
                    <a:pt x="0" y="0"/>
                  </a:lnTo>
                  <a:lnTo>
                    <a:pt x="42" y="74"/>
                  </a:lnTo>
                  <a:lnTo>
                    <a:pt x="85" y="148"/>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sp>
          <p:nvSpPr>
            <p:cNvPr id="1373" name="Google Shape;1373;p19"/>
            <p:cNvSpPr/>
            <p:nvPr/>
          </p:nvSpPr>
          <p:spPr>
            <a:xfrm>
              <a:off x="-636392" y="-190899"/>
              <a:ext cx="22087" cy="54430"/>
            </a:xfrm>
            <a:custGeom>
              <a:rect b="b" l="l" r="r" t="t"/>
              <a:pathLst>
                <a:path extrusionOk="0" h="963" w="393">
                  <a:moveTo>
                    <a:pt x="197" y="0"/>
                  </a:moveTo>
                  <a:lnTo>
                    <a:pt x="296" y="358"/>
                  </a:lnTo>
                  <a:lnTo>
                    <a:pt x="388" y="697"/>
                  </a:lnTo>
                  <a:lnTo>
                    <a:pt x="393" y="697"/>
                  </a:lnTo>
                  <a:lnTo>
                    <a:pt x="390" y="702"/>
                  </a:lnTo>
                  <a:lnTo>
                    <a:pt x="393" y="716"/>
                  </a:lnTo>
                  <a:lnTo>
                    <a:pt x="380" y="716"/>
                  </a:lnTo>
                  <a:lnTo>
                    <a:pt x="296" y="830"/>
                  </a:lnTo>
                  <a:lnTo>
                    <a:pt x="197" y="963"/>
                  </a:lnTo>
                  <a:lnTo>
                    <a:pt x="99" y="830"/>
                  </a:lnTo>
                  <a:lnTo>
                    <a:pt x="14" y="716"/>
                  </a:lnTo>
                  <a:lnTo>
                    <a:pt x="0" y="716"/>
                  </a:lnTo>
                  <a:lnTo>
                    <a:pt x="4" y="702"/>
                  </a:lnTo>
                  <a:lnTo>
                    <a:pt x="0" y="697"/>
                  </a:lnTo>
                  <a:lnTo>
                    <a:pt x="5" y="697"/>
                  </a:lnTo>
                  <a:lnTo>
                    <a:pt x="99" y="358"/>
                  </a:lnTo>
                  <a:lnTo>
                    <a:pt x="197" y="0"/>
                  </a:lnTo>
                  <a:close/>
                </a:path>
              </a:pathLst>
            </a:custGeom>
            <a:solidFill>
              <a:srgbClr val="E57B84"/>
            </a:solidFill>
            <a:ln>
              <a:noFill/>
            </a:ln>
          </p:spPr>
          <p:txBody>
            <a:bodyPr anchorCtr="0" anchor="t" bIns="34275" lIns="68550" spcFirstLastPara="1" rIns="68550" wrap="square" tIns="34275">
              <a:noAutofit/>
            </a:bodyPr>
            <a:lstStyle/>
            <a:p>
              <a:pPr indent="0" lvl="0" marL="0" marR="0" rtl="0" algn="l">
                <a:spcBef>
                  <a:spcPts val="0"/>
                </a:spcBef>
                <a:spcAft>
                  <a:spcPts val="0"/>
                </a:spcAft>
                <a:buClr>
                  <a:srgbClr val="CC9900"/>
                </a:buClr>
                <a:buSzPts val="1012"/>
                <a:buFont typeface="Noto Sans Symbols"/>
                <a:buNone/>
              </a:pPr>
              <a:r>
                <a:t/>
              </a:r>
              <a:endParaRPr sz="1012">
                <a:solidFill>
                  <a:srgbClr val="1D1D1A"/>
                </a:solidFill>
                <a:latin typeface="Microsoft Yahei"/>
                <a:ea typeface="Microsoft Yahei"/>
                <a:cs typeface="Microsoft Yahei"/>
                <a:sym typeface="Microsoft Yahei"/>
              </a:endParaRPr>
            </a:p>
          </p:txBody>
        </p:sp>
      </p:grpSp>
      <p:grpSp>
        <p:nvGrpSpPr>
          <p:cNvPr id="1374" name="Google Shape;1374;p19"/>
          <p:cNvGrpSpPr/>
          <p:nvPr/>
        </p:nvGrpSpPr>
        <p:grpSpPr>
          <a:xfrm>
            <a:off x="5407144" y="1357374"/>
            <a:ext cx="4758378" cy="583278"/>
            <a:chOff x="1067505" y="1240637"/>
            <a:chExt cx="5609354" cy="1062414"/>
          </a:xfrm>
        </p:grpSpPr>
        <p:cxnSp>
          <p:nvCxnSpPr>
            <p:cNvPr id="1375" name="Google Shape;1375;p19"/>
            <p:cNvCxnSpPr>
              <a:endCxn id="1376" idx="2"/>
            </p:cNvCxnSpPr>
            <p:nvPr/>
          </p:nvCxnSpPr>
          <p:spPr>
            <a:xfrm>
              <a:off x="2025526" y="1927576"/>
              <a:ext cx="985800" cy="0"/>
            </a:xfrm>
            <a:prstGeom prst="straightConnector1">
              <a:avLst/>
            </a:prstGeom>
            <a:noFill/>
            <a:ln cap="flat" cmpd="sng" w="9525">
              <a:solidFill>
                <a:srgbClr val="00B0F0"/>
              </a:solidFill>
              <a:prstDash val="solid"/>
              <a:miter lim="8000"/>
              <a:headEnd len="sm" w="sm" type="none"/>
              <a:tailEnd len="sm" w="sm" type="none"/>
            </a:ln>
          </p:spPr>
        </p:cxnSp>
        <p:pic>
          <p:nvPicPr>
            <p:cNvPr id="1377" name="Google Shape;1377;p19"/>
            <p:cNvPicPr preferRelativeResize="0"/>
            <p:nvPr/>
          </p:nvPicPr>
          <p:blipFill rotWithShape="1">
            <a:blip r:embed="rId4">
              <a:alphaModFix/>
            </a:blip>
            <a:srcRect b="0" l="0" r="0" t="0"/>
            <a:stretch/>
          </p:blipFill>
          <p:spPr>
            <a:xfrm>
              <a:off x="1360005" y="1788678"/>
              <a:ext cx="957262" cy="350089"/>
            </a:xfrm>
            <a:prstGeom prst="rect">
              <a:avLst/>
            </a:prstGeom>
            <a:noFill/>
            <a:ln>
              <a:noFill/>
            </a:ln>
          </p:spPr>
        </p:pic>
        <p:cxnSp>
          <p:nvCxnSpPr>
            <p:cNvPr id="1378" name="Google Shape;1378;p19"/>
            <p:cNvCxnSpPr>
              <a:stCxn id="1376" idx="0"/>
            </p:cNvCxnSpPr>
            <p:nvPr/>
          </p:nvCxnSpPr>
          <p:spPr>
            <a:xfrm>
              <a:off x="4588735" y="1927576"/>
              <a:ext cx="881100" cy="0"/>
            </a:xfrm>
            <a:prstGeom prst="straightConnector1">
              <a:avLst/>
            </a:prstGeom>
            <a:noFill/>
            <a:ln cap="flat" cmpd="sng" w="9525">
              <a:solidFill>
                <a:srgbClr val="00B0F0"/>
              </a:solidFill>
              <a:prstDash val="solid"/>
              <a:miter lim="8000"/>
              <a:headEnd len="sm" w="sm" type="none"/>
              <a:tailEnd len="sm" w="sm" type="none"/>
            </a:ln>
          </p:spPr>
        </p:cxnSp>
        <p:pic>
          <p:nvPicPr>
            <p:cNvPr id="1379" name="Google Shape;1379;p19"/>
            <p:cNvPicPr preferRelativeResize="0"/>
            <p:nvPr/>
          </p:nvPicPr>
          <p:blipFill rotWithShape="1">
            <a:blip r:embed="rId4">
              <a:alphaModFix/>
            </a:blip>
            <a:srcRect b="0" l="0" r="0" t="0"/>
            <a:stretch/>
          </p:blipFill>
          <p:spPr>
            <a:xfrm>
              <a:off x="5326473" y="1800296"/>
              <a:ext cx="957262" cy="350089"/>
            </a:xfrm>
            <a:prstGeom prst="rect">
              <a:avLst/>
            </a:prstGeom>
            <a:noFill/>
            <a:ln>
              <a:noFill/>
            </a:ln>
          </p:spPr>
        </p:pic>
        <p:grpSp>
          <p:nvGrpSpPr>
            <p:cNvPr id="1380" name="Google Shape;1380;p19"/>
            <p:cNvGrpSpPr/>
            <p:nvPr/>
          </p:nvGrpSpPr>
          <p:grpSpPr>
            <a:xfrm>
              <a:off x="3006414" y="1552101"/>
              <a:ext cx="1583641" cy="750950"/>
              <a:chOff x="3881488" y="2036481"/>
              <a:chExt cx="800490" cy="379586"/>
            </a:xfrm>
          </p:grpSpPr>
          <p:sp>
            <p:nvSpPr>
              <p:cNvPr id="1376" name="Google Shape;1376;p19"/>
              <p:cNvSpPr/>
              <p:nvPr/>
            </p:nvSpPr>
            <p:spPr>
              <a:xfrm>
                <a:off x="3881488" y="2036481"/>
                <a:ext cx="800490" cy="379586"/>
              </a:xfrm>
              <a:prstGeom prst="cloud">
                <a:avLst/>
              </a:prstGeom>
              <a:solidFill>
                <a:srgbClr val="A3A3A3">
                  <a:alpha val="30196"/>
                </a:srgbClr>
              </a:solidFill>
              <a:ln>
                <a:noFill/>
              </a:ln>
            </p:spPr>
            <p:txBody>
              <a:bodyPr anchorCtr="0" anchor="ctr" bIns="85525" lIns="171075" spcFirstLastPara="1" rIns="171075" wrap="square" tIns="85525">
                <a:noAutofit/>
              </a:bodyPr>
              <a:lstStyle/>
              <a:p>
                <a:pPr indent="0" lvl="0" marL="0" marR="0" rtl="0" algn="ctr">
                  <a:lnSpc>
                    <a:spcPct val="150000"/>
                  </a:lnSpc>
                  <a:spcBef>
                    <a:spcPts val="0"/>
                  </a:spcBef>
                  <a:spcAft>
                    <a:spcPts val="0"/>
                  </a:spcAft>
                  <a:buNone/>
                </a:pPr>
                <a:r>
                  <a:t/>
                </a:r>
                <a:endParaRPr sz="1400">
                  <a:solidFill>
                    <a:srgbClr val="666666"/>
                  </a:solidFill>
                  <a:latin typeface="Arial"/>
                  <a:ea typeface="Arial"/>
                  <a:cs typeface="Arial"/>
                  <a:sym typeface="Arial"/>
                </a:endParaRPr>
              </a:p>
            </p:txBody>
          </p:sp>
          <p:sp>
            <p:nvSpPr>
              <p:cNvPr id="1381" name="Google Shape;1381;p19"/>
              <p:cNvSpPr/>
              <p:nvPr/>
            </p:nvSpPr>
            <p:spPr>
              <a:xfrm>
                <a:off x="4176454" y="2141260"/>
                <a:ext cx="210561" cy="170021"/>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en-US" sz="1200">
                    <a:solidFill>
                      <a:srgbClr val="666666"/>
                    </a:solidFill>
                    <a:latin typeface="Arial"/>
                    <a:ea typeface="Arial"/>
                    <a:cs typeface="Arial"/>
                    <a:sym typeface="Arial"/>
                  </a:rPr>
                  <a:t>WAN</a:t>
                </a:r>
                <a:endParaRPr/>
              </a:p>
            </p:txBody>
          </p:sp>
        </p:grpSp>
        <p:sp>
          <p:nvSpPr>
            <p:cNvPr id="1382" name="Google Shape;1382;p19"/>
            <p:cNvSpPr/>
            <p:nvPr/>
          </p:nvSpPr>
          <p:spPr>
            <a:xfrm>
              <a:off x="1265478" y="1240637"/>
              <a:ext cx="1491917" cy="588766"/>
            </a:xfrm>
            <a:prstGeom prst="rect">
              <a:avLst/>
            </a:prstGeom>
            <a:noFill/>
            <a:ln>
              <a:noFill/>
            </a:ln>
          </p:spPr>
          <p:txBody>
            <a:bodyPr anchorCtr="0" anchor="ctr"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rgbClr val="666666"/>
                  </a:solidFill>
                  <a:latin typeface="Arial"/>
                  <a:ea typeface="Arial"/>
                  <a:cs typeface="Arial"/>
                  <a:sym typeface="Arial"/>
                </a:rPr>
                <a:t>NetEngine AR</a:t>
              </a:r>
              <a:endParaRPr/>
            </a:p>
          </p:txBody>
        </p:sp>
        <p:sp>
          <p:nvSpPr>
            <p:cNvPr id="1383" name="Google Shape;1383;p19"/>
            <p:cNvSpPr/>
            <p:nvPr/>
          </p:nvSpPr>
          <p:spPr>
            <a:xfrm>
              <a:off x="5184942" y="1240637"/>
              <a:ext cx="1491917" cy="588767"/>
            </a:xfrm>
            <a:prstGeom prst="rect">
              <a:avLst/>
            </a:prstGeom>
            <a:noFill/>
            <a:ln>
              <a:noFill/>
            </a:ln>
          </p:spPr>
          <p:txBody>
            <a:bodyPr anchorCtr="0" anchor="ctr" bIns="45700" lIns="91425" spcFirstLastPara="1" rIns="91425" wrap="square" tIns="45700">
              <a:spAutoFit/>
            </a:bodyPr>
            <a:lstStyle/>
            <a:p>
              <a:pPr indent="0" lvl="0" marL="0" marR="0" rtl="0" algn="l">
                <a:lnSpc>
                  <a:spcPct val="150000"/>
                </a:lnSpc>
                <a:spcBef>
                  <a:spcPts val="0"/>
                </a:spcBef>
                <a:spcAft>
                  <a:spcPts val="0"/>
                </a:spcAft>
                <a:buNone/>
              </a:pPr>
              <a:r>
                <a:rPr b="1" lang="en-US" sz="1000">
                  <a:solidFill>
                    <a:srgbClr val="666666"/>
                  </a:solidFill>
                  <a:latin typeface="Arial"/>
                  <a:ea typeface="Arial"/>
                  <a:cs typeface="Arial"/>
                  <a:sym typeface="Arial"/>
                </a:rPr>
                <a:t>NetEngine AR</a:t>
              </a:r>
              <a:endParaRPr/>
            </a:p>
          </p:txBody>
        </p:sp>
        <p:cxnSp>
          <p:nvCxnSpPr>
            <p:cNvPr id="1384" name="Google Shape;1384;p19"/>
            <p:cNvCxnSpPr>
              <a:endCxn id="1377" idx="1"/>
            </p:cNvCxnSpPr>
            <p:nvPr/>
          </p:nvCxnSpPr>
          <p:spPr>
            <a:xfrm>
              <a:off x="1067505" y="1963723"/>
              <a:ext cx="292500" cy="0"/>
            </a:xfrm>
            <a:prstGeom prst="straightConnector1">
              <a:avLst/>
            </a:prstGeom>
            <a:noFill/>
            <a:ln cap="flat" cmpd="sng" w="9525">
              <a:solidFill>
                <a:srgbClr val="00B0F0"/>
              </a:solidFill>
              <a:prstDash val="solid"/>
              <a:miter lim="8000"/>
              <a:headEnd len="sm" w="sm" type="none"/>
              <a:tailEnd len="sm" w="sm" type="none"/>
            </a:ln>
          </p:spPr>
        </p:cxnSp>
        <p:cxnSp>
          <p:nvCxnSpPr>
            <p:cNvPr id="1385" name="Google Shape;1385;p19"/>
            <p:cNvCxnSpPr/>
            <p:nvPr/>
          </p:nvCxnSpPr>
          <p:spPr>
            <a:xfrm>
              <a:off x="6248768" y="1934316"/>
              <a:ext cx="236797" cy="0"/>
            </a:xfrm>
            <a:prstGeom prst="straightConnector1">
              <a:avLst/>
            </a:prstGeom>
            <a:noFill/>
            <a:ln cap="flat" cmpd="sng" w="9525">
              <a:solidFill>
                <a:srgbClr val="00B0F0"/>
              </a:solidFill>
              <a:prstDash val="solid"/>
              <a:miter lim="8000"/>
              <a:headEnd len="sm" w="sm" type="none"/>
              <a:tailEnd len="sm" w="sm" type="none"/>
            </a:ln>
          </p:spPr>
        </p:cxnSp>
      </p:grpSp>
      <p:sp>
        <p:nvSpPr>
          <p:cNvPr id="1386" name="Google Shape;1386;p19"/>
          <p:cNvSpPr/>
          <p:nvPr/>
        </p:nvSpPr>
        <p:spPr>
          <a:xfrm>
            <a:off x="5998377" y="5378078"/>
            <a:ext cx="4329082" cy="553998"/>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rgbClr val="1D1D1A"/>
                </a:solidFill>
                <a:latin typeface="Arial"/>
                <a:ea typeface="Arial"/>
                <a:cs typeface="Arial"/>
                <a:sym typeface="Arial"/>
              </a:rPr>
              <a:t>A-FEC：30%</a:t>
            </a:r>
            <a:r>
              <a:rPr lang="en-US" sz="1600">
                <a:solidFill>
                  <a:srgbClr val="1D1D1A"/>
                </a:solidFill>
                <a:latin typeface="Arial"/>
                <a:ea typeface="Arial"/>
                <a:cs typeface="Arial"/>
                <a:sym typeface="Arial"/>
              </a:rPr>
              <a:t>丢包，视频</a:t>
            </a:r>
            <a:r>
              <a:rPr b="1" lang="en-US" sz="2000">
                <a:solidFill>
                  <a:srgbClr val="1D1D1A"/>
                </a:solidFill>
                <a:latin typeface="Arial"/>
                <a:ea typeface="Arial"/>
                <a:cs typeface="Arial"/>
                <a:sym typeface="Arial"/>
              </a:rPr>
              <a:t>不卡顿</a:t>
            </a:r>
            <a:endParaRPr b="1" sz="2000">
              <a:solidFill>
                <a:srgbClr val="1D1D1A"/>
              </a:solidFill>
              <a:latin typeface="Arial"/>
              <a:ea typeface="Arial"/>
              <a:cs typeface="Arial"/>
              <a:sym typeface="Arial"/>
            </a:endParaRPr>
          </a:p>
        </p:txBody>
      </p:sp>
      <p:pic>
        <p:nvPicPr>
          <p:cNvPr id="1387" name="Google Shape;1387;p19"/>
          <p:cNvPicPr preferRelativeResize="0"/>
          <p:nvPr/>
        </p:nvPicPr>
        <p:blipFill rotWithShape="1">
          <a:blip r:embed="rId5">
            <a:alphaModFix/>
          </a:blip>
          <a:srcRect b="40104" l="0" r="47577" t="6776"/>
          <a:stretch/>
        </p:blipFill>
        <p:spPr>
          <a:xfrm>
            <a:off x="6281399" y="3398553"/>
            <a:ext cx="3979193" cy="2063976"/>
          </a:xfrm>
          <a:prstGeom prst="rect">
            <a:avLst/>
          </a:prstGeom>
          <a:noFill/>
          <a:ln>
            <a:noFill/>
          </a:ln>
        </p:spPr>
      </p:pic>
      <p:sp>
        <p:nvSpPr>
          <p:cNvPr id="1388" name="Google Shape;1388;p19"/>
          <p:cNvSpPr txBox="1"/>
          <p:nvPr/>
        </p:nvSpPr>
        <p:spPr>
          <a:xfrm>
            <a:off x="334419" y="541054"/>
            <a:ext cx="11454243" cy="543176"/>
          </a:xfrm>
          <a:prstGeom prst="rect">
            <a:avLst/>
          </a:prstGeom>
          <a:noFill/>
          <a:ln>
            <a:noFill/>
          </a:ln>
        </p:spPr>
        <p:txBody>
          <a:bodyPr anchorCtr="0" anchor="ctr" bIns="60950" lIns="121925" spcFirstLastPara="1" rIns="121925" wrap="square" tIns="60950">
            <a:noAutofit/>
          </a:bodyPr>
          <a:lstStyle/>
          <a:p>
            <a:pPr indent="0" lvl="0" marL="0" marR="0" rtl="0" algn="l">
              <a:spcBef>
                <a:spcPts val="0"/>
              </a:spcBef>
              <a:spcAft>
                <a:spcPts val="0"/>
              </a:spcAft>
              <a:buClr>
                <a:srgbClr val="1D1D1A"/>
              </a:buClr>
              <a:buSzPts val="2400"/>
              <a:buFont typeface="Arial"/>
              <a:buNone/>
            </a:pPr>
            <a:r>
              <a:rPr b="1" lang="en-US" sz="2400">
                <a:solidFill>
                  <a:srgbClr val="1D1D1A"/>
                </a:solidFill>
                <a:latin typeface="Arial"/>
                <a:ea typeface="Arial"/>
                <a:cs typeface="Arial"/>
                <a:sym typeface="Arial"/>
              </a:rPr>
              <a:t>自适应前向纠错A-FEC，使能抗30%丢包的流畅视频体验</a:t>
            </a:r>
            <a:endParaRPr b="1" sz="2400">
              <a:solidFill>
                <a:srgbClr val="1D1D1A"/>
              </a:solidFill>
              <a:latin typeface="Arial"/>
              <a:ea typeface="Arial"/>
              <a:cs typeface="Arial"/>
              <a:sym typeface="Arial"/>
            </a:endParaRPr>
          </a:p>
        </p:txBody>
      </p:sp>
      <p:sp>
        <p:nvSpPr>
          <p:cNvPr id="1389" name="Google Shape;1389;p19"/>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Microsoft Yahei"/>
                <a:ea typeface="Microsoft Yahei"/>
                <a:cs typeface="Microsoft Yahei"/>
                <a:sym typeface="Microsoft Yahei"/>
              </a:rPr>
              <a:t>品质体验</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20"/>
          <p:cNvSpPr/>
          <p:nvPr/>
        </p:nvSpPr>
        <p:spPr>
          <a:xfrm>
            <a:off x="399387" y="1209821"/>
            <a:ext cx="7413674" cy="4787302"/>
          </a:xfrm>
          <a:prstGeom prst="rect">
            <a:avLst/>
          </a:prstGeom>
          <a:solidFill>
            <a:srgbClr val="E0E0E0">
              <a:alpha val="50196"/>
            </a:srgbClr>
          </a:solidFill>
          <a:ln>
            <a:noFill/>
          </a:ln>
        </p:spPr>
        <p:txBody>
          <a:bodyPr anchorCtr="0" anchor="ctr" bIns="42325" lIns="42325" spcFirstLastPara="1" rIns="42325" wrap="square" tIns="42325">
            <a:noAutofit/>
          </a:bodyPr>
          <a:lstStyle/>
          <a:p>
            <a:pPr indent="0" lvl="0" marL="0" marR="0" rtl="0" algn="ctr">
              <a:spcBef>
                <a:spcPts val="0"/>
              </a:spcBef>
              <a:spcAft>
                <a:spcPts val="0"/>
              </a:spcAft>
              <a:buNone/>
            </a:pPr>
            <a:r>
              <a:t/>
            </a:r>
            <a:endParaRPr sz="1800">
              <a:solidFill>
                <a:srgbClr val="333333"/>
              </a:solidFill>
              <a:latin typeface="Arial"/>
              <a:ea typeface="Arial"/>
              <a:cs typeface="Arial"/>
              <a:sym typeface="Arial"/>
            </a:endParaRPr>
          </a:p>
        </p:txBody>
      </p:sp>
      <p:sp>
        <p:nvSpPr>
          <p:cNvPr id="1396" name="Google Shape;1396;p20"/>
          <p:cNvSpPr/>
          <p:nvPr/>
        </p:nvSpPr>
        <p:spPr>
          <a:xfrm>
            <a:off x="2569628" y="5218213"/>
            <a:ext cx="3722867" cy="477063"/>
          </a:xfrm>
          <a:prstGeom prst="rect">
            <a:avLst/>
          </a:prstGeom>
          <a:solidFill>
            <a:srgbClr val="E0E0E0">
              <a:alpha val="70196"/>
            </a:srgbClr>
          </a:solidFill>
          <a:ln>
            <a:noFill/>
          </a:ln>
        </p:spPr>
        <p:txBody>
          <a:bodyPr anchorCtr="0" anchor="ctr" bIns="42325" lIns="42325" spcFirstLastPara="1" rIns="42325" wrap="square" tIns="42325">
            <a:noAutofit/>
          </a:bodyPr>
          <a:lstStyle/>
          <a:p>
            <a:pPr indent="0" lvl="0" marL="0" marR="0" rtl="0" algn="ctr">
              <a:spcBef>
                <a:spcPts val="0"/>
              </a:spcBef>
              <a:spcAft>
                <a:spcPts val="0"/>
              </a:spcAft>
              <a:buNone/>
            </a:pPr>
            <a:r>
              <a:t/>
            </a:r>
            <a:endParaRPr sz="1800">
              <a:solidFill>
                <a:srgbClr val="333333"/>
              </a:solidFill>
              <a:latin typeface="Arial"/>
              <a:ea typeface="Arial"/>
              <a:cs typeface="Arial"/>
              <a:sym typeface="Arial"/>
            </a:endParaRPr>
          </a:p>
        </p:txBody>
      </p:sp>
      <p:grpSp>
        <p:nvGrpSpPr>
          <p:cNvPr id="1397" name="Google Shape;1397;p20"/>
          <p:cNvGrpSpPr/>
          <p:nvPr/>
        </p:nvGrpSpPr>
        <p:grpSpPr>
          <a:xfrm>
            <a:off x="1055281" y="4032894"/>
            <a:ext cx="1170206" cy="296536"/>
            <a:chOff x="2294632" y="2734241"/>
            <a:chExt cx="1643835" cy="407467"/>
          </a:xfrm>
        </p:grpSpPr>
        <p:sp>
          <p:nvSpPr>
            <p:cNvPr id="1398" name="Google Shape;1398;p20"/>
            <p:cNvSpPr/>
            <p:nvPr/>
          </p:nvSpPr>
          <p:spPr>
            <a:xfrm>
              <a:off x="2294632" y="2734241"/>
              <a:ext cx="1643835" cy="407467"/>
            </a:xfrm>
            <a:custGeom>
              <a:rect b="b" l="l" r="r" t="t"/>
              <a:pathLst>
                <a:path extrusionOk="0" h="156" w="433">
                  <a:moveTo>
                    <a:pt x="424" y="0"/>
                  </a:moveTo>
                  <a:lnTo>
                    <a:pt x="13" y="0"/>
                  </a:lnTo>
                  <a:lnTo>
                    <a:pt x="13" y="0"/>
                  </a:lnTo>
                  <a:lnTo>
                    <a:pt x="5" y="4"/>
                  </a:lnTo>
                  <a:lnTo>
                    <a:pt x="0" y="13"/>
                  </a:lnTo>
                  <a:lnTo>
                    <a:pt x="0" y="143"/>
                  </a:lnTo>
                  <a:lnTo>
                    <a:pt x="0" y="143"/>
                  </a:lnTo>
                  <a:lnTo>
                    <a:pt x="5" y="151"/>
                  </a:lnTo>
                  <a:lnTo>
                    <a:pt x="13" y="156"/>
                  </a:lnTo>
                  <a:lnTo>
                    <a:pt x="424" y="156"/>
                  </a:lnTo>
                  <a:lnTo>
                    <a:pt x="424" y="156"/>
                  </a:lnTo>
                  <a:lnTo>
                    <a:pt x="429" y="151"/>
                  </a:lnTo>
                  <a:lnTo>
                    <a:pt x="433" y="143"/>
                  </a:lnTo>
                  <a:lnTo>
                    <a:pt x="433" y="13"/>
                  </a:lnTo>
                  <a:lnTo>
                    <a:pt x="433" y="13"/>
                  </a:lnTo>
                  <a:lnTo>
                    <a:pt x="429" y="4"/>
                  </a:lnTo>
                  <a:lnTo>
                    <a:pt x="424" y="0"/>
                  </a:lnTo>
                  <a:lnTo>
                    <a:pt x="424" y="0"/>
                  </a:ln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199">
                <a:solidFill>
                  <a:srgbClr val="FFFFFF"/>
                </a:solidFill>
                <a:latin typeface="Calibri"/>
                <a:ea typeface="Calibri"/>
                <a:cs typeface="Calibri"/>
                <a:sym typeface="Calibri"/>
              </a:endParaRPr>
            </a:p>
          </p:txBody>
        </p:sp>
        <p:sp>
          <p:nvSpPr>
            <p:cNvPr id="1399" name="Google Shape;1399;p20"/>
            <p:cNvSpPr/>
            <p:nvPr/>
          </p:nvSpPr>
          <p:spPr>
            <a:xfrm flipH="1" rot="10800000">
              <a:off x="2408549" y="2832607"/>
              <a:ext cx="115379" cy="87264"/>
            </a:xfrm>
            <a:prstGeom prst="rect">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0" name="Google Shape;1400;p20"/>
            <p:cNvSpPr/>
            <p:nvPr/>
          </p:nvSpPr>
          <p:spPr>
            <a:xfrm flipH="1" rot="10800000">
              <a:off x="2408540" y="2987727"/>
              <a:ext cx="115379" cy="87264"/>
            </a:xfrm>
            <a:prstGeom prst="rect">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1" name="Google Shape;1401;p20"/>
            <p:cNvSpPr/>
            <p:nvPr/>
          </p:nvSpPr>
          <p:spPr>
            <a:xfrm flipH="1" rot="10800000">
              <a:off x="2597428" y="2832607"/>
              <a:ext cx="115379" cy="87264"/>
            </a:xfrm>
            <a:prstGeom prst="rect">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2" name="Google Shape;1402;p20"/>
            <p:cNvSpPr/>
            <p:nvPr/>
          </p:nvSpPr>
          <p:spPr>
            <a:xfrm flipH="1" rot="10800000">
              <a:off x="2597428" y="2987727"/>
              <a:ext cx="115379" cy="87264"/>
            </a:xfrm>
            <a:prstGeom prst="rect">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3" name="Google Shape;1403;p20"/>
            <p:cNvSpPr/>
            <p:nvPr/>
          </p:nvSpPr>
          <p:spPr>
            <a:xfrm>
              <a:off x="3065193" y="2882548"/>
              <a:ext cx="122473" cy="117226"/>
            </a:xfrm>
            <a:prstGeom prst="ellipse">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4" name="Google Shape;1404;p20"/>
            <p:cNvSpPr/>
            <p:nvPr/>
          </p:nvSpPr>
          <p:spPr>
            <a:xfrm>
              <a:off x="3266027" y="2882548"/>
              <a:ext cx="122473" cy="117226"/>
            </a:xfrm>
            <a:prstGeom prst="ellipse">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5" name="Google Shape;1405;p20"/>
            <p:cNvSpPr/>
            <p:nvPr/>
          </p:nvSpPr>
          <p:spPr>
            <a:xfrm>
              <a:off x="3466861" y="2882548"/>
              <a:ext cx="122473" cy="117226"/>
            </a:xfrm>
            <a:prstGeom prst="ellipse">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sp>
          <p:nvSpPr>
            <p:cNvPr id="1406" name="Google Shape;1406;p20"/>
            <p:cNvSpPr/>
            <p:nvPr/>
          </p:nvSpPr>
          <p:spPr>
            <a:xfrm>
              <a:off x="3667695" y="2882548"/>
              <a:ext cx="122473" cy="117226"/>
            </a:xfrm>
            <a:prstGeom prst="ellipse">
              <a:avLst/>
            </a:prstGeom>
            <a:solidFill>
              <a:schemeClr val="lt1">
                <a:alpha val="5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000">
                <a:solidFill>
                  <a:srgbClr val="FFFFFF"/>
                </a:solidFill>
                <a:latin typeface="Calibri"/>
                <a:ea typeface="Calibri"/>
                <a:cs typeface="Calibri"/>
                <a:sym typeface="Calibri"/>
              </a:endParaRPr>
            </a:p>
          </p:txBody>
        </p:sp>
      </p:grpSp>
      <p:cxnSp>
        <p:nvCxnSpPr>
          <p:cNvPr id="1407" name="Google Shape;1407;p20"/>
          <p:cNvCxnSpPr/>
          <p:nvPr/>
        </p:nvCxnSpPr>
        <p:spPr>
          <a:xfrm rot="-5400000">
            <a:off x="633062" y="3350164"/>
            <a:ext cx="717600" cy="458700"/>
          </a:xfrm>
          <a:prstGeom prst="bentConnector2">
            <a:avLst/>
          </a:prstGeom>
          <a:noFill/>
          <a:ln cap="flat" cmpd="sng" w="9525">
            <a:solidFill>
              <a:schemeClr val="accent1"/>
            </a:solidFill>
            <a:prstDash val="solid"/>
            <a:miter lim="8000"/>
            <a:headEnd len="sm" w="sm" type="none"/>
            <a:tailEnd len="med" w="med" type="triangle"/>
          </a:ln>
        </p:spPr>
      </p:cxnSp>
      <p:grpSp>
        <p:nvGrpSpPr>
          <p:cNvPr id="1408" name="Google Shape;1408;p20"/>
          <p:cNvGrpSpPr/>
          <p:nvPr/>
        </p:nvGrpSpPr>
        <p:grpSpPr>
          <a:xfrm>
            <a:off x="1204193" y="2408343"/>
            <a:ext cx="1080307" cy="1060621"/>
            <a:chOff x="1616518" y="2878021"/>
            <a:chExt cx="921771" cy="904974"/>
          </a:xfrm>
        </p:grpSpPr>
        <p:sp>
          <p:nvSpPr>
            <p:cNvPr id="1409" name="Google Shape;1409;p20"/>
            <p:cNvSpPr/>
            <p:nvPr/>
          </p:nvSpPr>
          <p:spPr>
            <a:xfrm>
              <a:off x="1671648" y="3059718"/>
              <a:ext cx="91440" cy="91440"/>
            </a:xfrm>
            <a:prstGeom prst="ellipse">
              <a:avLst/>
            </a:prstGeom>
            <a:solidFill>
              <a:srgbClr val="E57B8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Calibri"/>
                <a:ea typeface="Calibri"/>
                <a:cs typeface="Calibri"/>
                <a:sym typeface="Calibri"/>
              </a:endParaRPr>
            </a:p>
          </p:txBody>
        </p:sp>
        <p:sp>
          <p:nvSpPr>
            <p:cNvPr id="1410" name="Google Shape;1410;p20"/>
            <p:cNvSpPr/>
            <p:nvPr/>
          </p:nvSpPr>
          <p:spPr>
            <a:xfrm>
              <a:off x="1671648" y="3295471"/>
              <a:ext cx="91440" cy="91440"/>
            </a:xfrm>
            <a:prstGeom prst="ellipse">
              <a:avLst/>
            </a:pr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Calibri"/>
                <a:ea typeface="Calibri"/>
                <a:cs typeface="Calibri"/>
                <a:sym typeface="Calibri"/>
              </a:endParaRPr>
            </a:p>
          </p:txBody>
        </p:sp>
        <p:sp>
          <p:nvSpPr>
            <p:cNvPr id="1411" name="Google Shape;1411;p20"/>
            <p:cNvSpPr/>
            <p:nvPr/>
          </p:nvSpPr>
          <p:spPr>
            <a:xfrm>
              <a:off x="1806716" y="3111770"/>
              <a:ext cx="731573" cy="427713"/>
            </a:xfrm>
            <a:prstGeom prst="rect">
              <a:avLst/>
            </a:prstGeom>
            <a:noFill/>
            <a:ln>
              <a:noFill/>
            </a:ln>
          </p:spPr>
          <p:txBody>
            <a:bodyPr anchorCtr="0" anchor="ctr" bIns="9700" lIns="9700" spcFirstLastPara="1" rIns="9700" wrap="square" tIns="9700">
              <a:noAutofit/>
            </a:bodyPr>
            <a:lstStyle/>
            <a:p>
              <a:pPr indent="0" lvl="0" marL="0" marR="0" rtl="0" algn="l">
                <a:lnSpc>
                  <a:spcPct val="150000"/>
                </a:lnSpc>
                <a:spcBef>
                  <a:spcPts val="0"/>
                </a:spcBef>
                <a:spcAft>
                  <a:spcPts val="0"/>
                </a:spcAft>
                <a:buNone/>
              </a:pPr>
              <a:r>
                <a:rPr lang="en-US" sz="1000">
                  <a:solidFill>
                    <a:srgbClr val="1D1D1A"/>
                  </a:solidFill>
                  <a:latin typeface="Arial"/>
                  <a:ea typeface="Arial"/>
                  <a:cs typeface="Arial"/>
                  <a:sym typeface="Arial"/>
                </a:rPr>
                <a:t>特征识别</a:t>
              </a:r>
              <a:endParaRPr sz="1000">
                <a:solidFill>
                  <a:srgbClr val="1D1D1A"/>
                </a:solidFill>
                <a:latin typeface="Arial"/>
                <a:ea typeface="Arial"/>
                <a:cs typeface="Arial"/>
                <a:sym typeface="Arial"/>
              </a:endParaRPr>
            </a:p>
          </p:txBody>
        </p:sp>
        <p:sp>
          <p:nvSpPr>
            <p:cNvPr id="1412" name="Google Shape;1412;p20"/>
            <p:cNvSpPr/>
            <p:nvPr/>
          </p:nvSpPr>
          <p:spPr>
            <a:xfrm>
              <a:off x="1671648" y="3531224"/>
              <a:ext cx="91440" cy="9144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Calibri"/>
                <a:ea typeface="Calibri"/>
                <a:cs typeface="Calibri"/>
                <a:sym typeface="Calibri"/>
              </a:endParaRPr>
            </a:p>
          </p:txBody>
        </p:sp>
        <p:sp>
          <p:nvSpPr>
            <p:cNvPr id="1413" name="Google Shape;1413;p20"/>
            <p:cNvSpPr/>
            <p:nvPr/>
          </p:nvSpPr>
          <p:spPr>
            <a:xfrm>
              <a:off x="1616518" y="2997201"/>
              <a:ext cx="815531" cy="692150"/>
            </a:xfrm>
            <a:prstGeom prst="rect">
              <a:avLst/>
            </a:prstGeom>
            <a:noFill/>
            <a:ln cap="flat" cmpd="sng" w="9525">
              <a:solidFill>
                <a:schemeClr val="accen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666666"/>
                </a:solidFill>
                <a:latin typeface="Calibri"/>
                <a:ea typeface="Calibri"/>
                <a:cs typeface="Calibri"/>
                <a:sym typeface="Calibri"/>
              </a:endParaRPr>
            </a:p>
          </p:txBody>
        </p:sp>
        <p:sp>
          <p:nvSpPr>
            <p:cNvPr id="1414" name="Google Shape;1414;p20"/>
            <p:cNvSpPr/>
            <p:nvPr/>
          </p:nvSpPr>
          <p:spPr>
            <a:xfrm>
              <a:off x="1806716" y="2878021"/>
              <a:ext cx="731573" cy="427713"/>
            </a:xfrm>
            <a:prstGeom prst="rect">
              <a:avLst/>
            </a:prstGeom>
            <a:noFill/>
            <a:ln>
              <a:noFill/>
            </a:ln>
          </p:spPr>
          <p:txBody>
            <a:bodyPr anchorCtr="0" anchor="ctr" bIns="9700" lIns="9700" spcFirstLastPara="1" rIns="9700" wrap="square" tIns="9700">
              <a:noAutofit/>
            </a:bodyPr>
            <a:lstStyle/>
            <a:p>
              <a:pPr indent="0" lvl="0" marL="0" marR="0" rtl="0" algn="l">
                <a:lnSpc>
                  <a:spcPct val="150000"/>
                </a:lnSpc>
                <a:spcBef>
                  <a:spcPts val="0"/>
                </a:spcBef>
                <a:spcAft>
                  <a:spcPts val="0"/>
                </a:spcAft>
                <a:buNone/>
              </a:pPr>
              <a:r>
                <a:rPr lang="en-US" sz="1000">
                  <a:solidFill>
                    <a:srgbClr val="1D1D1A"/>
                  </a:solidFill>
                  <a:latin typeface="Arial"/>
                  <a:ea typeface="Arial"/>
                  <a:cs typeface="Arial"/>
                  <a:sym typeface="Arial"/>
                </a:rPr>
                <a:t>首包识别</a:t>
              </a:r>
              <a:endParaRPr sz="1000">
                <a:solidFill>
                  <a:srgbClr val="1D1D1A"/>
                </a:solidFill>
                <a:latin typeface="Arial"/>
                <a:ea typeface="Arial"/>
                <a:cs typeface="Arial"/>
                <a:sym typeface="Arial"/>
              </a:endParaRPr>
            </a:p>
          </p:txBody>
        </p:sp>
        <p:sp>
          <p:nvSpPr>
            <p:cNvPr id="1415" name="Google Shape;1415;p20"/>
            <p:cNvSpPr/>
            <p:nvPr/>
          </p:nvSpPr>
          <p:spPr>
            <a:xfrm>
              <a:off x="1806716" y="3355282"/>
              <a:ext cx="731573" cy="427713"/>
            </a:xfrm>
            <a:prstGeom prst="rect">
              <a:avLst/>
            </a:prstGeom>
            <a:noFill/>
            <a:ln>
              <a:noFill/>
            </a:ln>
          </p:spPr>
          <p:txBody>
            <a:bodyPr anchorCtr="0" anchor="ctr" bIns="9700" lIns="9700" spcFirstLastPara="1" rIns="9700" wrap="square" tIns="9700">
              <a:noAutofit/>
            </a:bodyPr>
            <a:lstStyle/>
            <a:p>
              <a:pPr indent="0" lvl="0" marL="0" marR="0" rtl="0" algn="l">
                <a:lnSpc>
                  <a:spcPct val="150000"/>
                </a:lnSpc>
                <a:spcBef>
                  <a:spcPts val="0"/>
                </a:spcBef>
                <a:spcAft>
                  <a:spcPts val="0"/>
                </a:spcAft>
                <a:buNone/>
              </a:pPr>
              <a:r>
                <a:rPr lang="en-US" sz="1000">
                  <a:solidFill>
                    <a:srgbClr val="1D1D1A"/>
                  </a:solidFill>
                  <a:latin typeface="Arial"/>
                  <a:ea typeface="Arial"/>
                  <a:cs typeface="Arial"/>
                  <a:sym typeface="Arial"/>
                </a:rPr>
                <a:t>自定义应用</a:t>
              </a:r>
              <a:endParaRPr sz="1000">
                <a:solidFill>
                  <a:srgbClr val="1D1D1A"/>
                </a:solidFill>
                <a:latin typeface="Arial"/>
                <a:ea typeface="Arial"/>
                <a:cs typeface="Arial"/>
                <a:sym typeface="Arial"/>
              </a:endParaRPr>
            </a:p>
          </p:txBody>
        </p:sp>
      </p:grpSp>
      <p:grpSp>
        <p:nvGrpSpPr>
          <p:cNvPr id="1416" name="Google Shape;1416;p20"/>
          <p:cNvGrpSpPr/>
          <p:nvPr/>
        </p:nvGrpSpPr>
        <p:grpSpPr>
          <a:xfrm>
            <a:off x="2264109" y="3947837"/>
            <a:ext cx="385763" cy="228599"/>
            <a:chOff x="1371600" y="2424113"/>
            <a:chExt cx="385763" cy="228599"/>
          </a:xfrm>
        </p:grpSpPr>
        <p:sp>
          <p:nvSpPr>
            <p:cNvPr id="1417" name="Google Shape;1417;p20"/>
            <p:cNvSpPr/>
            <p:nvPr/>
          </p:nvSpPr>
          <p:spPr>
            <a:xfrm>
              <a:off x="1371600" y="2424113"/>
              <a:ext cx="114300" cy="104775"/>
            </a:xfrm>
            <a:prstGeom prst="rect">
              <a:avLst/>
            </a:prstGeom>
            <a:solidFill>
              <a:srgbClr val="9191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18" name="Google Shape;1418;p20"/>
            <p:cNvSpPr/>
            <p:nvPr/>
          </p:nvSpPr>
          <p:spPr>
            <a:xfrm>
              <a:off x="1504950" y="2424113"/>
              <a:ext cx="114300" cy="104775"/>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19" name="Google Shape;1419;p20"/>
            <p:cNvSpPr/>
            <p:nvPr/>
          </p:nvSpPr>
          <p:spPr>
            <a:xfrm>
              <a:off x="1371600" y="2547937"/>
              <a:ext cx="114300" cy="10477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0" name="Google Shape;1420;p20"/>
            <p:cNvSpPr/>
            <p:nvPr/>
          </p:nvSpPr>
          <p:spPr>
            <a:xfrm>
              <a:off x="1504950" y="2547937"/>
              <a:ext cx="114300" cy="10477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1" name="Google Shape;1421;p20"/>
            <p:cNvSpPr/>
            <p:nvPr/>
          </p:nvSpPr>
          <p:spPr>
            <a:xfrm>
              <a:off x="1643063" y="2424113"/>
              <a:ext cx="114300" cy="104775"/>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2" name="Google Shape;1422;p20"/>
            <p:cNvSpPr/>
            <p:nvPr/>
          </p:nvSpPr>
          <p:spPr>
            <a:xfrm>
              <a:off x="1643063" y="2547937"/>
              <a:ext cx="114300" cy="10477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grpSp>
      <p:grpSp>
        <p:nvGrpSpPr>
          <p:cNvPr id="1423" name="Google Shape;1423;p20"/>
          <p:cNvGrpSpPr/>
          <p:nvPr/>
        </p:nvGrpSpPr>
        <p:grpSpPr>
          <a:xfrm>
            <a:off x="572012" y="3938313"/>
            <a:ext cx="385763" cy="228599"/>
            <a:chOff x="1371600" y="2424113"/>
            <a:chExt cx="385763" cy="228599"/>
          </a:xfrm>
        </p:grpSpPr>
        <p:sp>
          <p:nvSpPr>
            <p:cNvPr id="1424" name="Google Shape;1424;p20"/>
            <p:cNvSpPr/>
            <p:nvPr/>
          </p:nvSpPr>
          <p:spPr>
            <a:xfrm>
              <a:off x="1371600" y="2424113"/>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5" name="Google Shape;1425;p20"/>
            <p:cNvSpPr/>
            <p:nvPr/>
          </p:nvSpPr>
          <p:spPr>
            <a:xfrm>
              <a:off x="1504950" y="2424113"/>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6" name="Google Shape;1426;p20"/>
            <p:cNvSpPr/>
            <p:nvPr/>
          </p:nvSpPr>
          <p:spPr>
            <a:xfrm>
              <a:off x="1371600" y="2547937"/>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7" name="Google Shape;1427;p20"/>
            <p:cNvSpPr/>
            <p:nvPr/>
          </p:nvSpPr>
          <p:spPr>
            <a:xfrm>
              <a:off x="1504950" y="2547937"/>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8" name="Google Shape;1428;p20"/>
            <p:cNvSpPr/>
            <p:nvPr/>
          </p:nvSpPr>
          <p:spPr>
            <a:xfrm>
              <a:off x="1643063" y="2424113"/>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29" name="Google Shape;1429;p20"/>
            <p:cNvSpPr/>
            <p:nvPr/>
          </p:nvSpPr>
          <p:spPr>
            <a:xfrm>
              <a:off x="1643063" y="2547937"/>
              <a:ext cx="114300" cy="104775"/>
            </a:xfrm>
            <a:prstGeom prst="rect">
              <a:avLst/>
            </a:prstGeom>
            <a:solidFill>
              <a:srgbClr val="A3A3A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grpSp>
      <p:cxnSp>
        <p:nvCxnSpPr>
          <p:cNvPr id="1430" name="Google Shape;1430;p20"/>
          <p:cNvCxnSpPr/>
          <p:nvPr/>
        </p:nvCxnSpPr>
        <p:spPr>
          <a:xfrm flipH="1" rot="-5400000">
            <a:off x="1952180" y="3445562"/>
            <a:ext cx="727200" cy="277500"/>
          </a:xfrm>
          <a:prstGeom prst="bentConnector2">
            <a:avLst/>
          </a:prstGeom>
          <a:noFill/>
          <a:ln cap="flat" cmpd="sng" w="9525">
            <a:solidFill>
              <a:schemeClr val="accent1"/>
            </a:solidFill>
            <a:prstDash val="solid"/>
            <a:miter lim="8000"/>
            <a:headEnd len="sm" w="sm" type="none"/>
            <a:tailEnd len="med" w="med" type="triangle"/>
          </a:ln>
        </p:spPr>
      </p:cxnSp>
      <p:cxnSp>
        <p:nvCxnSpPr>
          <p:cNvPr id="1431" name="Google Shape;1431;p20"/>
          <p:cNvCxnSpPr/>
          <p:nvPr/>
        </p:nvCxnSpPr>
        <p:spPr>
          <a:xfrm flipH="1" rot="10800000">
            <a:off x="2227267" y="3686035"/>
            <a:ext cx="1635000" cy="525300"/>
          </a:xfrm>
          <a:prstGeom prst="bentConnector3">
            <a:avLst>
              <a:gd fmla="val 50004" name="adj1"/>
            </a:avLst>
          </a:prstGeom>
          <a:noFill/>
          <a:ln cap="flat" cmpd="sng" w="38100">
            <a:solidFill>
              <a:srgbClr val="FFC000"/>
            </a:solidFill>
            <a:prstDash val="solid"/>
            <a:miter lim="8000"/>
            <a:headEnd len="sm" w="sm" type="none"/>
            <a:tailEnd len="sm" w="sm" type="none"/>
          </a:ln>
        </p:spPr>
      </p:cxnSp>
      <p:cxnSp>
        <p:nvCxnSpPr>
          <p:cNvPr id="1432" name="Google Shape;1432;p20"/>
          <p:cNvCxnSpPr/>
          <p:nvPr/>
        </p:nvCxnSpPr>
        <p:spPr>
          <a:xfrm>
            <a:off x="762512" y="4211335"/>
            <a:ext cx="305785" cy="0"/>
          </a:xfrm>
          <a:prstGeom prst="straightConnector1">
            <a:avLst/>
          </a:prstGeom>
          <a:noFill/>
          <a:ln cap="flat" cmpd="sng" w="38100">
            <a:solidFill>
              <a:srgbClr val="FFC000"/>
            </a:solidFill>
            <a:prstDash val="solid"/>
            <a:miter lim="8000"/>
            <a:headEnd len="sm" w="sm" type="none"/>
            <a:tailEnd len="sm" w="sm" type="none"/>
          </a:ln>
        </p:spPr>
      </p:cxnSp>
      <p:sp>
        <p:nvSpPr>
          <p:cNvPr id="1433" name="Google Shape;1433;p20"/>
          <p:cNvSpPr/>
          <p:nvPr/>
        </p:nvSpPr>
        <p:spPr>
          <a:xfrm>
            <a:off x="2830509" y="5394619"/>
            <a:ext cx="185700" cy="17022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sp>
        <p:nvSpPr>
          <p:cNvPr id="1434" name="Google Shape;1434;p20"/>
          <p:cNvSpPr/>
          <p:nvPr/>
        </p:nvSpPr>
        <p:spPr>
          <a:xfrm>
            <a:off x="3071507" y="5386144"/>
            <a:ext cx="1060194" cy="178700"/>
          </a:xfrm>
          <a:prstGeom prst="rect">
            <a:avLst/>
          </a:prstGeom>
          <a:noFill/>
          <a:ln>
            <a:noFill/>
          </a:ln>
        </p:spPr>
        <p:txBody>
          <a:bodyPr anchorCtr="0" anchor="ctr" bIns="9700" lIns="9700" spcFirstLastPara="1" rIns="9700" wrap="square" tIns="9700">
            <a:noAutofit/>
          </a:bodyPr>
          <a:lstStyle/>
          <a:p>
            <a:pPr indent="0" lvl="0" marL="0" marR="0" rtl="0" algn="l">
              <a:spcBef>
                <a:spcPts val="0"/>
              </a:spcBef>
              <a:spcAft>
                <a:spcPts val="0"/>
              </a:spcAft>
              <a:buNone/>
            </a:pPr>
            <a:r>
              <a:rPr lang="en-US" sz="1000">
                <a:solidFill>
                  <a:srgbClr val="1D1D1A"/>
                </a:solidFill>
                <a:latin typeface="Arial"/>
                <a:ea typeface="Arial"/>
                <a:cs typeface="Arial"/>
                <a:sym typeface="Arial"/>
              </a:rPr>
              <a:t>关键应用</a:t>
            </a:r>
            <a:endParaRPr sz="1000">
              <a:solidFill>
                <a:srgbClr val="1D1D1A"/>
              </a:solidFill>
              <a:latin typeface="Arial"/>
              <a:ea typeface="Arial"/>
              <a:cs typeface="Arial"/>
              <a:sym typeface="Arial"/>
            </a:endParaRPr>
          </a:p>
          <a:p>
            <a:pPr indent="0" lvl="0" marL="0" marR="0" rtl="0" algn="l">
              <a:spcBef>
                <a:spcPts val="0"/>
              </a:spcBef>
              <a:spcAft>
                <a:spcPts val="0"/>
              </a:spcAft>
              <a:buNone/>
            </a:pPr>
            <a:r>
              <a:rPr lang="en-US" sz="1000">
                <a:solidFill>
                  <a:srgbClr val="1D1D1A"/>
                </a:solidFill>
                <a:latin typeface="Arial"/>
                <a:ea typeface="Arial"/>
                <a:cs typeface="Arial"/>
                <a:sym typeface="Arial"/>
              </a:rPr>
              <a:t>如视频，ERP等</a:t>
            </a:r>
            <a:endParaRPr sz="1000">
              <a:solidFill>
                <a:srgbClr val="1D1D1A"/>
              </a:solidFill>
              <a:latin typeface="Arial"/>
              <a:ea typeface="Arial"/>
              <a:cs typeface="Arial"/>
              <a:sym typeface="Arial"/>
            </a:endParaRPr>
          </a:p>
        </p:txBody>
      </p:sp>
      <p:sp>
        <p:nvSpPr>
          <p:cNvPr id="1435" name="Google Shape;1435;p20"/>
          <p:cNvSpPr/>
          <p:nvPr/>
        </p:nvSpPr>
        <p:spPr>
          <a:xfrm>
            <a:off x="3400037" y="4224488"/>
            <a:ext cx="1832287" cy="450109"/>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666666"/>
              </a:solidFill>
              <a:latin typeface="Arial"/>
              <a:ea typeface="Arial"/>
              <a:cs typeface="Arial"/>
              <a:sym typeface="Arial"/>
            </a:endParaRPr>
          </a:p>
        </p:txBody>
      </p:sp>
      <p:grpSp>
        <p:nvGrpSpPr>
          <p:cNvPr id="1436" name="Google Shape;1436;p20"/>
          <p:cNvGrpSpPr/>
          <p:nvPr/>
        </p:nvGrpSpPr>
        <p:grpSpPr>
          <a:xfrm>
            <a:off x="3400036" y="3536760"/>
            <a:ext cx="2868271" cy="298262"/>
            <a:chOff x="7886694" y="5296798"/>
            <a:chExt cx="3379876" cy="343469"/>
          </a:xfrm>
        </p:grpSpPr>
        <p:sp>
          <p:nvSpPr>
            <p:cNvPr id="1437" name="Google Shape;1437;p20"/>
            <p:cNvSpPr/>
            <p:nvPr/>
          </p:nvSpPr>
          <p:spPr>
            <a:xfrm>
              <a:off x="7886694" y="5296798"/>
              <a:ext cx="776304" cy="343469"/>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666666"/>
                </a:solidFill>
                <a:latin typeface="Arial"/>
                <a:ea typeface="Arial"/>
                <a:cs typeface="Arial"/>
                <a:sym typeface="Arial"/>
              </a:endParaRPr>
            </a:p>
          </p:txBody>
        </p:sp>
        <p:sp>
          <p:nvSpPr>
            <p:cNvPr id="1438" name="Google Shape;1438;p20"/>
            <p:cNvSpPr/>
            <p:nvPr/>
          </p:nvSpPr>
          <p:spPr>
            <a:xfrm>
              <a:off x="9693455" y="5296798"/>
              <a:ext cx="1573115" cy="343469"/>
            </a:xfrm>
            <a:prstGeom prst="rect">
              <a:avLst/>
            </a:prstGeom>
            <a:solidFill>
              <a:srgbClr val="00B050">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666666"/>
                </a:solidFill>
                <a:latin typeface="Arial"/>
                <a:ea typeface="Arial"/>
                <a:cs typeface="Arial"/>
                <a:sym typeface="Arial"/>
              </a:endParaRPr>
            </a:p>
          </p:txBody>
        </p:sp>
      </p:grpSp>
      <p:cxnSp>
        <p:nvCxnSpPr>
          <p:cNvPr id="1439" name="Google Shape;1439;p20"/>
          <p:cNvCxnSpPr/>
          <p:nvPr/>
        </p:nvCxnSpPr>
        <p:spPr>
          <a:xfrm>
            <a:off x="3400036" y="3685901"/>
            <a:ext cx="658796" cy="0"/>
          </a:xfrm>
          <a:prstGeom prst="straightConnector1">
            <a:avLst/>
          </a:prstGeom>
          <a:noFill/>
          <a:ln cap="flat" cmpd="sng" w="38100">
            <a:solidFill>
              <a:srgbClr val="FFC000"/>
            </a:solidFill>
            <a:prstDash val="solid"/>
            <a:miter lim="8000"/>
            <a:headEnd len="sm" w="sm" type="none"/>
            <a:tailEnd len="sm" w="sm" type="stealth"/>
          </a:ln>
        </p:spPr>
      </p:cxnSp>
      <p:cxnSp>
        <p:nvCxnSpPr>
          <p:cNvPr id="1440" name="Google Shape;1440;p20"/>
          <p:cNvCxnSpPr/>
          <p:nvPr/>
        </p:nvCxnSpPr>
        <p:spPr>
          <a:xfrm>
            <a:off x="4048502" y="3691991"/>
            <a:ext cx="0" cy="792095"/>
          </a:xfrm>
          <a:prstGeom prst="straightConnector1">
            <a:avLst/>
          </a:prstGeom>
          <a:noFill/>
          <a:ln cap="flat" cmpd="sng" w="38100">
            <a:solidFill>
              <a:srgbClr val="FFC000"/>
            </a:solidFill>
            <a:prstDash val="solid"/>
            <a:miter lim="8000"/>
            <a:headEnd len="sm" w="sm" type="none"/>
            <a:tailEnd len="sm" w="sm" type="stealth"/>
          </a:ln>
        </p:spPr>
      </p:cxnSp>
      <p:cxnSp>
        <p:nvCxnSpPr>
          <p:cNvPr id="1441" name="Google Shape;1441;p20"/>
          <p:cNvCxnSpPr/>
          <p:nvPr/>
        </p:nvCxnSpPr>
        <p:spPr>
          <a:xfrm>
            <a:off x="4048502" y="4449543"/>
            <a:ext cx="1183822" cy="0"/>
          </a:xfrm>
          <a:prstGeom prst="straightConnector1">
            <a:avLst/>
          </a:prstGeom>
          <a:noFill/>
          <a:ln cap="flat" cmpd="sng" w="38100">
            <a:solidFill>
              <a:srgbClr val="FFC000"/>
            </a:solidFill>
            <a:prstDash val="solid"/>
            <a:miter lim="8000"/>
            <a:headEnd len="sm" w="sm" type="none"/>
            <a:tailEnd len="sm" w="sm" type="stealth"/>
          </a:ln>
        </p:spPr>
      </p:cxnSp>
      <p:sp>
        <p:nvSpPr>
          <p:cNvPr id="1442" name="Google Shape;1442;p20"/>
          <p:cNvSpPr/>
          <p:nvPr/>
        </p:nvSpPr>
        <p:spPr>
          <a:xfrm>
            <a:off x="4468886" y="2995551"/>
            <a:ext cx="928823" cy="673340"/>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400">
                <a:solidFill>
                  <a:srgbClr val="666666"/>
                </a:solidFill>
                <a:latin typeface="Arial"/>
                <a:ea typeface="Arial"/>
                <a:cs typeface="Arial"/>
                <a:sym typeface="Arial"/>
              </a:rPr>
              <a:t>MPLS</a:t>
            </a:r>
            <a:endParaRPr/>
          </a:p>
        </p:txBody>
      </p:sp>
      <p:sp>
        <p:nvSpPr>
          <p:cNvPr id="1443" name="Google Shape;1443;p20"/>
          <p:cNvSpPr/>
          <p:nvPr/>
        </p:nvSpPr>
        <p:spPr>
          <a:xfrm>
            <a:off x="5232325" y="4224484"/>
            <a:ext cx="1031946" cy="450109"/>
          </a:xfrm>
          <a:prstGeom prst="rect">
            <a:avLst/>
          </a:prstGeom>
          <a:solidFill>
            <a:srgbClr val="C0000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rgbClr val="FFFFFF"/>
                </a:solidFill>
                <a:latin typeface="Microsoft Yahei"/>
                <a:ea typeface="Microsoft Yahei"/>
                <a:cs typeface="Microsoft Yahei"/>
                <a:sym typeface="Microsoft Yahei"/>
              </a:rPr>
              <a:t>丢包/延时/抖动</a:t>
            </a:r>
            <a:endParaRPr b="1" sz="1050">
              <a:solidFill>
                <a:srgbClr val="FFFFFF"/>
              </a:solidFill>
              <a:latin typeface="Microsoft Yahei"/>
              <a:ea typeface="Microsoft Yahei"/>
              <a:cs typeface="Microsoft Yahei"/>
              <a:sym typeface="Microsoft Yahei"/>
            </a:endParaRPr>
          </a:p>
        </p:txBody>
      </p:sp>
      <p:sp>
        <p:nvSpPr>
          <p:cNvPr id="1444" name="Google Shape;1444;p20"/>
          <p:cNvSpPr/>
          <p:nvPr/>
        </p:nvSpPr>
        <p:spPr>
          <a:xfrm>
            <a:off x="4421221" y="4476240"/>
            <a:ext cx="928823" cy="673340"/>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400">
                <a:solidFill>
                  <a:srgbClr val="666666"/>
                </a:solidFill>
                <a:latin typeface="Arial"/>
                <a:ea typeface="Arial"/>
                <a:cs typeface="Arial"/>
                <a:sym typeface="Arial"/>
              </a:rPr>
              <a:t>Internet</a:t>
            </a:r>
            <a:endParaRPr/>
          </a:p>
        </p:txBody>
      </p:sp>
      <p:cxnSp>
        <p:nvCxnSpPr>
          <p:cNvPr id="1445" name="Google Shape;1445;p20"/>
          <p:cNvCxnSpPr/>
          <p:nvPr/>
        </p:nvCxnSpPr>
        <p:spPr>
          <a:xfrm>
            <a:off x="5250749" y="3685901"/>
            <a:ext cx="1017558" cy="0"/>
          </a:xfrm>
          <a:prstGeom prst="straightConnector1">
            <a:avLst/>
          </a:prstGeom>
          <a:noFill/>
          <a:ln cap="flat" cmpd="sng" w="38100">
            <a:solidFill>
              <a:srgbClr val="FFC000"/>
            </a:solidFill>
            <a:prstDash val="solid"/>
            <a:miter lim="8000"/>
            <a:headEnd len="sm" w="sm" type="none"/>
            <a:tailEnd len="sm" w="sm" type="stealth"/>
          </a:ln>
        </p:spPr>
      </p:cxnSp>
      <p:cxnSp>
        <p:nvCxnSpPr>
          <p:cNvPr id="1446" name="Google Shape;1446;p20"/>
          <p:cNvCxnSpPr/>
          <p:nvPr/>
        </p:nvCxnSpPr>
        <p:spPr>
          <a:xfrm>
            <a:off x="3041646" y="4211335"/>
            <a:ext cx="358500" cy="238200"/>
          </a:xfrm>
          <a:prstGeom prst="bentConnector3">
            <a:avLst>
              <a:gd fmla="val 1098" name="adj1"/>
            </a:avLst>
          </a:prstGeom>
          <a:noFill/>
          <a:ln cap="flat" cmpd="sng" w="12700">
            <a:solidFill>
              <a:srgbClr val="A3A3A3"/>
            </a:solidFill>
            <a:prstDash val="solid"/>
            <a:miter lim="8000"/>
            <a:headEnd len="sm" w="sm" type="none"/>
            <a:tailEnd len="sm" w="sm" type="none"/>
          </a:ln>
        </p:spPr>
      </p:cxnSp>
      <p:cxnSp>
        <p:nvCxnSpPr>
          <p:cNvPr id="1447" name="Google Shape;1447;p20"/>
          <p:cNvCxnSpPr/>
          <p:nvPr/>
        </p:nvCxnSpPr>
        <p:spPr>
          <a:xfrm flipH="1" rot="5400000">
            <a:off x="6260003" y="3694285"/>
            <a:ext cx="525300" cy="508800"/>
          </a:xfrm>
          <a:prstGeom prst="bentConnector3">
            <a:avLst>
              <a:gd fmla="val 0" name="adj1"/>
            </a:avLst>
          </a:prstGeom>
          <a:noFill/>
          <a:ln cap="flat" cmpd="sng" w="38100">
            <a:solidFill>
              <a:srgbClr val="FFC000"/>
            </a:solidFill>
            <a:prstDash val="solid"/>
            <a:miter lim="8000"/>
            <a:headEnd len="sm" w="sm" type="none"/>
            <a:tailEnd len="sm" w="sm" type="none"/>
          </a:ln>
        </p:spPr>
      </p:cxnSp>
      <p:cxnSp>
        <p:nvCxnSpPr>
          <p:cNvPr id="1448" name="Google Shape;1448;p20"/>
          <p:cNvCxnSpPr/>
          <p:nvPr/>
        </p:nvCxnSpPr>
        <p:spPr>
          <a:xfrm flipH="1" rot="10800000">
            <a:off x="6264271" y="4211344"/>
            <a:ext cx="243900" cy="238200"/>
          </a:xfrm>
          <a:prstGeom prst="bentConnector3">
            <a:avLst>
              <a:gd fmla="val 103366" name="adj1"/>
            </a:avLst>
          </a:prstGeom>
          <a:noFill/>
          <a:ln cap="flat" cmpd="sng" w="12700">
            <a:solidFill>
              <a:srgbClr val="A3A3A3"/>
            </a:solidFill>
            <a:prstDash val="solid"/>
            <a:miter lim="8000"/>
            <a:headEnd len="sm" w="sm" type="none"/>
            <a:tailEnd len="sm" w="sm" type="none"/>
          </a:ln>
        </p:spPr>
      </p:cxnSp>
      <p:sp>
        <p:nvSpPr>
          <p:cNvPr id="1449" name="Google Shape;1449;p20"/>
          <p:cNvSpPr/>
          <p:nvPr/>
        </p:nvSpPr>
        <p:spPr>
          <a:xfrm>
            <a:off x="699321" y="1519445"/>
            <a:ext cx="2490498" cy="73866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600">
                <a:solidFill>
                  <a:srgbClr val="C00000"/>
                </a:solidFill>
                <a:latin typeface="Arial"/>
                <a:ea typeface="Arial"/>
                <a:cs typeface="Arial"/>
                <a:sym typeface="Arial"/>
              </a:rPr>
              <a:t>①3大识别技术</a:t>
            </a:r>
            <a:endParaRPr b="1" sz="1600">
              <a:solidFill>
                <a:srgbClr val="C00000"/>
              </a:solidFill>
              <a:latin typeface="Arial"/>
              <a:ea typeface="Arial"/>
              <a:cs typeface="Arial"/>
              <a:sym typeface="Arial"/>
            </a:endParaRPr>
          </a:p>
          <a:p>
            <a:pPr indent="0" lvl="0" marL="0" marR="0" rtl="0" algn="l">
              <a:lnSpc>
                <a:spcPct val="150000"/>
              </a:lnSpc>
              <a:spcBef>
                <a:spcPts val="0"/>
              </a:spcBef>
              <a:spcAft>
                <a:spcPts val="0"/>
              </a:spcAft>
              <a:buNone/>
            </a:pPr>
            <a:r>
              <a:rPr lang="en-US" sz="1200">
                <a:solidFill>
                  <a:srgbClr val="1D1D1A"/>
                </a:solidFill>
                <a:latin typeface="Arial"/>
                <a:ea typeface="Arial"/>
                <a:cs typeface="Arial"/>
                <a:sym typeface="Arial"/>
              </a:rPr>
              <a:t>快速识别关键应用</a:t>
            </a:r>
            <a:endParaRPr sz="1200">
              <a:solidFill>
                <a:srgbClr val="1D1D1A"/>
              </a:solidFill>
              <a:latin typeface="Arial"/>
              <a:ea typeface="Arial"/>
              <a:cs typeface="Arial"/>
              <a:sym typeface="Arial"/>
            </a:endParaRPr>
          </a:p>
        </p:txBody>
      </p:sp>
      <p:sp>
        <p:nvSpPr>
          <p:cNvPr id="1450" name="Google Shape;1450;p20"/>
          <p:cNvSpPr/>
          <p:nvPr/>
        </p:nvSpPr>
        <p:spPr>
          <a:xfrm>
            <a:off x="2504732" y="1824786"/>
            <a:ext cx="406381" cy="202784"/>
          </a:xfrm>
          <a:prstGeom prst="rightArrow">
            <a:avLst>
              <a:gd fmla="val 38749" name="adj1"/>
              <a:gd fmla="val 54689" name="adj2"/>
            </a:avLst>
          </a:prstGeom>
          <a:solidFill>
            <a:srgbClr val="E57B8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Arial"/>
              <a:ea typeface="Arial"/>
              <a:cs typeface="Arial"/>
              <a:sym typeface="Arial"/>
            </a:endParaRPr>
          </a:p>
        </p:txBody>
      </p:sp>
      <p:cxnSp>
        <p:nvCxnSpPr>
          <p:cNvPr id="1451" name="Google Shape;1451;p20"/>
          <p:cNvCxnSpPr/>
          <p:nvPr/>
        </p:nvCxnSpPr>
        <p:spPr>
          <a:xfrm>
            <a:off x="541095" y="2336465"/>
            <a:ext cx="7015405" cy="0"/>
          </a:xfrm>
          <a:prstGeom prst="straightConnector1">
            <a:avLst/>
          </a:prstGeom>
          <a:noFill/>
          <a:ln cap="flat" cmpd="sng" w="9525">
            <a:solidFill>
              <a:srgbClr val="4C4C4C"/>
            </a:solidFill>
            <a:prstDash val="solid"/>
            <a:miter lim="8000"/>
            <a:headEnd len="sm" w="sm" type="none"/>
            <a:tailEnd len="sm" w="sm" type="none"/>
          </a:ln>
        </p:spPr>
      </p:cxnSp>
      <p:sp>
        <p:nvSpPr>
          <p:cNvPr id="1452" name="Google Shape;1452;p20"/>
          <p:cNvSpPr/>
          <p:nvPr/>
        </p:nvSpPr>
        <p:spPr>
          <a:xfrm>
            <a:off x="2535572" y="4071660"/>
            <a:ext cx="114300" cy="104775"/>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666666"/>
              </a:solidFill>
              <a:latin typeface="Calibri"/>
              <a:ea typeface="Calibri"/>
              <a:cs typeface="Calibri"/>
              <a:sym typeface="Calibri"/>
            </a:endParaRPr>
          </a:p>
        </p:txBody>
      </p:sp>
      <p:cxnSp>
        <p:nvCxnSpPr>
          <p:cNvPr id="1453" name="Google Shape;1453;p20"/>
          <p:cNvCxnSpPr>
            <a:stCxn id="1435" idx="3"/>
          </p:cNvCxnSpPr>
          <p:nvPr/>
        </p:nvCxnSpPr>
        <p:spPr>
          <a:xfrm rot="10800000">
            <a:off x="5232324" y="3630843"/>
            <a:ext cx="0" cy="818700"/>
          </a:xfrm>
          <a:prstGeom prst="straightConnector1">
            <a:avLst/>
          </a:prstGeom>
          <a:noFill/>
          <a:ln cap="flat" cmpd="sng" w="38100">
            <a:solidFill>
              <a:srgbClr val="FFC000"/>
            </a:solidFill>
            <a:prstDash val="solid"/>
            <a:miter lim="8000"/>
            <a:headEnd len="sm" w="sm" type="none"/>
            <a:tailEnd len="sm" w="sm" type="stealth"/>
          </a:ln>
        </p:spPr>
      </p:cxnSp>
      <p:sp>
        <p:nvSpPr>
          <p:cNvPr id="1454" name="Google Shape;1454;p20"/>
          <p:cNvSpPr/>
          <p:nvPr/>
        </p:nvSpPr>
        <p:spPr>
          <a:xfrm>
            <a:off x="3071507" y="1519445"/>
            <a:ext cx="5032003" cy="73866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600">
                <a:solidFill>
                  <a:srgbClr val="C00000"/>
                </a:solidFill>
                <a:latin typeface="Arial"/>
                <a:ea typeface="Arial"/>
                <a:cs typeface="Arial"/>
                <a:sym typeface="Arial"/>
              </a:rPr>
              <a:t>②应用级智能选路，</a:t>
            </a:r>
            <a:r>
              <a:rPr lang="en-US" sz="1600">
                <a:solidFill>
                  <a:srgbClr val="1D1D1A"/>
                </a:solidFill>
                <a:latin typeface="Arial"/>
                <a:ea typeface="Arial"/>
                <a:cs typeface="Arial"/>
                <a:sym typeface="Arial"/>
              </a:rPr>
              <a:t>关键应用自动切换至最优链路</a:t>
            </a:r>
            <a:endParaRPr sz="1600">
              <a:solidFill>
                <a:srgbClr val="1D1D1A"/>
              </a:solidFill>
              <a:latin typeface="Arial"/>
              <a:ea typeface="Arial"/>
              <a:cs typeface="Arial"/>
              <a:sym typeface="Arial"/>
            </a:endParaRPr>
          </a:p>
          <a:p>
            <a:pPr indent="0" lvl="0" marL="0" marR="0" rtl="0" algn="l">
              <a:lnSpc>
                <a:spcPct val="150000"/>
              </a:lnSpc>
              <a:spcBef>
                <a:spcPts val="0"/>
              </a:spcBef>
              <a:spcAft>
                <a:spcPts val="0"/>
              </a:spcAft>
              <a:buNone/>
            </a:pPr>
            <a:r>
              <a:rPr lang="en-US" sz="1200">
                <a:solidFill>
                  <a:srgbClr val="1D1D1A"/>
                </a:solidFill>
                <a:latin typeface="Arial"/>
                <a:ea typeface="Arial"/>
                <a:cs typeface="Arial"/>
                <a:sym typeface="Arial"/>
              </a:rPr>
              <a:t>基于应用SLA，优先级，带宽多因子智能选路</a:t>
            </a:r>
            <a:endParaRPr sz="1200">
              <a:solidFill>
                <a:srgbClr val="1D1D1A"/>
              </a:solidFill>
              <a:latin typeface="Arial"/>
              <a:ea typeface="Arial"/>
              <a:cs typeface="Arial"/>
              <a:sym typeface="Arial"/>
            </a:endParaRPr>
          </a:p>
        </p:txBody>
      </p:sp>
      <p:sp>
        <p:nvSpPr>
          <p:cNvPr id="1455" name="Google Shape;1455;p20"/>
          <p:cNvSpPr/>
          <p:nvPr/>
        </p:nvSpPr>
        <p:spPr>
          <a:xfrm>
            <a:off x="1393014" y="3933380"/>
            <a:ext cx="419930" cy="454110"/>
          </a:xfrm>
          <a:custGeom>
            <a:rect b="b" l="l" r="r" t="t"/>
            <a:pathLst>
              <a:path extrusionOk="0" h="186" w="172">
                <a:moveTo>
                  <a:pt x="146" y="186"/>
                </a:moveTo>
                <a:lnTo>
                  <a:pt x="146" y="186"/>
                </a:lnTo>
                <a:lnTo>
                  <a:pt x="156" y="184"/>
                </a:lnTo>
                <a:lnTo>
                  <a:pt x="162" y="180"/>
                </a:lnTo>
                <a:lnTo>
                  <a:pt x="162" y="180"/>
                </a:lnTo>
                <a:lnTo>
                  <a:pt x="170" y="172"/>
                </a:lnTo>
                <a:lnTo>
                  <a:pt x="172" y="162"/>
                </a:lnTo>
                <a:lnTo>
                  <a:pt x="172" y="162"/>
                </a:lnTo>
                <a:lnTo>
                  <a:pt x="170" y="154"/>
                </a:lnTo>
                <a:lnTo>
                  <a:pt x="166" y="144"/>
                </a:lnTo>
                <a:lnTo>
                  <a:pt x="138" y="112"/>
                </a:lnTo>
                <a:lnTo>
                  <a:pt x="138" y="112"/>
                </a:lnTo>
                <a:lnTo>
                  <a:pt x="144" y="98"/>
                </a:lnTo>
                <a:lnTo>
                  <a:pt x="148" y="80"/>
                </a:lnTo>
                <a:lnTo>
                  <a:pt x="148" y="80"/>
                </a:lnTo>
                <a:lnTo>
                  <a:pt x="148" y="66"/>
                </a:lnTo>
                <a:lnTo>
                  <a:pt x="144" y="52"/>
                </a:lnTo>
                <a:lnTo>
                  <a:pt x="140" y="38"/>
                </a:lnTo>
                <a:lnTo>
                  <a:pt x="130" y="26"/>
                </a:lnTo>
                <a:lnTo>
                  <a:pt x="130" y="26"/>
                </a:lnTo>
                <a:lnTo>
                  <a:pt x="120" y="16"/>
                </a:lnTo>
                <a:lnTo>
                  <a:pt x="108" y="8"/>
                </a:lnTo>
                <a:lnTo>
                  <a:pt x="94" y="2"/>
                </a:lnTo>
                <a:lnTo>
                  <a:pt x="80" y="0"/>
                </a:lnTo>
                <a:lnTo>
                  <a:pt x="80" y="0"/>
                </a:lnTo>
                <a:lnTo>
                  <a:pt x="74" y="0"/>
                </a:lnTo>
                <a:lnTo>
                  <a:pt x="74" y="0"/>
                </a:lnTo>
                <a:lnTo>
                  <a:pt x="60" y="2"/>
                </a:lnTo>
                <a:lnTo>
                  <a:pt x="46" y="6"/>
                </a:lnTo>
                <a:lnTo>
                  <a:pt x="34" y="12"/>
                </a:lnTo>
                <a:lnTo>
                  <a:pt x="24" y="20"/>
                </a:lnTo>
                <a:lnTo>
                  <a:pt x="14" y="30"/>
                </a:lnTo>
                <a:lnTo>
                  <a:pt x="8" y="42"/>
                </a:lnTo>
                <a:lnTo>
                  <a:pt x="2" y="54"/>
                </a:lnTo>
                <a:lnTo>
                  <a:pt x="0" y="68"/>
                </a:lnTo>
                <a:lnTo>
                  <a:pt x="0" y="68"/>
                </a:lnTo>
                <a:lnTo>
                  <a:pt x="0" y="82"/>
                </a:lnTo>
                <a:lnTo>
                  <a:pt x="2" y="96"/>
                </a:lnTo>
                <a:lnTo>
                  <a:pt x="8" y="110"/>
                </a:lnTo>
                <a:lnTo>
                  <a:pt x="16" y="122"/>
                </a:lnTo>
                <a:lnTo>
                  <a:pt x="16" y="122"/>
                </a:lnTo>
                <a:lnTo>
                  <a:pt x="28" y="132"/>
                </a:lnTo>
                <a:lnTo>
                  <a:pt x="40" y="140"/>
                </a:lnTo>
                <a:lnTo>
                  <a:pt x="54" y="146"/>
                </a:lnTo>
                <a:lnTo>
                  <a:pt x="68" y="148"/>
                </a:lnTo>
                <a:lnTo>
                  <a:pt x="68" y="148"/>
                </a:lnTo>
                <a:lnTo>
                  <a:pt x="74" y="148"/>
                </a:lnTo>
                <a:lnTo>
                  <a:pt x="74" y="148"/>
                </a:lnTo>
                <a:lnTo>
                  <a:pt x="86" y="148"/>
                </a:lnTo>
                <a:lnTo>
                  <a:pt x="98" y="144"/>
                </a:lnTo>
                <a:lnTo>
                  <a:pt x="128" y="176"/>
                </a:lnTo>
                <a:lnTo>
                  <a:pt x="128" y="176"/>
                </a:lnTo>
                <a:lnTo>
                  <a:pt x="136" y="184"/>
                </a:lnTo>
                <a:lnTo>
                  <a:pt x="144" y="186"/>
                </a:lnTo>
                <a:lnTo>
                  <a:pt x="144" y="186"/>
                </a:lnTo>
                <a:lnTo>
                  <a:pt x="146" y="186"/>
                </a:lnTo>
                <a:lnTo>
                  <a:pt x="146" y="186"/>
                </a:lnTo>
                <a:close/>
                <a:moveTo>
                  <a:pt x="74" y="24"/>
                </a:moveTo>
                <a:lnTo>
                  <a:pt x="74" y="24"/>
                </a:lnTo>
                <a:lnTo>
                  <a:pt x="78" y="24"/>
                </a:lnTo>
                <a:lnTo>
                  <a:pt x="78" y="24"/>
                </a:lnTo>
                <a:lnTo>
                  <a:pt x="88" y="26"/>
                </a:lnTo>
                <a:lnTo>
                  <a:pt x="98" y="30"/>
                </a:lnTo>
                <a:lnTo>
                  <a:pt x="106" y="36"/>
                </a:lnTo>
                <a:lnTo>
                  <a:pt x="112" y="42"/>
                </a:lnTo>
                <a:lnTo>
                  <a:pt x="118" y="50"/>
                </a:lnTo>
                <a:lnTo>
                  <a:pt x="122" y="58"/>
                </a:lnTo>
                <a:lnTo>
                  <a:pt x="124" y="68"/>
                </a:lnTo>
                <a:lnTo>
                  <a:pt x="124" y="78"/>
                </a:lnTo>
                <a:lnTo>
                  <a:pt x="124" y="78"/>
                </a:lnTo>
                <a:lnTo>
                  <a:pt x="122" y="88"/>
                </a:lnTo>
                <a:lnTo>
                  <a:pt x="120" y="96"/>
                </a:lnTo>
                <a:lnTo>
                  <a:pt x="114" y="104"/>
                </a:lnTo>
                <a:lnTo>
                  <a:pt x="108" y="112"/>
                </a:lnTo>
                <a:lnTo>
                  <a:pt x="100" y="116"/>
                </a:lnTo>
                <a:lnTo>
                  <a:pt x="92" y="120"/>
                </a:lnTo>
                <a:lnTo>
                  <a:pt x="84" y="124"/>
                </a:lnTo>
                <a:lnTo>
                  <a:pt x="74" y="124"/>
                </a:lnTo>
                <a:lnTo>
                  <a:pt x="74" y="124"/>
                </a:lnTo>
                <a:lnTo>
                  <a:pt x="70" y="124"/>
                </a:lnTo>
                <a:lnTo>
                  <a:pt x="70" y="124"/>
                </a:lnTo>
                <a:lnTo>
                  <a:pt x="60" y="122"/>
                </a:lnTo>
                <a:lnTo>
                  <a:pt x="50" y="118"/>
                </a:lnTo>
                <a:lnTo>
                  <a:pt x="42" y="114"/>
                </a:lnTo>
                <a:lnTo>
                  <a:pt x="36" y="106"/>
                </a:lnTo>
                <a:lnTo>
                  <a:pt x="30" y="98"/>
                </a:lnTo>
                <a:lnTo>
                  <a:pt x="26" y="90"/>
                </a:lnTo>
                <a:lnTo>
                  <a:pt x="24" y="80"/>
                </a:lnTo>
                <a:lnTo>
                  <a:pt x="24" y="70"/>
                </a:lnTo>
                <a:lnTo>
                  <a:pt x="24" y="70"/>
                </a:lnTo>
                <a:lnTo>
                  <a:pt x="26" y="60"/>
                </a:lnTo>
                <a:lnTo>
                  <a:pt x="30" y="52"/>
                </a:lnTo>
                <a:lnTo>
                  <a:pt x="34" y="44"/>
                </a:lnTo>
                <a:lnTo>
                  <a:pt x="40" y="38"/>
                </a:lnTo>
                <a:lnTo>
                  <a:pt x="48" y="32"/>
                </a:lnTo>
                <a:lnTo>
                  <a:pt x="56" y="28"/>
                </a:lnTo>
                <a:lnTo>
                  <a:pt x="64" y="24"/>
                </a:lnTo>
                <a:lnTo>
                  <a:pt x="74" y="24"/>
                </a:lnTo>
                <a:lnTo>
                  <a:pt x="74" y="24"/>
                </a:lnTo>
                <a:close/>
              </a:path>
            </a:pathLst>
          </a:custGeom>
          <a:solidFill>
            <a:srgbClr val="00B050">
              <a:alpha val="50196"/>
            </a:srgbClr>
          </a:solidFill>
          <a:ln>
            <a:noFill/>
          </a:ln>
        </p:spPr>
        <p:txBody>
          <a:bodyPr anchorCtr="0" anchor="t" bIns="60950" lIns="121900" spcFirstLastPara="1" rIns="121900" wrap="square" tIns="60950">
            <a:noAutofit/>
          </a:bodyPr>
          <a:lstStyle/>
          <a:p>
            <a:pPr indent="0" lvl="0" marL="0" marR="0" rtl="0" algn="l">
              <a:spcBef>
                <a:spcPts val="0"/>
              </a:spcBef>
              <a:spcAft>
                <a:spcPts val="0"/>
              </a:spcAft>
              <a:buNone/>
            </a:pPr>
            <a:r>
              <a:t/>
            </a:r>
            <a:endParaRPr sz="2400">
              <a:solidFill>
                <a:srgbClr val="1D1D1A"/>
              </a:solidFill>
              <a:latin typeface="Microsoft Yahei"/>
              <a:ea typeface="Microsoft Yahei"/>
              <a:cs typeface="Microsoft Yahei"/>
              <a:sym typeface="Microsoft Yahei"/>
            </a:endParaRPr>
          </a:p>
        </p:txBody>
      </p:sp>
      <p:sp>
        <p:nvSpPr>
          <p:cNvPr id="1456" name="Google Shape;1456;p20"/>
          <p:cNvSpPr/>
          <p:nvPr/>
        </p:nvSpPr>
        <p:spPr>
          <a:xfrm>
            <a:off x="7056025" y="3759108"/>
            <a:ext cx="647700" cy="682432"/>
          </a:xfrm>
          <a:custGeom>
            <a:rect b="b" l="l" r="r" t="t"/>
            <a:pathLst>
              <a:path extrusionOk="0" h="550" w="557">
                <a:moveTo>
                  <a:pt x="224" y="45"/>
                </a:moveTo>
                <a:lnTo>
                  <a:pt x="37" y="45"/>
                </a:lnTo>
                <a:lnTo>
                  <a:pt x="37" y="0"/>
                </a:lnTo>
                <a:lnTo>
                  <a:pt x="224" y="0"/>
                </a:lnTo>
                <a:lnTo>
                  <a:pt x="224" y="45"/>
                </a:lnTo>
                <a:close/>
                <a:moveTo>
                  <a:pt x="262" y="59"/>
                </a:moveTo>
                <a:lnTo>
                  <a:pt x="262" y="550"/>
                </a:lnTo>
                <a:lnTo>
                  <a:pt x="101" y="550"/>
                </a:lnTo>
                <a:lnTo>
                  <a:pt x="101" y="446"/>
                </a:lnTo>
                <a:lnTo>
                  <a:pt x="35" y="446"/>
                </a:lnTo>
                <a:lnTo>
                  <a:pt x="35" y="550"/>
                </a:lnTo>
                <a:lnTo>
                  <a:pt x="0" y="550"/>
                </a:lnTo>
                <a:lnTo>
                  <a:pt x="0" y="59"/>
                </a:lnTo>
                <a:lnTo>
                  <a:pt x="262" y="59"/>
                </a:lnTo>
                <a:close/>
                <a:moveTo>
                  <a:pt x="106" y="320"/>
                </a:moveTo>
                <a:lnTo>
                  <a:pt x="35" y="320"/>
                </a:lnTo>
                <a:lnTo>
                  <a:pt x="35" y="372"/>
                </a:lnTo>
                <a:lnTo>
                  <a:pt x="106" y="372"/>
                </a:lnTo>
                <a:lnTo>
                  <a:pt x="106" y="320"/>
                </a:lnTo>
                <a:close/>
                <a:moveTo>
                  <a:pt x="106" y="244"/>
                </a:moveTo>
                <a:lnTo>
                  <a:pt x="35" y="244"/>
                </a:lnTo>
                <a:lnTo>
                  <a:pt x="35" y="294"/>
                </a:lnTo>
                <a:lnTo>
                  <a:pt x="106" y="294"/>
                </a:lnTo>
                <a:lnTo>
                  <a:pt x="106" y="244"/>
                </a:lnTo>
                <a:close/>
                <a:moveTo>
                  <a:pt x="106" y="166"/>
                </a:moveTo>
                <a:lnTo>
                  <a:pt x="35" y="166"/>
                </a:lnTo>
                <a:lnTo>
                  <a:pt x="35" y="216"/>
                </a:lnTo>
                <a:lnTo>
                  <a:pt x="106" y="216"/>
                </a:lnTo>
                <a:lnTo>
                  <a:pt x="106" y="166"/>
                </a:lnTo>
                <a:close/>
                <a:moveTo>
                  <a:pt x="106" y="88"/>
                </a:moveTo>
                <a:lnTo>
                  <a:pt x="35" y="88"/>
                </a:lnTo>
                <a:lnTo>
                  <a:pt x="35" y="138"/>
                </a:lnTo>
                <a:lnTo>
                  <a:pt x="106" y="138"/>
                </a:lnTo>
                <a:lnTo>
                  <a:pt x="106" y="88"/>
                </a:lnTo>
                <a:close/>
                <a:moveTo>
                  <a:pt x="226" y="320"/>
                </a:moveTo>
                <a:lnTo>
                  <a:pt x="156" y="320"/>
                </a:lnTo>
                <a:lnTo>
                  <a:pt x="156" y="372"/>
                </a:lnTo>
                <a:lnTo>
                  <a:pt x="226" y="372"/>
                </a:lnTo>
                <a:lnTo>
                  <a:pt x="226" y="320"/>
                </a:lnTo>
                <a:close/>
                <a:moveTo>
                  <a:pt x="226" y="244"/>
                </a:moveTo>
                <a:lnTo>
                  <a:pt x="156" y="244"/>
                </a:lnTo>
                <a:lnTo>
                  <a:pt x="156" y="294"/>
                </a:lnTo>
                <a:lnTo>
                  <a:pt x="226" y="294"/>
                </a:lnTo>
                <a:lnTo>
                  <a:pt x="226" y="244"/>
                </a:lnTo>
                <a:close/>
                <a:moveTo>
                  <a:pt x="226" y="166"/>
                </a:moveTo>
                <a:lnTo>
                  <a:pt x="156" y="166"/>
                </a:lnTo>
                <a:lnTo>
                  <a:pt x="156" y="216"/>
                </a:lnTo>
                <a:lnTo>
                  <a:pt x="226" y="216"/>
                </a:lnTo>
                <a:lnTo>
                  <a:pt x="226" y="166"/>
                </a:lnTo>
                <a:close/>
                <a:moveTo>
                  <a:pt x="226" y="88"/>
                </a:moveTo>
                <a:lnTo>
                  <a:pt x="156" y="88"/>
                </a:lnTo>
                <a:lnTo>
                  <a:pt x="156" y="138"/>
                </a:lnTo>
                <a:lnTo>
                  <a:pt x="226" y="138"/>
                </a:lnTo>
                <a:lnTo>
                  <a:pt x="226" y="88"/>
                </a:lnTo>
                <a:close/>
                <a:moveTo>
                  <a:pt x="520" y="145"/>
                </a:moveTo>
                <a:lnTo>
                  <a:pt x="335" y="145"/>
                </a:lnTo>
                <a:lnTo>
                  <a:pt x="335" y="190"/>
                </a:lnTo>
                <a:lnTo>
                  <a:pt x="520" y="190"/>
                </a:lnTo>
                <a:lnTo>
                  <a:pt x="520" y="145"/>
                </a:lnTo>
                <a:close/>
                <a:moveTo>
                  <a:pt x="557" y="204"/>
                </a:moveTo>
                <a:lnTo>
                  <a:pt x="557" y="550"/>
                </a:lnTo>
                <a:lnTo>
                  <a:pt x="397" y="550"/>
                </a:lnTo>
                <a:lnTo>
                  <a:pt x="397" y="446"/>
                </a:lnTo>
                <a:lnTo>
                  <a:pt x="330" y="446"/>
                </a:lnTo>
                <a:lnTo>
                  <a:pt x="330" y="550"/>
                </a:lnTo>
                <a:lnTo>
                  <a:pt x="297" y="550"/>
                </a:lnTo>
                <a:lnTo>
                  <a:pt x="297" y="204"/>
                </a:lnTo>
                <a:lnTo>
                  <a:pt x="557" y="204"/>
                </a:lnTo>
                <a:close/>
                <a:moveTo>
                  <a:pt x="401" y="320"/>
                </a:moveTo>
                <a:lnTo>
                  <a:pt x="333" y="320"/>
                </a:lnTo>
                <a:lnTo>
                  <a:pt x="333" y="372"/>
                </a:lnTo>
                <a:lnTo>
                  <a:pt x="401" y="372"/>
                </a:lnTo>
                <a:lnTo>
                  <a:pt x="401" y="320"/>
                </a:lnTo>
                <a:close/>
                <a:moveTo>
                  <a:pt x="401" y="244"/>
                </a:moveTo>
                <a:lnTo>
                  <a:pt x="333" y="244"/>
                </a:lnTo>
                <a:lnTo>
                  <a:pt x="333" y="294"/>
                </a:lnTo>
                <a:lnTo>
                  <a:pt x="401" y="294"/>
                </a:lnTo>
                <a:lnTo>
                  <a:pt x="401" y="244"/>
                </a:lnTo>
                <a:close/>
                <a:moveTo>
                  <a:pt x="522" y="320"/>
                </a:moveTo>
                <a:lnTo>
                  <a:pt x="451" y="320"/>
                </a:lnTo>
                <a:lnTo>
                  <a:pt x="451" y="372"/>
                </a:lnTo>
                <a:lnTo>
                  <a:pt x="522" y="372"/>
                </a:lnTo>
                <a:lnTo>
                  <a:pt x="522" y="320"/>
                </a:lnTo>
                <a:close/>
                <a:moveTo>
                  <a:pt x="522" y="244"/>
                </a:moveTo>
                <a:lnTo>
                  <a:pt x="451" y="244"/>
                </a:lnTo>
                <a:lnTo>
                  <a:pt x="451" y="294"/>
                </a:lnTo>
                <a:lnTo>
                  <a:pt x="522" y="294"/>
                </a:lnTo>
                <a:lnTo>
                  <a:pt x="522" y="244"/>
                </a:ln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1D1D1A"/>
              </a:solidFill>
              <a:latin typeface="Calibri"/>
              <a:ea typeface="Calibri"/>
              <a:cs typeface="Calibri"/>
              <a:sym typeface="Calibri"/>
            </a:endParaRPr>
          </a:p>
        </p:txBody>
      </p:sp>
      <p:grpSp>
        <p:nvGrpSpPr>
          <p:cNvPr id="1457" name="Google Shape;1457;p20"/>
          <p:cNvGrpSpPr/>
          <p:nvPr/>
        </p:nvGrpSpPr>
        <p:grpSpPr>
          <a:xfrm>
            <a:off x="6634143" y="4059279"/>
            <a:ext cx="346110" cy="312447"/>
            <a:chOff x="-983298" y="1666240"/>
            <a:chExt cx="547688" cy="309564"/>
          </a:xfrm>
        </p:grpSpPr>
        <p:sp>
          <p:nvSpPr>
            <p:cNvPr id="1458" name="Google Shape;1458;p20"/>
            <p:cNvSpPr/>
            <p:nvPr/>
          </p:nvSpPr>
          <p:spPr>
            <a:xfrm>
              <a:off x="-983298" y="1798004"/>
              <a:ext cx="547688" cy="177800"/>
            </a:xfrm>
            <a:custGeom>
              <a:rect b="b" l="l" r="r" t="t"/>
              <a:pathLst>
                <a:path extrusionOk="0" h="5245" w="16189">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67">
                <a:solidFill>
                  <a:srgbClr val="1D1D1A"/>
                </a:solidFill>
                <a:latin typeface="Arial"/>
                <a:ea typeface="Arial"/>
                <a:cs typeface="Arial"/>
                <a:sym typeface="Arial"/>
              </a:endParaRPr>
            </a:p>
          </p:txBody>
        </p:sp>
        <p:sp>
          <p:nvSpPr>
            <p:cNvPr id="1459" name="Google Shape;1459;p20"/>
            <p:cNvSpPr/>
            <p:nvPr/>
          </p:nvSpPr>
          <p:spPr>
            <a:xfrm>
              <a:off x="-983298" y="1666240"/>
              <a:ext cx="547688" cy="207963"/>
            </a:xfrm>
            <a:custGeom>
              <a:rect b="b" l="l" r="r" t="t"/>
              <a:pathLst>
                <a:path extrusionOk="0" h="6154" w="16215">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67">
                <a:solidFill>
                  <a:srgbClr val="1D1D1A"/>
                </a:solidFill>
                <a:latin typeface="Arial"/>
                <a:ea typeface="Arial"/>
                <a:cs typeface="Arial"/>
                <a:sym typeface="Arial"/>
              </a:endParaRPr>
            </a:p>
          </p:txBody>
        </p:sp>
      </p:grpSp>
      <p:sp>
        <p:nvSpPr>
          <p:cNvPr id="1460" name="Google Shape;1460;p20"/>
          <p:cNvSpPr/>
          <p:nvPr/>
        </p:nvSpPr>
        <p:spPr>
          <a:xfrm>
            <a:off x="4058830" y="3536760"/>
            <a:ext cx="874481" cy="298262"/>
          </a:xfrm>
          <a:prstGeom prst="rect">
            <a:avLst/>
          </a:prstGeom>
          <a:solidFill>
            <a:srgbClr val="E57B84"/>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rgbClr val="FFFFFF"/>
                </a:solidFill>
                <a:latin typeface="Microsoft Yahei"/>
                <a:ea typeface="Microsoft Yahei"/>
                <a:cs typeface="Microsoft Yahei"/>
                <a:sym typeface="Microsoft Yahei"/>
              </a:rPr>
              <a:t>链路拥塞</a:t>
            </a:r>
            <a:endParaRPr b="1" sz="1050">
              <a:solidFill>
                <a:srgbClr val="FFFFFF"/>
              </a:solidFill>
              <a:latin typeface="Microsoft Yahei"/>
              <a:ea typeface="Microsoft Yahei"/>
              <a:cs typeface="Microsoft Yahei"/>
              <a:sym typeface="Microsoft Yahei"/>
            </a:endParaRPr>
          </a:p>
        </p:txBody>
      </p:sp>
      <p:grpSp>
        <p:nvGrpSpPr>
          <p:cNvPr id="1461" name="Google Shape;1461;p20"/>
          <p:cNvGrpSpPr/>
          <p:nvPr/>
        </p:nvGrpSpPr>
        <p:grpSpPr>
          <a:xfrm>
            <a:off x="4481240" y="5343760"/>
            <a:ext cx="954236" cy="251095"/>
            <a:chOff x="3176611" y="3050380"/>
            <a:chExt cx="2868271" cy="853345"/>
          </a:xfrm>
        </p:grpSpPr>
        <p:grpSp>
          <p:nvGrpSpPr>
            <p:cNvPr id="1462" name="Google Shape;1462;p20"/>
            <p:cNvGrpSpPr/>
            <p:nvPr/>
          </p:nvGrpSpPr>
          <p:grpSpPr>
            <a:xfrm>
              <a:off x="3176611" y="3050380"/>
              <a:ext cx="2868271" cy="853345"/>
              <a:chOff x="3176611" y="3050380"/>
              <a:chExt cx="2868271" cy="853345"/>
            </a:xfrm>
          </p:grpSpPr>
          <p:cxnSp>
            <p:nvCxnSpPr>
              <p:cNvPr id="1463" name="Google Shape;1463;p20"/>
              <p:cNvCxnSpPr/>
              <p:nvPr/>
            </p:nvCxnSpPr>
            <p:spPr>
              <a:xfrm>
                <a:off x="3176611" y="3105540"/>
                <a:ext cx="658795" cy="0"/>
              </a:xfrm>
              <a:prstGeom prst="straightConnector1">
                <a:avLst/>
              </a:prstGeom>
              <a:noFill/>
              <a:ln cap="flat" cmpd="sng" w="38100">
                <a:solidFill>
                  <a:srgbClr val="FFC000"/>
                </a:solidFill>
                <a:prstDash val="solid"/>
                <a:miter lim="8000"/>
                <a:headEnd len="sm" w="sm" type="none"/>
                <a:tailEnd len="sm" w="sm" type="none"/>
              </a:ln>
            </p:spPr>
          </p:cxnSp>
          <p:cxnSp>
            <p:nvCxnSpPr>
              <p:cNvPr id="1464" name="Google Shape;1464;p20"/>
              <p:cNvCxnSpPr/>
              <p:nvPr/>
            </p:nvCxnSpPr>
            <p:spPr>
              <a:xfrm>
                <a:off x="3825077" y="3111630"/>
                <a:ext cx="0" cy="792095"/>
              </a:xfrm>
              <a:prstGeom prst="straightConnector1">
                <a:avLst/>
              </a:prstGeom>
              <a:noFill/>
              <a:ln cap="flat" cmpd="sng" w="38100">
                <a:solidFill>
                  <a:srgbClr val="FFC000"/>
                </a:solidFill>
                <a:prstDash val="solid"/>
                <a:miter lim="8000"/>
                <a:headEnd len="sm" w="sm" type="none"/>
                <a:tailEnd len="sm" w="sm" type="none"/>
              </a:ln>
            </p:spPr>
          </p:cxnSp>
          <p:cxnSp>
            <p:nvCxnSpPr>
              <p:cNvPr id="1465" name="Google Shape;1465;p20"/>
              <p:cNvCxnSpPr/>
              <p:nvPr/>
            </p:nvCxnSpPr>
            <p:spPr>
              <a:xfrm>
                <a:off x="5027325" y="3105540"/>
                <a:ext cx="1017557" cy="0"/>
              </a:xfrm>
              <a:prstGeom prst="straightConnector1">
                <a:avLst/>
              </a:prstGeom>
              <a:noFill/>
              <a:ln cap="flat" cmpd="sng" w="38100">
                <a:solidFill>
                  <a:srgbClr val="FFC000"/>
                </a:solidFill>
                <a:prstDash val="solid"/>
                <a:miter lim="8000"/>
                <a:headEnd len="sm" w="sm" type="none"/>
                <a:tailEnd len="sm" w="sm" type="stealth"/>
              </a:ln>
            </p:spPr>
          </p:cxnSp>
          <p:cxnSp>
            <p:nvCxnSpPr>
              <p:cNvPr id="1466" name="Google Shape;1466;p20"/>
              <p:cNvCxnSpPr/>
              <p:nvPr/>
            </p:nvCxnSpPr>
            <p:spPr>
              <a:xfrm flipH="1" rot="10800000">
                <a:off x="5008899" y="3050380"/>
                <a:ext cx="1" cy="818802"/>
              </a:xfrm>
              <a:prstGeom prst="straightConnector1">
                <a:avLst/>
              </a:prstGeom>
              <a:noFill/>
              <a:ln cap="flat" cmpd="sng" w="38100">
                <a:solidFill>
                  <a:srgbClr val="FFC000"/>
                </a:solidFill>
                <a:prstDash val="solid"/>
                <a:miter lim="8000"/>
                <a:headEnd len="sm" w="sm" type="none"/>
                <a:tailEnd len="sm" w="sm" type="none"/>
              </a:ln>
            </p:spPr>
          </p:cxnSp>
        </p:grpSp>
        <p:cxnSp>
          <p:nvCxnSpPr>
            <p:cNvPr id="1467" name="Google Shape;1467;p20"/>
            <p:cNvCxnSpPr/>
            <p:nvPr/>
          </p:nvCxnSpPr>
          <p:spPr>
            <a:xfrm>
              <a:off x="3843502" y="3860713"/>
              <a:ext cx="1183822" cy="0"/>
            </a:xfrm>
            <a:prstGeom prst="straightConnector1">
              <a:avLst/>
            </a:prstGeom>
            <a:noFill/>
            <a:ln cap="flat" cmpd="sng" w="38100">
              <a:solidFill>
                <a:srgbClr val="FFC000"/>
              </a:solidFill>
              <a:prstDash val="solid"/>
              <a:miter lim="8000"/>
              <a:headEnd len="sm" w="sm" type="none"/>
              <a:tailEnd len="sm" w="sm" type="none"/>
            </a:ln>
          </p:spPr>
        </p:cxnSp>
      </p:grpSp>
      <p:sp>
        <p:nvSpPr>
          <p:cNvPr id="1468" name="Google Shape;1468;p20"/>
          <p:cNvSpPr/>
          <p:nvPr/>
        </p:nvSpPr>
        <p:spPr>
          <a:xfrm>
            <a:off x="8248650" y="1209821"/>
            <a:ext cx="2990850" cy="4787302"/>
          </a:xfrm>
          <a:prstGeom prst="rect">
            <a:avLst/>
          </a:prstGeom>
          <a:solidFill>
            <a:srgbClr val="E0E0E0">
              <a:alpha val="50196"/>
            </a:srgbClr>
          </a:solidFill>
          <a:ln>
            <a:noFill/>
          </a:ln>
        </p:spPr>
        <p:txBody>
          <a:bodyPr anchorCtr="0" anchor="ctr" bIns="42325" lIns="42325" spcFirstLastPara="1" rIns="42325" wrap="square" tIns="42325">
            <a:noAutofit/>
          </a:bodyPr>
          <a:lstStyle/>
          <a:p>
            <a:pPr indent="0" lvl="0" marL="0" marR="0" rtl="0" algn="ctr">
              <a:spcBef>
                <a:spcPts val="0"/>
              </a:spcBef>
              <a:spcAft>
                <a:spcPts val="0"/>
              </a:spcAft>
              <a:buNone/>
            </a:pPr>
            <a:r>
              <a:t/>
            </a:r>
            <a:endParaRPr sz="1800">
              <a:solidFill>
                <a:srgbClr val="333333"/>
              </a:solidFill>
              <a:latin typeface="Arial"/>
              <a:ea typeface="Arial"/>
              <a:cs typeface="Arial"/>
              <a:sym typeface="Arial"/>
            </a:endParaRPr>
          </a:p>
        </p:txBody>
      </p:sp>
      <p:sp>
        <p:nvSpPr>
          <p:cNvPr id="1469" name="Google Shape;1469;p20"/>
          <p:cNvSpPr/>
          <p:nvPr/>
        </p:nvSpPr>
        <p:spPr>
          <a:xfrm>
            <a:off x="7889261" y="3518696"/>
            <a:ext cx="283189" cy="358929"/>
          </a:xfrm>
          <a:prstGeom prst="chevron">
            <a:avLst>
              <a:gd fmla="val 50000" name="adj"/>
            </a:avLst>
          </a:prstGeom>
          <a:solidFill>
            <a:srgbClr val="E57B8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D1D1A"/>
              </a:solidFill>
              <a:latin typeface="Calibri"/>
              <a:ea typeface="Calibri"/>
              <a:cs typeface="Calibri"/>
              <a:sym typeface="Calibri"/>
            </a:endParaRPr>
          </a:p>
        </p:txBody>
      </p:sp>
      <p:sp>
        <p:nvSpPr>
          <p:cNvPr id="1470" name="Google Shape;1470;p20"/>
          <p:cNvSpPr txBox="1"/>
          <p:nvPr/>
        </p:nvSpPr>
        <p:spPr>
          <a:xfrm>
            <a:off x="9335628" y="2247026"/>
            <a:ext cx="2807460" cy="4723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00000"/>
              </a:buClr>
              <a:buSzPts val="2799"/>
              <a:buFont typeface="Arial"/>
              <a:buNone/>
            </a:pPr>
            <a:r>
              <a:rPr b="1" lang="en-US" sz="2799">
                <a:solidFill>
                  <a:srgbClr val="C00000"/>
                </a:solidFill>
                <a:latin typeface="Arial"/>
                <a:ea typeface="Arial"/>
                <a:cs typeface="Arial"/>
                <a:sym typeface="Arial"/>
              </a:rPr>
              <a:t>可保障 </a:t>
            </a:r>
            <a:endParaRPr/>
          </a:p>
          <a:p>
            <a:pPr indent="0" lvl="0" marL="0" marR="0" rtl="0" algn="l">
              <a:lnSpc>
                <a:spcPct val="100000"/>
              </a:lnSpc>
              <a:spcBef>
                <a:spcPts val="0"/>
              </a:spcBef>
              <a:spcAft>
                <a:spcPts val="0"/>
              </a:spcAft>
              <a:buClr>
                <a:srgbClr val="1D1D1A"/>
              </a:buClr>
              <a:buSzPts val="1600"/>
              <a:buFont typeface="Arial"/>
              <a:buNone/>
            </a:pPr>
            <a:r>
              <a:rPr lang="en-US" sz="1600">
                <a:solidFill>
                  <a:srgbClr val="1D1D1A"/>
                </a:solidFill>
                <a:latin typeface="Microsoft Yahei"/>
                <a:ea typeface="Microsoft Yahei"/>
                <a:cs typeface="Microsoft Yahei"/>
                <a:sym typeface="Microsoft Yahei"/>
              </a:rPr>
              <a:t>的关键应用体验</a:t>
            </a:r>
            <a:endParaRPr/>
          </a:p>
        </p:txBody>
      </p:sp>
      <p:sp>
        <p:nvSpPr>
          <p:cNvPr id="1471" name="Google Shape;1471;p20"/>
          <p:cNvSpPr txBox="1"/>
          <p:nvPr/>
        </p:nvSpPr>
        <p:spPr>
          <a:xfrm>
            <a:off x="8432040" y="3130525"/>
            <a:ext cx="2807460" cy="472334"/>
          </a:xfrm>
          <a:prstGeom prst="rect">
            <a:avLst/>
          </a:prstGeom>
          <a:noFill/>
          <a:ln>
            <a:noFill/>
          </a:ln>
        </p:spPr>
        <p:txBody>
          <a:bodyPr anchorCtr="0" anchor="t" bIns="0" lIns="0" spcFirstLastPara="1" rIns="0" wrap="square" tIns="0">
            <a:noAutofit/>
          </a:bodyPr>
          <a:lstStyle/>
          <a:p>
            <a:pPr indent="-285750" lvl="0" marL="285750" marR="0" rtl="0" algn="l">
              <a:lnSpc>
                <a:spcPct val="150000"/>
              </a:lnSpc>
              <a:spcBef>
                <a:spcPts val="0"/>
              </a:spcBef>
              <a:spcAft>
                <a:spcPts val="0"/>
              </a:spcAft>
              <a:buClr>
                <a:srgbClr val="1D1D1A"/>
              </a:buClr>
              <a:buSzPts val="1200"/>
              <a:buFont typeface="Arial"/>
              <a:buChar char="•"/>
            </a:pPr>
            <a:r>
              <a:rPr lang="en-US" sz="1200">
                <a:solidFill>
                  <a:srgbClr val="1D1D1A"/>
                </a:solidFill>
                <a:latin typeface="Arial"/>
                <a:ea typeface="Arial"/>
                <a:cs typeface="Arial"/>
                <a:sym typeface="Arial"/>
              </a:rPr>
              <a:t>关键应用自动切换至最优链路</a:t>
            </a:r>
            <a:endParaRPr sz="1200">
              <a:solidFill>
                <a:srgbClr val="1D1D1A"/>
              </a:solidFill>
              <a:latin typeface="Arial"/>
              <a:ea typeface="Arial"/>
              <a:cs typeface="Arial"/>
              <a:sym typeface="Arial"/>
            </a:endParaRPr>
          </a:p>
        </p:txBody>
      </p:sp>
      <p:sp>
        <p:nvSpPr>
          <p:cNvPr id="1472" name="Google Shape;1472;p20"/>
          <p:cNvSpPr/>
          <p:nvPr/>
        </p:nvSpPr>
        <p:spPr>
          <a:xfrm>
            <a:off x="8497794" y="4218901"/>
            <a:ext cx="704829" cy="498344"/>
          </a:xfrm>
          <a:custGeom>
            <a:rect b="b" l="l" r="r" t="t"/>
            <a:pathLst>
              <a:path extrusionOk="0" h="11546" w="16330">
                <a:moveTo>
                  <a:pt x="8142" y="0"/>
                </a:moveTo>
                <a:lnTo>
                  <a:pt x="8970" y="46"/>
                </a:lnTo>
                <a:lnTo>
                  <a:pt x="9798" y="138"/>
                </a:lnTo>
                <a:lnTo>
                  <a:pt x="10580" y="368"/>
                </a:lnTo>
                <a:lnTo>
                  <a:pt x="11316" y="644"/>
                </a:lnTo>
                <a:lnTo>
                  <a:pt x="12052" y="967"/>
                </a:lnTo>
                <a:lnTo>
                  <a:pt x="12741" y="1380"/>
                </a:lnTo>
                <a:lnTo>
                  <a:pt x="13340" y="1840"/>
                </a:lnTo>
                <a:lnTo>
                  <a:pt x="13938" y="2392"/>
                </a:lnTo>
                <a:lnTo>
                  <a:pt x="14444" y="2944"/>
                </a:lnTo>
                <a:lnTo>
                  <a:pt x="14950" y="3588"/>
                </a:lnTo>
                <a:lnTo>
                  <a:pt x="15318" y="4278"/>
                </a:lnTo>
                <a:lnTo>
                  <a:pt x="15686" y="4968"/>
                </a:lnTo>
                <a:lnTo>
                  <a:pt x="15962" y="5750"/>
                </a:lnTo>
                <a:lnTo>
                  <a:pt x="16146" y="6532"/>
                </a:lnTo>
                <a:lnTo>
                  <a:pt x="16284" y="7314"/>
                </a:lnTo>
                <a:lnTo>
                  <a:pt x="16330" y="8142"/>
                </a:lnTo>
                <a:lnTo>
                  <a:pt x="16284" y="8878"/>
                </a:lnTo>
                <a:lnTo>
                  <a:pt x="16192" y="9614"/>
                </a:lnTo>
                <a:lnTo>
                  <a:pt x="16007" y="10350"/>
                </a:lnTo>
                <a:lnTo>
                  <a:pt x="15778" y="11040"/>
                </a:lnTo>
                <a:lnTo>
                  <a:pt x="15594" y="11546"/>
                </a:lnTo>
                <a:lnTo>
                  <a:pt x="15088" y="11546"/>
                </a:lnTo>
                <a:lnTo>
                  <a:pt x="1196" y="11546"/>
                </a:lnTo>
                <a:lnTo>
                  <a:pt x="690" y="11546"/>
                </a:lnTo>
                <a:lnTo>
                  <a:pt x="506" y="11040"/>
                </a:lnTo>
                <a:lnTo>
                  <a:pt x="276" y="10350"/>
                </a:lnTo>
                <a:lnTo>
                  <a:pt x="138" y="9614"/>
                </a:lnTo>
                <a:lnTo>
                  <a:pt x="0" y="8878"/>
                </a:lnTo>
                <a:lnTo>
                  <a:pt x="0" y="8142"/>
                </a:lnTo>
                <a:lnTo>
                  <a:pt x="0" y="7314"/>
                </a:lnTo>
                <a:lnTo>
                  <a:pt x="138" y="6532"/>
                </a:lnTo>
                <a:lnTo>
                  <a:pt x="368" y="5750"/>
                </a:lnTo>
                <a:lnTo>
                  <a:pt x="644" y="4968"/>
                </a:lnTo>
                <a:lnTo>
                  <a:pt x="966" y="4278"/>
                </a:lnTo>
                <a:lnTo>
                  <a:pt x="1380" y="3588"/>
                </a:lnTo>
                <a:lnTo>
                  <a:pt x="1840" y="2944"/>
                </a:lnTo>
                <a:lnTo>
                  <a:pt x="2392" y="2392"/>
                </a:lnTo>
                <a:lnTo>
                  <a:pt x="2945" y="1840"/>
                </a:lnTo>
                <a:lnTo>
                  <a:pt x="3589" y="1380"/>
                </a:lnTo>
                <a:lnTo>
                  <a:pt x="4278" y="967"/>
                </a:lnTo>
                <a:lnTo>
                  <a:pt x="4968" y="644"/>
                </a:lnTo>
                <a:lnTo>
                  <a:pt x="5704" y="368"/>
                </a:lnTo>
                <a:lnTo>
                  <a:pt x="6486" y="138"/>
                </a:lnTo>
                <a:lnTo>
                  <a:pt x="7314" y="46"/>
                </a:lnTo>
                <a:lnTo>
                  <a:pt x="8142" y="0"/>
                </a:lnTo>
                <a:close/>
                <a:moveTo>
                  <a:pt x="14812" y="8786"/>
                </a:moveTo>
                <a:lnTo>
                  <a:pt x="13432" y="8786"/>
                </a:lnTo>
                <a:lnTo>
                  <a:pt x="13432" y="7636"/>
                </a:lnTo>
                <a:lnTo>
                  <a:pt x="14812" y="7636"/>
                </a:lnTo>
                <a:lnTo>
                  <a:pt x="14766" y="7084"/>
                </a:lnTo>
                <a:lnTo>
                  <a:pt x="14628" y="6578"/>
                </a:lnTo>
                <a:lnTo>
                  <a:pt x="14490" y="6072"/>
                </a:lnTo>
                <a:lnTo>
                  <a:pt x="14306" y="5612"/>
                </a:lnTo>
                <a:lnTo>
                  <a:pt x="14122" y="5152"/>
                </a:lnTo>
                <a:lnTo>
                  <a:pt x="13892" y="4692"/>
                </a:lnTo>
                <a:lnTo>
                  <a:pt x="13616" y="4278"/>
                </a:lnTo>
                <a:lnTo>
                  <a:pt x="13294" y="3910"/>
                </a:lnTo>
                <a:lnTo>
                  <a:pt x="12328" y="4830"/>
                </a:lnTo>
                <a:lnTo>
                  <a:pt x="11500" y="4048"/>
                </a:lnTo>
                <a:lnTo>
                  <a:pt x="12466" y="3082"/>
                </a:lnTo>
                <a:lnTo>
                  <a:pt x="12098" y="2760"/>
                </a:lnTo>
                <a:lnTo>
                  <a:pt x="11684" y="2484"/>
                </a:lnTo>
                <a:lnTo>
                  <a:pt x="11224" y="2208"/>
                </a:lnTo>
                <a:lnTo>
                  <a:pt x="10764" y="2024"/>
                </a:lnTo>
                <a:lnTo>
                  <a:pt x="10304" y="1840"/>
                </a:lnTo>
                <a:lnTo>
                  <a:pt x="9798" y="1702"/>
                </a:lnTo>
                <a:lnTo>
                  <a:pt x="9292" y="1564"/>
                </a:lnTo>
                <a:lnTo>
                  <a:pt x="8786" y="1518"/>
                </a:lnTo>
                <a:lnTo>
                  <a:pt x="8786" y="2852"/>
                </a:lnTo>
                <a:lnTo>
                  <a:pt x="7636" y="2852"/>
                </a:lnTo>
                <a:lnTo>
                  <a:pt x="7636" y="1518"/>
                </a:lnTo>
                <a:lnTo>
                  <a:pt x="7084" y="1564"/>
                </a:lnTo>
                <a:lnTo>
                  <a:pt x="6578" y="1656"/>
                </a:lnTo>
                <a:lnTo>
                  <a:pt x="6072" y="1794"/>
                </a:lnTo>
                <a:lnTo>
                  <a:pt x="5612" y="1978"/>
                </a:lnTo>
                <a:lnTo>
                  <a:pt x="5152" y="2208"/>
                </a:lnTo>
                <a:lnTo>
                  <a:pt x="4692" y="2438"/>
                </a:lnTo>
                <a:lnTo>
                  <a:pt x="4278" y="2714"/>
                </a:lnTo>
                <a:lnTo>
                  <a:pt x="3864" y="3036"/>
                </a:lnTo>
                <a:lnTo>
                  <a:pt x="4830" y="4002"/>
                </a:lnTo>
                <a:lnTo>
                  <a:pt x="4048" y="4784"/>
                </a:lnTo>
                <a:lnTo>
                  <a:pt x="3082" y="3818"/>
                </a:lnTo>
                <a:lnTo>
                  <a:pt x="2760" y="4232"/>
                </a:lnTo>
                <a:lnTo>
                  <a:pt x="2484" y="4646"/>
                </a:lnTo>
                <a:lnTo>
                  <a:pt x="2208" y="5060"/>
                </a:lnTo>
                <a:lnTo>
                  <a:pt x="2024" y="5520"/>
                </a:lnTo>
                <a:lnTo>
                  <a:pt x="1840" y="6026"/>
                </a:lnTo>
                <a:lnTo>
                  <a:pt x="1656" y="6532"/>
                </a:lnTo>
                <a:lnTo>
                  <a:pt x="1564" y="7038"/>
                </a:lnTo>
                <a:lnTo>
                  <a:pt x="1518" y="7544"/>
                </a:lnTo>
                <a:lnTo>
                  <a:pt x="2852" y="7544"/>
                </a:lnTo>
                <a:lnTo>
                  <a:pt x="2852" y="8694"/>
                </a:lnTo>
                <a:lnTo>
                  <a:pt x="1472" y="8694"/>
                </a:lnTo>
                <a:lnTo>
                  <a:pt x="1564" y="9384"/>
                </a:lnTo>
                <a:lnTo>
                  <a:pt x="1748" y="10028"/>
                </a:lnTo>
                <a:lnTo>
                  <a:pt x="14582" y="10028"/>
                </a:lnTo>
                <a:lnTo>
                  <a:pt x="14720" y="9384"/>
                </a:lnTo>
                <a:lnTo>
                  <a:pt x="14812" y="8786"/>
                </a:lnTo>
                <a:close/>
                <a:moveTo>
                  <a:pt x="7728" y="6670"/>
                </a:moveTo>
                <a:lnTo>
                  <a:pt x="7498" y="6762"/>
                </a:lnTo>
                <a:lnTo>
                  <a:pt x="7314" y="6900"/>
                </a:lnTo>
                <a:lnTo>
                  <a:pt x="7130" y="7038"/>
                </a:lnTo>
                <a:lnTo>
                  <a:pt x="6992" y="7222"/>
                </a:lnTo>
                <a:lnTo>
                  <a:pt x="6853" y="7406"/>
                </a:lnTo>
                <a:lnTo>
                  <a:pt x="6808" y="7636"/>
                </a:lnTo>
                <a:lnTo>
                  <a:pt x="6716" y="7866"/>
                </a:lnTo>
                <a:lnTo>
                  <a:pt x="6716" y="8096"/>
                </a:lnTo>
                <a:lnTo>
                  <a:pt x="6762" y="8418"/>
                </a:lnTo>
                <a:lnTo>
                  <a:pt x="6853" y="8694"/>
                </a:lnTo>
                <a:lnTo>
                  <a:pt x="6992" y="8970"/>
                </a:lnTo>
                <a:lnTo>
                  <a:pt x="7176" y="9200"/>
                </a:lnTo>
                <a:lnTo>
                  <a:pt x="7406" y="9384"/>
                </a:lnTo>
                <a:lnTo>
                  <a:pt x="7636" y="9522"/>
                </a:lnTo>
                <a:lnTo>
                  <a:pt x="7958" y="9614"/>
                </a:lnTo>
                <a:lnTo>
                  <a:pt x="8234" y="9660"/>
                </a:lnTo>
                <a:lnTo>
                  <a:pt x="8556" y="9614"/>
                </a:lnTo>
                <a:lnTo>
                  <a:pt x="8832" y="9522"/>
                </a:lnTo>
                <a:lnTo>
                  <a:pt x="9108" y="9384"/>
                </a:lnTo>
                <a:lnTo>
                  <a:pt x="9338" y="9200"/>
                </a:lnTo>
                <a:lnTo>
                  <a:pt x="9522" y="8970"/>
                </a:lnTo>
                <a:lnTo>
                  <a:pt x="9660" y="8694"/>
                </a:lnTo>
                <a:lnTo>
                  <a:pt x="9752" y="8418"/>
                </a:lnTo>
                <a:lnTo>
                  <a:pt x="9798" y="8096"/>
                </a:lnTo>
                <a:lnTo>
                  <a:pt x="9752" y="7866"/>
                </a:lnTo>
                <a:lnTo>
                  <a:pt x="9706" y="7590"/>
                </a:lnTo>
                <a:lnTo>
                  <a:pt x="10902" y="2806"/>
                </a:lnTo>
                <a:lnTo>
                  <a:pt x="7728" y="6670"/>
                </a:ln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grpSp>
        <p:nvGrpSpPr>
          <p:cNvPr id="1473" name="Google Shape;1473;p20"/>
          <p:cNvGrpSpPr/>
          <p:nvPr/>
        </p:nvGrpSpPr>
        <p:grpSpPr>
          <a:xfrm>
            <a:off x="8497793" y="2300562"/>
            <a:ext cx="700087" cy="647405"/>
            <a:chOff x="1814513" y="4951413"/>
            <a:chExt cx="949325" cy="877888"/>
          </a:xfrm>
        </p:grpSpPr>
        <p:sp>
          <p:nvSpPr>
            <p:cNvPr id="1474" name="Google Shape;1474;p20"/>
            <p:cNvSpPr/>
            <p:nvPr/>
          </p:nvSpPr>
          <p:spPr>
            <a:xfrm>
              <a:off x="2514600" y="5402263"/>
              <a:ext cx="249238" cy="249238"/>
            </a:xfrm>
            <a:custGeom>
              <a:rect b="b" l="l" r="r" t="t"/>
              <a:pathLst>
                <a:path extrusionOk="0" h="529" w="530">
                  <a:moveTo>
                    <a:pt x="149" y="64"/>
                  </a:moveTo>
                  <a:cubicBezTo>
                    <a:pt x="38" y="128"/>
                    <a:pt x="0" y="269"/>
                    <a:pt x="64" y="380"/>
                  </a:cubicBezTo>
                  <a:cubicBezTo>
                    <a:pt x="128" y="491"/>
                    <a:pt x="270" y="529"/>
                    <a:pt x="381" y="465"/>
                  </a:cubicBezTo>
                  <a:cubicBezTo>
                    <a:pt x="492" y="401"/>
                    <a:pt x="530" y="259"/>
                    <a:pt x="466" y="148"/>
                  </a:cubicBezTo>
                  <a:cubicBezTo>
                    <a:pt x="402" y="38"/>
                    <a:pt x="260" y="0"/>
                    <a:pt x="149" y="64"/>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sp>
          <p:nvSpPr>
            <p:cNvPr id="1475" name="Google Shape;1475;p20"/>
            <p:cNvSpPr/>
            <p:nvPr/>
          </p:nvSpPr>
          <p:spPr>
            <a:xfrm>
              <a:off x="2378075" y="5095875"/>
              <a:ext cx="304800" cy="485775"/>
            </a:xfrm>
            <a:custGeom>
              <a:rect b="b" l="l" r="r" t="t"/>
              <a:pathLst>
                <a:path extrusionOk="0" h="1033" w="650">
                  <a:moveTo>
                    <a:pt x="36" y="16"/>
                  </a:moveTo>
                  <a:cubicBezTo>
                    <a:pt x="36" y="16"/>
                    <a:pt x="36" y="16"/>
                    <a:pt x="36" y="16"/>
                  </a:cubicBezTo>
                  <a:cubicBezTo>
                    <a:pt x="7" y="33"/>
                    <a:pt x="0" y="74"/>
                    <a:pt x="20" y="109"/>
                  </a:cubicBezTo>
                  <a:cubicBezTo>
                    <a:pt x="526" y="985"/>
                    <a:pt x="526" y="985"/>
                    <a:pt x="526" y="985"/>
                  </a:cubicBezTo>
                  <a:cubicBezTo>
                    <a:pt x="546" y="1019"/>
                    <a:pt x="585" y="1033"/>
                    <a:pt x="614" y="1017"/>
                  </a:cubicBezTo>
                  <a:cubicBezTo>
                    <a:pt x="614" y="1017"/>
                    <a:pt x="614" y="1017"/>
                    <a:pt x="614" y="1017"/>
                  </a:cubicBezTo>
                  <a:cubicBezTo>
                    <a:pt x="643" y="1000"/>
                    <a:pt x="650" y="959"/>
                    <a:pt x="630" y="925"/>
                  </a:cubicBezTo>
                  <a:cubicBezTo>
                    <a:pt x="124" y="49"/>
                    <a:pt x="124" y="49"/>
                    <a:pt x="124" y="49"/>
                  </a:cubicBezTo>
                  <a:cubicBezTo>
                    <a:pt x="104" y="14"/>
                    <a:pt x="65" y="0"/>
                    <a:pt x="36" y="16"/>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sp>
          <p:nvSpPr>
            <p:cNvPr id="1476" name="Google Shape;1476;p20"/>
            <p:cNvSpPr/>
            <p:nvPr/>
          </p:nvSpPr>
          <p:spPr>
            <a:xfrm>
              <a:off x="2254250" y="4951413"/>
              <a:ext cx="249238" cy="247650"/>
            </a:xfrm>
            <a:custGeom>
              <a:rect b="b" l="l" r="r" t="t"/>
              <a:pathLst>
                <a:path extrusionOk="0" h="529" w="530">
                  <a:moveTo>
                    <a:pt x="149" y="64"/>
                  </a:moveTo>
                  <a:cubicBezTo>
                    <a:pt x="38" y="128"/>
                    <a:pt x="0" y="269"/>
                    <a:pt x="64" y="380"/>
                  </a:cubicBezTo>
                  <a:cubicBezTo>
                    <a:pt x="128" y="491"/>
                    <a:pt x="270" y="529"/>
                    <a:pt x="381" y="465"/>
                  </a:cubicBezTo>
                  <a:cubicBezTo>
                    <a:pt x="492" y="401"/>
                    <a:pt x="530" y="259"/>
                    <a:pt x="466" y="148"/>
                  </a:cubicBezTo>
                  <a:cubicBezTo>
                    <a:pt x="402" y="38"/>
                    <a:pt x="260" y="0"/>
                    <a:pt x="149" y="64"/>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sp>
          <p:nvSpPr>
            <p:cNvPr id="1477" name="Google Shape;1477;p20"/>
            <p:cNvSpPr/>
            <p:nvPr/>
          </p:nvSpPr>
          <p:spPr>
            <a:xfrm>
              <a:off x="1814513" y="5224463"/>
              <a:ext cx="606425" cy="604838"/>
            </a:xfrm>
            <a:custGeom>
              <a:rect b="b" l="l" r="r" t="t"/>
              <a:pathLst>
                <a:path extrusionOk="0" h="1288" w="1291">
                  <a:moveTo>
                    <a:pt x="646" y="0"/>
                  </a:moveTo>
                  <a:cubicBezTo>
                    <a:pt x="626" y="0"/>
                    <a:pt x="606" y="0"/>
                    <a:pt x="586" y="3"/>
                  </a:cubicBezTo>
                  <a:cubicBezTo>
                    <a:pt x="567" y="5"/>
                    <a:pt x="553" y="21"/>
                    <a:pt x="552" y="41"/>
                  </a:cubicBezTo>
                  <a:cubicBezTo>
                    <a:pt x="552" y="107"/>
                    <a:pt x="552" y="107"/>
                    <a:pt x="552" y="107"/>
                  </a:cubicBezTo>
                  <a:cubicBezTo>
                    <a:pt x="552" y="124"/>
                    <a:pt x="540" y="138"/>
                    <a:pt x="523" y="143"/>
                  </a:cubicBezTo>
                  <a:cubicBezTo>
                    <a:pt x="502" y="148"/>
                    <a:pt x="502" y="148"/>
                    <a:pt x="502" y="148"/>
                  </a:cubicBezTo>
                  <a:cubicBezTo>
                    <a:pt x="485" y="153"/>
                    <a:pt x="468" y="147"/>
                    <a:pt x="459" y="132"/>
                  </a:cubicBezTo>
                  <a:cubicBezTo>
                    <a:pt x="425" y="75"/>
                    <a:pt x="425" y="75"/>
                    <a:pt x="425" y="75"/>
                  </a:cubicBezTo>
                  <a:cubicBezTo>
                    <a:pt x="415" y="58"/>
                    <a:pt x="393" y="51"/>
                    <a:pt x="377" y="59"/>
                  </a:cubicBezTo>
                  <a:cubicBezTo>
                    <a:pt x="341" y="76"/>
                    <a:pt x="306" y="96"/>
                    <a:pt x="272" y="120"/>
                  </a:cubicBezTo>
                  <a:cubicBezTo>
                    <a:pt x="256" y="131"/>
                    <a:pt x="251" y="151"/>
                    <a:pt x="261" y="169"/>
                  </a:cubicBezTo>
                  <a:cubicBezTo>
                    <a:pt x="295" y="226"/>
                    <a:pt x="295" y="226"/>
                    <a:pt x="295" y="226"/>
                  </a:cubicBezTo>
                  <a:cubicBezTo>
                    <a:pt x="303" y="241"/>
                    <a:pt x="302" y="259"/>
                    <a:pt x="289" y="272"/>
                  </a:cubicBezTo>
                  <a:cubicBezTo>
                    <a:pt x="283" y="277"/>
                    <a:pt x="280" y="281"/>
                    <a:pt x="274" y="287"/>
                  </a:cubicBezTo>
                  <a:cubicBezTo>
                    <a:pt x="264" y="298"/>
                    <a:pt x="245" y="302"/>
                    <a:pt x="230" y="293"/>
                  </a:cubicBezTo>
                  <a:cubicBezTo>
                    <a:pt x="171" y="259"/>
                    <a:pt x="171" y="259"/>
                    <a:pt x="171" y="259"/>
                  </a:cubicBezTo>
                  <a:cubicBezTo>
                    <a:pt x="154" y="249"/>
                    <a:pt x="133" y="255"/>
                    <a:pt x="121" y="271"/>
                  </a:cubicBezTo>
                  <a:cubicBezTo>
                    <a:pt x="109" y="287"/>
                    <a:pt x="99" y="304"/>
                    <a:pt x="89" y="322"/>
                  </a:cubicBezTo>
                  <a:cubicBezTo>
                    <a:pt x="79" y="339"/>
                    <a:pt x="68" y="356"/>
                    <a:pt x="61" y="375"/>
                  </a:cubicBezTo>
                  <a:cubicBezTo>
                    <a:pt x="53" y="394"/>
                    <a:pt x="58" y="415"/>
                    <a:pt x="76" y="425"/>
                  </a:cubicBezTo>
                  <a:cubicBezTo>
                    <a:pt x="134" y="458"/>
                    <a:pt x="134" y="458"/>
                    <a:pt x="134" y="458"/>
                  </a:cubicBezTo>
                  <a:cubicBezTo>
                    <a:pt x="150" y="467"/>
                    <a:pt x="155" y="482"/>
                    <a:pt x="151" y="500"/>
                  </a:cubicBezTo>
                  <a:cubicBezTo>
                    <a:pt x="149" y="508"/>
                    <a:pt x="147" y="512"/>
                    <a:pt x="145" y="520"/>
                  </a:cubicBezTo>
                  <a:cubicBezTo>
                    <a:pt x="141" y="538"/>
                    <a:pt x="127" y="548"/>
                    <a:pt x="109" y="548"/>
                  </a:cubicBezTo>
                  <a:cubicBezTo>
                    <a:pt x="42" y="547"/>
                    <a:pt x="42" y="547"/>
                    <a:pt x="42" y="547"/>
                  </a:cubicBezTo>
                  <a:cubicBezTo>
                    <a:pt x="22" y="547"/>
                    <a:pt x="7" y="562"/>
                    <a:pt x="5" y="581"/>
                  </a:cubicBezTo>
                  <a:cubicBezTo>
                    <a:pt x="1" y="623"/>
                    <a:pt x="0" y="663"/>
                    <a:pt x="5" y="703"/>
                  </a:cubicBezTo>
                  <a:cubicBezTo>
                    <a:pt x="7" y="722"/>
                    <a:pt x="23" y="736"/>
                    <a:pt x="43" y="737"/>
                  </a:cubicBezTo>
                  <a:cubicBezTo>
                    <a:pt x="110" y="737"/>
                    <a:pt x="110" y="737"/>
                    <a:pt x="110" y="737"/>
                  </a:cubicBezTo>
                  <a:cubicBezTo>
                    <a:pt x="127" y="737"/>
                    <a:pt x="141" y="749"/>
                    <a:pt x="145" y="766"/>
                  </a:cubicBezTo>
                  <a:cubicBezTo>
                    <a:pt x="151" y="787"/>
                    <a:pt x="151" y="787"/>
                    <a:pt x="151" y="787"/>
                  </a:cubicBezTo>
                  <a:cubicBezTo>
                    <a:pt x="155" y="804"/>
                    <a:pt x="149" y="821"/>
                    <a:pt x="135" y="830"/>
                  </a:cubicBezTo>
                  <a:cubicBezTo>
                    <a:pt x="77" y="864"/>
                    <a:pt x="77" y="864"/>
                    <a:pt x="77" y="864"/>
                  </a:cubicBezTo>
                  <a:cubicBezTo>
                    <a:pt x="60" y="874"/>
                    <a:pt x="53" y="896"/>
                    <a:pt x="61" y="912"/>
                  </a:cubicBezTo>
                  <a:cubicBezTo>
                    <a:pt x="78" y="948"/>
                    <a:pt x="98" y="983"/>
                    <a:pt x="122" y="1017"/>
                  </a:cubicBezTo>
                  <a:cubicBezTo>
                    <a:pt x="133" y="1033"/>
                    <a:pt x="154" y="1038"/>
                    <a:pt x="171" y="1028"/>
                  </a:cubicBezTo>
                  <a:cubicBezTo>
                    <a:pt x="228" y="994"/>
                    <a:pt x="228" y="994"/>
                    <a:pt x="228" y="994"/>
                  </a:cubicBezTo>
                  <a:cubicBezTo>
                    <a:pt x="243" y="986"/>
                    <a:pt x="262" y="987"/>
                    <a:pt x="274" y="1000"/>
                  </a:cubicBezTo>
                  <a:cubicBezTo>
                    <a:pt x="280" y="1006"/>
                    <a:pt x="283" y="1009"/>
                    <a:pt x="289" y="1015"/>
                  </a:cubicBezTo>
                  <a:cubicBezTo>
                    <a:pt x="300" y="1025"/>
                    <a:pt x="304" y="1044"/>
                    <a:pt x="295" y="1059"/>
                  </a:cubicBezTo>
                  <a:cubicBezTo>
                    <a:pt x="261" y="1118"/>
                    <a:pt x="261" y="1118"/>
                    <a:pt x="261" y="1118"/>
                  </a:cubicBezTo>
                  <a:cubicBezTo>
                    <a:pt x="251" y="1135"/>
                    <a:pt x="257" y="1156"/>
                    <a:pt x="273" y="1168"/>
                  </a:cubicBezTo>
                  <a:cubicBezTo>
                    <a:pt x="289" y="1180"/>
                    <a:pt x="307" y="1190"/>
                    <a:pt x="324" y="1200"/>
                  </a:cubicBezTo>
                  <a:cubicBezTo>
                    <a:pt x="342" y="1210"/>
                    <a:pt x="359" y="1220"/>
                    <a:pt x="377" y="1228"/>
                  </a:cubicBezTo>
                  <a:cubicBezTo>
                    <a:pt x="396" y="1236"/>
                    <a:pt x="417" y="1231"/>
                    <a:pt x="427" y="1213"/>
                  </a:cubicBezTo>
                  <a:cubicBezTo>
                    <a:pt x="461" y="1154"/>
                    <a:pt x="461" y="1154"/>
                    <a:pt x="461" y="1154"/>
                  </a:cubicBezTo>
                  <a:cubicBezTo>
                    <a:pt x="470" y="1139"/>
                    <a:pt x="485" y="1134"/>
                    <a:pt x="502" y="1138"/>
                  </a:cubicBezTo>
                  <a:cubicBezTo>
                    <a:pt x="510" y="1140"/>
                    <a:pt x="514" y="1142"/>
                    <a:pt x="522" y="1144"/>
                  </a:cubicBezTo>
                  <a:cubicBezTo>
                    <a:pt x="540" y="1148"/>
                    <a:pt x="551" y="1162"/>
                    <a:pt x="550" y="1180"/>
                  </a:cubicBezTo>
                  <a:cubicBezTo>
                    <a:pt x="550" y="1247"/>
                    <a:pt x="550" y="1247"/>
                    <a:pt x="550" y="1247"/>
                  </a:cubicBezTo>
                  <a:cubicBezTo>
                    <a:pt x="550" y="1267"/>
                    <a:pt x="564" y="1282"/>
                    <a:pt x="583" y="1283"/>
                  </a:cubicBezTo>
                  <a:cubicBezTo>
                    <a:pt x="625" y="1288"/>
                    <a:pt x="666" y="1288"/>
                    <a:pt x="705" y="1284"/>
                  </a:cubicBezTo>
                  <a:cubicBezTo>
                    <a:pt x="725" y="1282"/>
                    <a:pt x="739" y="1266"/>
                    <a:pt x="739" y="1246"/>
                  </a:cubicBezTo>
                  <a:cubicBezTo>
                    <a:pt x="740" y="1179"/>
                    <a:pt x="740" y="1179"/>
                    <a:pt x="740" y="1179"/>
                  </a:cubicBezTo>
                  <a:cubicBezTo>
                    <a:pt x="740" y="1162"/>
                    <a:pt x="751" y="1148"/>
                    <a:pt x="769" y="1144"/>
                  </a:cubicBezTo>
                  <a:cubicBezTo>
                    <a:pt x="789" y="1138"/>
                    <a:pt x="789" y="1138"/>
                    <a:pt x="789" y="1138"/>
                  </a:cubicBezTo>
                  <a:cubicBezTo>
                    <a:pt x="807" y="1134"/>
                    <a:pt x="824" y="1140"/>
                    <a:pt x="832" y="1154"/>
                  </a:cubicBezTo>
                  <a:cubicBezTo>
                    <a:pt x="866" y="1211"/>
                    <a:pt x="866" y="1211"/>
                    <a:pt x="866" y="1211"/>
                  </a:cubicBezTo>
                  <a:cubicBezTo>
                    <a:pt x="876" y="1229"/>
                    <a:pt x="898" y="1236"/>
                    <a:pt x="914" y="1228"/>
                  </a:cubicBezTo>
                  <a:cubicBezTo>
                    <a:pt x="950" y="1211"/>
                    <a:pt x="986" y="1191"/>
                    <a:pt x="1019" y="1167"/>
                  </a:cubicBezTo>
                  <a:cubicBezTo>
                    <a:pt x="1035" y="1156"/>
                    <a:pt x="1041" y="1135"/>
                    <a:pt x="1030" y="1118"/>
                  </a:cubicBezTo>
                  <a:cubicBezTo>
                    <a:pt x="996" y="1061"/>
                    <a:pt x="996" y="1061"/>
                    <a:pt x="996" y="1061"/>
                  </a:cubicBezTo>
                  <a:cubicBezTo>
                    <a:pt x="988" y="1046"/>
                    <a:pt x="989" y="1027"/>
                    <a:pt x="1003" y="1015"/>
                  </a:cubicBezTo>
                  <a:cubicBezTo>
                    <a:pt x="1008" y="1009"/>
                    <a:pt x="1012" y="1006"/>
                    <a:pt x="1017" y="1000"/>
                  </a:cubicBezTo>
                  <a:cubicBezTo>
                    <a:pt x="1027" y="989"/>
                    <a:pt x="1046" y="985"/>
                    <a:pt x="1061" y="994"/>
                  </a:cubicBezTo>
                  <a:cubicBezTo>
                    <a:pt x="1120" y="1028"/>
                    <a:pt x="1120" y="1028"/>
                    <a:pt x="1120" y="1028"/>
                  </a:cubicBezTo>
                  <a:cubicBezTo>
                    <a:pt x="1138" y="1038"/>
                    <a:pt x="1158" y="1032"/>
                    <a:pt x="1170" y="1016"/>
                  </a:cubicBezTo>
                  <a:cubicBezTo>
                    <a:pt x="1183" y="1000"/>
                    <a:pt x="1193" y="982"/>
                    <a:pt x="1203" y="965"/>
                  </a:cubicBezTo>
                  <a:cubicBezTo>
                    <a:pt x="1213" y="948"/>
                    <a:pt x="1223" y="930"/>
                    <a:pt x="1231" y="911"/>
                  </a:cubicBezTo>
                  <a:cubicBezTo>
                    <a:pt x="1239" y="893"/>
                    <a:pt x="1233" y="872"/>
                    <a:pt x="1216" y="862"/>
                  </a:cubicBezTo>
                  <a:cubicBezTo>
                    <a:pt x="1157" y="828"/>
                    <a:pt x="1157" y="828"/>
                    <a:pt x="1157" y="828"/>
                  </a:cubicBezTo>
                  <a:cubicBezTo>
                    <a:pt x="1142" y="819"/>
                    <a:pt x="1136" y="805"/>
                    <a:pt x="1140" y="787"/>
                  </a:cubicBezTo>
                  <a:cubicBezTo>
                    <a:pt x="1142" y="779"/>
                    <a:pt x="1144" y="774"/>
                    <a:pt x="1146" y="767"/>
                  </a:cubicBezTo>
                  <a:cubicBezTo>
                    <a:pt x="1150" y="749"/>
                    <a:pt x="1164" y="738"/>
                    <a:pt x="1182" y="739"/>
                  </a:cubicBezTo>
                  <a:cubicBezTo>
                    <a:pt x="1249" y="739"/>
                    <a:pt x="1249" y="739"/>
                    <a:pt x="1249" y="739"/>
                  </a:cubicBezTo>
                  <a:cubicBezTo>
                    <a:pt x="1269" y="739"/>
                    <a:pt x="1284" y="724"/>
                    <a:pt x="1286" y="705"/>
                  </a:cubicBezTo>
                  <a:cubicBezTo>
                    <a:pt x="1290" y="664"/>
                    <a:pt x="1291" y="623"/>
                    <a:pt x="1286" y="584"/>
                  </a:cubicBezTo>
                  <a:cubicBezTo>
                    <a:pt x="1284" y="564"/>
                    <a:pt x="1268" y="550"/>
                    <a:pt x="1248" y="550"/>
                  </a:cubicBezTo>
                  <a:cubicBezTo>
                    <a:pt x="1181" y="549"/>
                    <a:pt x="1181" y="549"/>
                    <a:pt x="1181" y="549"/>
                  </a:cubicBezTo>
                  <a:cubicBezTo>
                    <a:pt x="1165" y="549"/>
                    <a:pt x="1151" y="537"/>
                    <a:pt x="1146" y="520"/>
                  </a:cubicBezTo>
                  <a:cubicBezTo>
                    <a:pt x="1140" y="500"/>
                    <a:pt x="1140" y="500"/>
                    <a:pt x="1140" y="500"/>
                  </a:cubicBezTo>
                  <a:cubicBezTo>
                    <a:pt x="1136" y="482"/>
                    <a:pt x="1142" y="465"/>
                    <a:pt x="1157" y="457"/>
                  </a:cubicBezTo>
                  <a:cubicBezTo>
                    <a:pt x="1214" y="423"/>
                    <a:pt x="1214" y="423"/>
                    <a:pt x="1214" y="423"/>
                  </a:cubicBezTo>
                  <a:cubicBezTo>
                    <a:pt x="1231" y="413"/>
                    <a:pt x="1238" y="391"/>
                    <a:pt x="1230" y="374"/>
                  </a:cubicBezTo>
                  <a:cubicBezTo>
                    <a:pt x="1213" y="339"/>
                    <a:pt x="1193" y="303"/>
                    <a:pt x="1169" y="269"/>
                  </a:cubicBezTo>
                  <a:cubicBezTo>
                    <a:pt x="1158" y="254"/>
                    <a:pt x="1138" y="248"/>
                    <a:pt x="1120" y="259"/>
                  </a:cubicBezTo>
                  <a:cubicBezTo>
                    <a:pt x="1063" y="292"/>
                    <a:pt x="1063" y="292"/>
                    <a:pt x="1063" y="292"/>
                  </a:cubicBezTo>
                  <a:cubicBezTo>
                    <a:pt x="1048" y="301"/>
                    <a:pt x="1030" y="299"/>
                    <a:pt x="1017" y="286"/>
                  </a:cubicBezTo>
                  <a:cubicBezTo>
                    <a:pt x="1012" y="280"/>
                    <a:pt x="1008" y="277"/>
                    <a:pt x="1002" y="272"/>
                  </a:cubicBezTo>
                  <a:cubicBezTo>
                    <a:pt x="1000" y="270"/>
                    <a:pt x="999" y="268"/>
                    <a:pt x="998" y="266"/>
                  </a:cubicBezTo>
                  <a:cubicBezTo>
                    <a:pt x="967" y="318"/>
                    <a:pt x="937" y="370"/>
                    <a:pt x="906" y="422"/>
                  </a:cubicBezTo>
                  <a:cubicBezTo>
                    <a:pt x="997" y="529"/>
                    <a:pt x="1016" y="686"/>
                    <a:pt x="942" y="814"/>
                  </a:cubicBezTo>
                  <a:cubicBezTo>
                    <a:pt x="847" y="977"/>
                    <a:pt x="638" y="1033"/>
                    <a:pt x="475" y="939"/>
                  </a:cubicBezTo>
                  <a:cubicBezTo>
                    <a:pt x="312" y="845"/>
                    <a:pt x="256" y="636"/>
                    <a:pt x="350" y="472"/>
                  </a:cubicBezTo>
                  <a:cubicBezTo>
                    <a:pt x="423" y="345"/>
                    <a:pt x="568" y="283"/>
                    <a:pt x="705" y="307"/>
                  </a:cubicBezTo>
                  <a:cubicBezTo>
                    <a:pt x="735" y="254"/>
                    <a:pt x="766" y="202"/>
                    <a:pt x="796" y="150"/>
                  </a:cubicBezTo>
                  <a:cubicBezTo>
                    <a:pt x="794" y="150"/>
                    <a:pt x="792" y="149"/>
                    <a:pt x="789" y="149"/>
                  </a:cubicBezTo>
                  <a:cubicBezTo>
                    <a:pt x="781" y="147"/>
                    <a:pt x="777" y="145"/>
                    <a:pt x="769" y="143"/>
                  </a:cubicBezTo>
                  <a:cubicBezTo>
                    <a:pt x="751" y="139"/>
                    <a:pt x="741" y="125"/>
                    <a:pt x="741" y="106"/>
                  </a:cubicBezTo>
                  <a:cubicBezTo>
                    <a:pt x="741" y="40"/>
                    <a:pt x="741" y="40"/>
                    <a:pt x="741" y="40"/>
                  </a:cubicBezTo>
                  <a:cubicBezTo>
                    <a:pt x="742" y="20"/>
                    <a:pt x="727" y="5"/>
                    <a:pt x="708" y="3"/>
                  </a:cubicBezTo>
                  <a:cubicBezTo>
                    <a:pt x="687" y="1"/>
                    <a:pt x="667" y="0"/>
                    <a:pt x="646" y="0"/>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sp>
          <p:nvSpPr>
            <p:cNvPr id="1478" name="Google Shape;1478;p20"/>
            <p:cNvSpPr/>
            <p:nvPr/>
          </p:nvSpPr>
          <p:spPr>
            <a:xfrm>
              <a:off x="1992313" y="5402263"/>
              <a:ext cx="249238" cy="249238"/>
            </a:xfrm>
            <a:custGeom>
              <a:rect b="b" l="l" r="r" t="t"/>
              <a:pathLst>
                <a:path extrusionOk="0" h="529" w="529">
                  <a:moveTo>
                    <a:pt x="381" y="64"/>
                  </a:moveTo>
                  <a:cubicBezTo>
                    <a:pt x="491" y="128"/>
                    <a:pt x="529" y="269"/>
                    <a:pt x="465" y="380"/>
                  </a:cubicBezTo>
                  <a:cubicBezTo>
                    <a:pt x="401" y="491"/>
                    <a:pt x="260" y="529"/>
                    <a:pt x="149" y="465"/>
                  </a:cubicBezTo>
                  <a:cubicBezTo>
                    <a:pt x="38" y="401"/>
                    <a:pt x="0" y="259"/>
                    <a:pt x="64" y="148"/>
                  </a:cubicBezTo>
                  <a:cubicBezTo>
                    <a:pt x="128" y="38"/>
                    <a:pt x="270" y="0"/>
                    <a:pt x="381" y="64"/>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sp>
          <p:nvSpPr>
            <p:cNvPr id="1479" name="Google Shape;1479;p20"/>
            <p:cNvSpPr/>
            <p:nvPr/>
          </p:nvSpPr>
          <p:spPr>
            <a:xfrm>
              <a:off x="2073275" y="5095875"/>
              <a:ext cx="304800" cy="485775"/>
            </a:xfrm>
            <a:custGeom>
              <a:rect b="b" l="l" r="r" t="t"/>
              <a:pathLst>
                <a:path extrusionOk="0" h="1033" w="650">
                  <a:moveTo>
                    <a:pt x="614" y="16"/>
                  </a:moveTo>
                  <a:cubicBezTo>
                    <a:pt x="614" y="16"/>
                    <a:pt x="614" y="16"/>
                    <a:pt x="614" y="16"/>
                  </a:cubicBezTo>
                  <a:cubicBezTo>
                    <a:pt x="642" y="33"/>
                    <a:pt x="650" y="74"/>
                    <a:pt x="630" y="109"/>
                  </a:cubicBezTo>
                  <a:cubicBezTo>
                    <a:pt x="124" y="985"/>
                    <a:pt x="124" y="985"/>
                    <a:pt x="124" y="985"/>
                  </a:cubicBezTo>
                  <a:cubicBezTo>
                    <a:pt x="104" y="1019"/>
                    <a:pt x="65" y="1033"/>
                    <a:pt x="36" y="1017"/>
                  </a:cubicBezTo>
                  <a:cubicBezTo>
                    <a:pt x="36" y="1017"/>
                    <a:pt x="36" y="1017"/>
                    <a:pt x="36" y="1017"/>
                  </a:cubicBezTo>
                  <a:cubicBezTo>
                    <a:pt x="7" y="1000"/>
                    <a:pt x="0" y="959"/>
                    <a:pt x="20" y="925"/>
                  </a:cubicBezTo>
                  <a:cubicBezTo>
                    <a:pt x="526" y="49"/>
                    <a:pt x="526" y="49"/>
                    <a:pt x="526" y="49"/>
                  </a:cubicBezTo>
                  <a:cubicBezTo>
                    <a:pt x="546" y="14"/>
                    <a:pt x="585" y="0"/>
                    <a:pt x="614" y="16"/>
                  </a:cubicBezTo>
                  <a:close/>
                </a:path>
              </a:pathLst>
            </a:custGeom>
            <a:solidFill>
              <a:srgbClr val="E57B84"/>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rgbClr val="1D1D1A"/>
                </a:solidFill>
                <a:latin typeface="Arial"/>
                <a:ea typeface="Arial"/>
                <a:cs typeface="Arial"/>
                <a:sym typeface="Arial"/>
              </a:endParaRPr>
            </a:p>
          </p:txBody>
        </p:sp>
      </p:grpSp>
      <p:sp>
        <p:nvSpPr>
          <p:cNvPr id="1480" name="Google Shape;1480;p20"/>
          <p:cNvSpPr txBox="1"/>
          <p:nvPr/>
        </p:nvSpPr>
        <p:spPr>
          <a:xfrm>
            <a:off x="8248650" y="1209822"/>
            <a:ext cx="2990850" cy="553998"/>
          </a:xfrm>
          <a:prstGeom prst="rect">
            <a:avLst/>
          </a:prstGeom>
          <a:solidFill>
            <a:srgbClr val="FBA000"/>
          </a:solidFill>
          <a:ln>
            <a:noFill/>
          </a:ln>
        </p:spPr>
        <p:txBody>
          <a:bodyPr anchorCtr="0" anchor="ctr" bIns="31725" lIns="31725" spcFirstLastPara="1" rIns="31725" wrap="square" tIns="31725">
            <a:noAutofit/>
          </a:bodyPr>
          <a:lstStyle/>
          <a:p>
            <a:pPr indent="0" lvl="0" marL="0" marR="0" rtl="0" algn="ctr">
              <a:lnSpc>
                <a:spcPct val="150000"/>
              </a:lnSpc>
              <a:spcBef>
                <a:spcPts val="0"/>
              </a:spcBef>
              <a:spcAft>
                <a:spcPts val="0"/>
              </a:spcAft>
              <a:buNone/>
            </a:pPr>
            <a:r>
              <a:rPr b="1" lang="en-US" sz="2000">
                <a:solidFill>
                  <a:srgbClr val="FFFFFF"/>
                </a:solidFill>
                <a:latin typeface="Arial"/>
                <a:ea typeface="Arial"/>
                <a:cs typeface="Arial"/>
                <a:sym typeface="Arial"/>
              </a:rPr>
              <a:t>客户价值</a:t>
            </a:r>
            <a:endParaRPr b="1" sz="2000">
              <a:solidFill>
                <a:srgbClr val="FFFFFF"/>
              </a:solidFill>
              <a:latin typeface="Arial"/>
              <a:ea typeface="Arial"/>
              <a:cs typeface="Arial"/>
              <a:sym typeface="Arial"/>
            </a:endParaRPr>
          </a:p>
        </p:txBody>
      </p:sp>
      <p:sp>
        <p:nvSpPr>
          <p:cNvPr id="1481" name="Google Shape;1481;p20"/>
          <p:cNvSpPr txBox="1"/>
          <p:nvPr/>
        </p:nvSpPr>
        <p:spPr>
          <a:xfrm>
            <a:off x="9344325" y="4106637"/>
            <a:ext cx="2798763" cy="4723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00000"/>
              </a:buClr>
              <a:buSzPts val="2799"/>
              <a:buFont typeface="Arial"/>
              <a:buNone/>
            </a:pPr>
            <a:r>
              <a:rPr b="1" lang="en-US" sz="2799">
                <a:solidFill>
                  <a:srgbClr val="C00000"/>
                </a:solidFill>
                <a:latin typeface="Arial"/>
                <a:ea typeface="Arial"/>
                <a:cs typeface="Arial"/>
                <a:sym typeface="Arial"/>
              </a:rPr>
              <a:t>&gt; 90% </a:t>
            </a:r>
            <a:endParaRPr/>
          </a:p>
          <a:p>
            <a:pPr indent="0" lvl="0" marL="0" marR="0" rtl="0" algn="l">
              <a:lnSpc>
                <a:spcPct val="100000"/>
              </a:lnSpc>
              <a:spcBef>
                <a:spcPts val="0"/>
              </a:spcBef>
              <a:spcAft>
                <a:spcPts val="0"/>
              </a:spcAft>
              <a:buClr>
                <a:srgbClr val="1D1D1A"/>
              </a:buClr>
              <a:buSzPts val="1600"/>
              <a:buFont typeface="Arial"/>
              <a:buNone/>
            </a:pPr>
            <a:r>
              <a:rPr lang="en-US" sz="1600">
                <a:solidFill>
                  <a:srgbClr val="1D1D1A"/>
                </a:solidFill>
                <a:latin typeface="Microsoft Yahei"/>
                <a:ea typeface="Microsoft Yahei"/>
                <a:cs typeface="Microsoft Yahei"/>
                <a:sym typeface="Microsoft Yahei"/>
              </a:rPr>
              <a:t>带宽利用率</a:t>
            </a:r>
            <a:endParaRPr/>
          </a:p>
        </p:txBody>
      </p:sp>
      <p:sp>
        <p:nvSpPr>
          <p:cNvPr id="1482" name="Google Shape;1482;p20"/>
          <p:cNvSpPr txBox="1"/>
          <p:nvPr/>
        </p:nvSpPr>
        <p:spPr>
          <a:xfrm>
            <a:off x="8432040" y="5034084"/>
            <a:ext cx="2456093" cy="472334"/>
          </a:xfrm>
          <a:prstGeom prst="rect">
            <a:avLst/>
          </a:prstGeom>
          <a:noFill/>
          <a:ln>
            <a:noFill/>
          </a:ln>
        </p:spPr>
        <p:txBody>
          <a:bodyPr anchorCtr="0" anchor="t" bIns="0" lIns="0" spcFirstLastPara="1" rIns="0" wrap="square" tIns="0">
            <a:noAutofit/>
          </a:bodyPr>
          <a:lstStyle/>
          <a:p>
            <a:pPr indent="-285750" lvl="0" marL="285750" marR="0" rtl="0" algn="l">
              <a:lnSpc>
                <a:spcPct val="150000"/>
              </a:lnSpc>
              <a:spcBef>
                <a:spcPts val="0"/>
              </a:spcBef>
              <a:spcAft>
                <a:spcPts val="0"/>
              </a:spcAft>
              <a:buClr>
                <a:srgbClr val="1D1D1A"/>
              </a:buClr>
              <a:buSzPts val="1200"/>
              <a:buFont typeface="Arial"/>
              <a:buChar char="•"/>
            </a:pPr>
            <a:r>
              <a:rPr lang="en-US" sz="1200">
                <a:solidFill>
                  <a:srgbClr val="1D1D1A"/>
                </a:solidFill>
                <a:latin typeface="Arial"/>
                <a:ea typeface="Arial"/>
                <a:cs typeface="Arial"/>
                <a:sym typeface="Arial"/>
              </a:rPr>
              <a:t>充分利用MPLS，Internet，LTE等混合链路</a:t>
            </a:r>
            <a:endParaRPr sz="1200">
              <a:solidFill>
                <a:srgbClr val="1D1D1A"/>
              </a:solidFill>
              <a:latin typeface="Arial"/>
              <a:ea typeface="Arial"/>
              <a:cs typeface="Arial"/>
              <a:sym typeface="Arial"/>
            </a:endParaRPr>
          </a:p>
          <a:p>
            <a:pPr indent="-209550" lvl="0" marL="285750" marR="0" rtl="0" algn="l">
              <a:lnSpc>
                <a:spcPct val="150000"/>
              </a:lnSpc>
              <a:spcBef>
                <a:spcPts val="0"/>
              </a:spcBef>
              <a:spcAft>
                <a:spcPts val="0"/>
              </a:spcAft>
              <a:buClr>
                <a:srgbClr val="1D1D1A"/>
              </a:buClr>
              <a:buSzPts val="1200"/>
              <a:buFont typeface="Arial"/>
              <a:buNone/>
            </a:pPr>
            <a:r>
              <a:t/>
            </a:r>
            <a:endParaRPr sz="1200">
              <a:solidFill>
                <a:srgbClr val="1D1D1A"/>
              </a:solidFill>
              <a:latin typeface="Arial"/>
              <a:ea typeface="Arial"/>
              <a:cs typeface="Arial"/>
              <a:sym typeface="Arial"/>
            </a:endParaRPr>
          </a:p>
        </p:txBody>
      </p:sp>
      <p:cxnSp>
        <p:nvCxnSpPr>
          <p:cNvPr id="1483" name="Google Shape;1483;p20"/>
          <p:cNvCxnSpPr/>
          <p:nvPr/>
        </p:nvCxnSpPr>
        <p:spPr>
          <a:xfrm>
            <a:off x="8248650" y="3788327"/>
            <a:ext cx="2990850" cy="0"/>
          </a:xfrm>
          <a:prstGeom prst="straightConnector1">
            <a:avLst/>
          </a:prstGeom>
          <a:noFill/>
          <a:ln cap="flat" cmpd="sng" w="9525">
            <a:solidFill>
              <a:srgbClr val="4C4C4C"/>
            </a:solidFill>
            <a:prstDash val="solid"/>
            <a:miter lim="8000"/>
            <a:headEnd len="sm" w="sm" type="none"/>
            <a:tailEnd len="sm" w="sm" type="none"/>
          </a:ln>
        </p:spPr>
      </p:cxnSp>
      <p:sp>
        <p:nvSpPr>
          <p:cNvPr id="1484" name="Google Shape;1484;p20"/>
          <p:cNvSpPr/>
          <p:nvPr/>
        </p:nvSpPr>
        <p:spPr>
          <a:xfrm>
            <a:off x="5549695" y="5057949"/>
            <a:ext cx="928823" cy="673340"/>
          </a:xfrm>
          <a:prstGeom prst="rect">
            <a:avLst/>
          </a:prstGeom>
          <a:noFill/>
          <a:ln>
            <a:noFill/>
          </a:ln>
        </p:spPr>
        <p:txBody>
          <a:bodyPr anchorCtr="0" anchor="ctr" bIns="9700" lIns="9700" spcFirstLastPara="1" rIns="9700" wrap="square" tIns="9700">
            <a:noAutofit/>
          </a:bodyPr>
          <a:lstStyle/>
          <a:p>
            <a:pPr indent="0" lvl="0" marL="0" marR="0" rtl="0" algn="l">
              <a:lnSpc>
                <a:spcPct val="150000"/>
              </a:lnSpc>
              <a:spcBef>
                <a:spcPts val="0"/>
              </a:spcBef>
              <a:spcAft>
                <a:spcPts val="0"/>
              </a:spcAft>
              <a:buNone/>
            </a:pPr>
            <a:r>
              <a:rPr lang="en-US" sz="1000">
                <a:solidFill>
                  <a:srgbClr val="1D1D1A"/>
                </a:solidFill>
                <a:latin typeface="Arial"/>
                <a:ea typeface="Arial"/>
                <a:cs typeface="Arial"/>
                <a:sym typeface="Arial"/>
              </a:rPr>
              <a:t>最优链路</a:t>
            </a:r>
            <a:endParaRPr sz="1000">
              <a:solidFill>
                <a:srgbClr val="1D1D1A"/>
              </a:solidFill>
              <a:latin typeface="Arial"/>
              <a:ea typeface="Arial"/>
              <a:cs typeface="Arial"/>
              <a:sym typeface="Arial"/>
            </a:endParaRPr>
          </a:p>
        </p:txBody>
      </p:sp>
      <p:sp>
        <p:nvSpPr>
          <p:cNvPr id="1485" name="Google Shape;1485;p20">
            <a:hlinkClick action="ppaction://hlinksldjump" r:id="rId3"/>
          </p:cNvPr>
          <p:cNvSpPr/>
          <p:nvPr/>
        </p:nvSpPr>
        <p:spPr>
          <a:xfrm>
            <a:off x="108590" y="6308041"/>
            <a:ext cx="522475" cy="359999"/>
          </a:xfrm>
          <a:prstGeom prst="rect">
            <a:avLst/>
          </a:prstGeom>
          <a:noFill/>
          <a:ln cap="flat" cmpd="sng" w="9525">
            <a:solidFill>
              <a:srgbClr val="BFBFBF"/>
            </a:solidFill>
            <a:prstDash val="solid"/>
            <a:miter lim="8000"/>
            <a:headEnd len="sm" w="sm" type="none"/>
            <a:tailEnd len="sm" w="sm" type="none"/>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1400">
                <a:solidFill>
                  <a:srgbClr val="BFBFBF"/>
                </a:solidFill>
                <a:latin typeface="Microsoft Yahei"/>
                <a:ea typeface="Microsoft Yahei"/>
                <a:cs typeface="Microsoft Yahei"/>
                <a:sym typeface="Microsoft Yahei"/>
              </a:rPr>
              <a:t>EN</a:t>
            </a:r>
            <a:endParaRPr/>
          </a:p>
        </p:txBody>
      </p:sp>
      <p:sp>
        <p:nvSpPr>
          <p:cNvPr id="1486" name="Google Shape;1486;p20"/>
          <p:cNvSpPr txBox="1"/>
          <p:nvPr/>
        </p:nvSpPr>
        <p:spPr>
          <a:xfrm>
            <a:off x="334419" y="541054"/>
            <a:ext cx="11454243" cy="543176"/>
          </a:xfrm>
          <a:prstGeom prst="rect">
            <a:avLst/>
          </a:prstGeom>
          <a:noFill/>
          <a:ln>
            <a:noFill/>
          </a:ln>
        </p:spPr>
        <p:txBody>
          <a:bodyPr anchorCtr="0" anchor="ctr" bIns="60950" lIns="121925" spcFirstLastPara="1" rIns="121925" wrap="square" tIns="60950">
            <a:noAutofit/>
          </a:bodyPr>
          <a:lstStyle/>
          <a:p>
            <a:pPr indent="0" lvl="0" marL="0" marR="0" rtl="0" algn="l">
              <a:spcBef>
                <a:spcPts val="0"/>
              </a:spcBef>
              <a:spcAft>
                <a:spcPts val="0"/>
              </a:spcAft>
              <a:buClr>
                <a:srgbClr val="1D1D1A"/>
              </a:buClr>
              <a:buSzPts val="2400"/>
              <a:buFont typeface="Microsoft Yahei"/>
              <a:buNone/>
            </a:pPr>
            <a:r>
              <a:rPr b="1" lang="en-US" sz="2400">
                <a:solidFill>
                  <a:srgbClr val="1D1D1A"/>
                </a:solidFill>
                <a:latin typeface="Microsoft Yahei"/>
                <a:ea typeface="Microsoft Yahei"/>
                <a:cs typeface="Microsoft Yahei"/>
                <a:sym typeface="Microsoft Yahei"/>
              </a:rPr>
              <a:t>应用级智能选路，关键应用体验可保障</a:t>
            </a:r>
            <a:endParaRPr/>
          </a:p>
        </p:txBody>
      </p:sp>
      <p:sp>
        <p:nvSpPr>
          <p:cNvPr id="1487" name="Google Shape;1487;p20"/>
          <p:cNvSpPr/>
          <p:nvPr/>
        </p:nvSpPr>
        <p:spPr>
          <a:xfrm>
            <a:off x="11032435" y="0"/>
            <a:ext cx="1164328" cy="280342"/>
          </a:xfrm>
          <a:prstGeom prst="rect">
            <a:avLst/>
          </a:prstGeom>
          <a:solidFill>
            <a:srgbClr val="A3A3A3"/>
          </a:solidFill>
          <a:ln cap="flat" cmpd="sng" w="12700">
            <a:solidFill>
              <a:srgbClr val="A3A3A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Microsoft Yahei"/>
                <a:ea typeface="Microsoft Yahei"/>
                <a:cs typeface="Microsoft Yahei"/>
                <a:sym typeface="Microsoft Yahei"/>
              </a:rPr>
              <a:t>品质体验</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xit" presetID="10" presetSubtype="0">
                                  <p:stCondLst>
                                    <p:cond delay="0"/>
                                  </p:stCondLst>
                                  <p:childTnLst>
                                    <p:animEffect filter="fade" transition="out">
                                      <p:cBhvr>
                                        <p:cTn dur="500"/>
                                        <p:tgtEl>
                                          <p:spTgt spid="1423"/>
                                        </p:tgtEl>
                                      </p:cBhvr>
                                    </p:animEffect>
                                    <p:set>
                                      <p:cBhvr>
                                        <p:cTn dur="1" fill="hold">
                                          <p:stCondLst>
                                            <p:cond delay="500"/>
                                          </p:stCondLst>
                                        </p:cTn>
                                        <p:tgtEl>
                                          <p:spTgt spid="142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16"/>
                                        </p:tgtEl>
                                        <p:attrNameLst>
                                          <p:attrName>style.visibility</p:attrName>
                                        </p:attrNameLst>
                                      </p:cBhvr>
                                      <p:to>
                                        <p:strVal val="visible"/>
                                      </p:to>
                                    </p:set>
                                    <p:animEffect filter="fade" transition="in">
                                      <p:cBhvr>
                                        <p:cTn dur="567"/>
                                        <p:tgtEl>
                                          <p:spTgt spid="1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2"/>
                                        </p:tgtEl>
                                        <p:attrNameLst>
                                          <p:attrName>style.visibility</p:attrName>
                                        </p:attrNameLst>
                                      </p:cBhvr>
                                      <p:to>
                                        <p:strVal val="visible"/>
                                      </p:to>
                                    </p:set>
                                    <p:animEffect filter="fade" transition="in">
                                      <p:cBhvr>
                                        <p:cTn dur="500"/>
                                        <p:tgtEl>
                                          <p:spTgt spid="1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21"/>
          <p:cNvSpPr txBox="1"/>
          <p:nvPr>
            <p:ph idx="1" type="subTitle"/>
          </p:nvPr>
        </p:nvSpPr>
        <p:spPr>
          <a:xfrm>
            <a:off x="520418" y="355427"/>
            <a:ext cx="10740640" cy="421690"/>
          </a:xfrm>
          <a:prstGeom prst="rect">
            <a:avLst/>
          </a:prstGeom>
          <a:noFill/>
          <a:ln>
            <a:noFill/>
          </a:ln>
        </p:spPr>
        <p:txBody>
          <a:bodyPr anchorCtr="0" anchor="t" bIns="0" lIns="0" spcFirstLastPara="1" rIns="0" wrap="square" tIns="0">
            <a:noAutofit/>
          </a:bodyPr>
          <a:lstStyle/>
          <a:p>
            <a:pPr indent="0" lvl="0" marL="0" rtl="0" algn="l">
              <a:lnSpc>
                <a:spcPct val="142916"/>
              </a:lnSpc>
              <a:spcBef>
                <a:spcPts val="0"/>
              </a:spcBef>
              <a:spcAft>
                <a:spcPts val="0"/>
              </a:spcAft>
              <a:buClr>
                <a:srgbClr val="000000"/>
              </a:buClr>
              <a:buSzPts val="2400"/>
              <a:buNone/>
            </a:pPr>
            <a:r>
              <a:rPr b="1" lang="en-US">
                <a:solidFill>
                  <a:srgbClr val="000000"/>
                </a:solidFill>
              </a:rPr>
              <a:t>NetEngine </a:t>
            </a:r>
            <a:r>
              <a:rPr b="1" lang="en-US">
                <a:solidFill>
                  <a:srgbClr val="000000"/>
                </a:solidFill>
                <a:latin typeface="Arial"/>
                <a:ea typeface="Arial"/>
                <a:cs typeface="Arial"/>
                <a:sym typeface="Arial"/>
              </a:rPr>
              <a:t>AR全家福，满足不同场景分支互联</a:t>
            </a:r>
            <a:endParaRPr/>
          </a:p>
          <a:p>
            <a:pPr indent="0" lvl="0" marL="0" rtl="0" algn="l">
              <a:lnSpc>
                <a:spcPct val="142916"/>
              </a:lnSpc>
              <a:spcBef>
                <a:spcPts val="0"/>
              </a:spcBef>
              <a:spcAft>
                <a:spcPts val="0"/>
              </a:spcAft>
              <a:buClr>
                <a:schemeClr val="dk1"/>
              </a:buClr>
              <a:buSzPts val="2400"/>
              <a:buNone/>
            </a:pPr>
            <a:r>
              <a:t/>
            </a:r>
            <a:endParaRPr b="1">
              <a:solidFill>
                <a:srgbClr val="000000"/>
              </a:solidFill>
              <a:latin typeface="Arial"/>
              <a:ea typeface="Arial"/>
              <a:cs typeface="Arial"/>
              <a:sym typeface="Arial"/>
            </a:endParaRPr>
          </a:p>
        </p:txBody>
      </p:sp>
      <p:sp>
        <p:nvSpPr>
          <p:cNvPr id="1493" name="Google Shape;1493;p21"/>
          <p:cNvSpPr/>
          <p:nvPr/>
        </p:nvSpPr>
        <p:spPr>
          <a:xfrm>
            <a:off x="684705" y="964642"/>
            <a:ext cx="10629740" cy="5087148"/>
          </a:xfrm>
          <a:prstGeom prst="rect">
            <a:avLst/>
          </a:prstGeom>
          <a:noFill/>
          <a:ln cap="flat" cmpd="sng" w="12700">
            <a:solidFill>
              <a:srgbClr val="E98C8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1D1D1A"/>
              </a:solidFill>
              <a:latin typeface="Calibri"/>
              <a:ea typeface="Calibri"/>
              <a:cs typeface="Calibri"/>
              <a:sym typeface="Calibri"/>
            </a:endParaRPr>
          </a:p>
        </p:txBody>
      </p:sp>
      <p:sp>
        <p:nvSpPr>
          <p:cNvPr id="1494" name="Google Shape;1494;p21"/>
          <p:cNvSpPr txBox="1"/>
          <p:nvPr/>
        </p:nvSpPr>
        <p:spPr>
          <a:xfrm>
            <a:off x="2973365" y="1063489"/>
            <a:ext cx="1573966" cy="291904"/>
          </a:xfrm>
          <a:prstGeom prst="rect">
            <a:avLst/>
          </a:prstGeom>
          <a:noFill/>
          <a:ln>
            <a:noFill/>
          </a:ln>
        </p:spPr>
        <p:txBody>
          <a:bodyPr anchorCtr="1" anchor="ctr" bIns="60800" lIns="121600" spcFirstLastPara="1" rIns="121600" wrap="square" tIns="6080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NetEngine AR6300</a:t>
            </a:r>
            <a:endParaRPr/>
          </a:p>
        </p:txBody>
      </p:sp>
      <p:sp>
        <p:nvSpPr>
          <p:cNvPr id="1495" name="Google Shape;1495;p21"/>
          <p:cNvSpPr/>
          <p:nvPr/>
        </p:nvSpPr>
        <p:spPr>
          <a:xfrm>
            <a:off x="2770394" y="1991648"/>
            <a:ext cx="1776937"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900">
                <a:solidFill>
                  <a:srgbClr val="000000"/>
                </a:solidFill>
                <a:latin typeface="Calibri"/>
                <a:ea typeface="Calibri"/>
                <a:cs typeface="Calibri"/>
                <a:sym typeface="Calibri"/>
              </a:rPr>
              <a:t>SRU-400H/SRU-600H</a:t>
            </a:r>
            <a:endParaRPr/>
          </a:p>
        </p:txBody>
      </p:sp>
      <p:grpSp>
        <p:nvGrpSpPr>
          <p:cNvPr id="1496" name="Google Shape;1496;p21"/>
          <p:cNvGrpSpPr/>
          <p:nvPr/>
        </p:nvGrpSpPr>
        <p:grpSpPr>
          <a:xfrm>
            <a:off x="870140" y="1418620"/>
            <a:ext cx="1464608" cy="573374"/>
            <a:chOff x="705886" y="1270364"/>
            <a:chExt cx="1137038" cy="388200"/>
          </a:xfrm>
        </p:grpSpPr>
        <p:sp>
          <p:nvSpPr>
            <p:cNvPr id="1497" name="Google Shape;1497;p21"/>
            <p:cNvSpPr/>
            <p:nvPr/>
          </p:nvSpPr>
          <p:spPr>
            <a:xfrm>
              <a:off x="723696" y="1270364"/>
              <a:ext cx="1101419" cy="388200"/>
            </a:xfrm>
            <a:prstGeom prst="roundRect">
              <a:avLst>
                <a:gd fmla="val 9979" name="adj"/>
              </a:avLst>
            </a:prstGeom>
            <a:solidFill>
              <a:srgbClr val="898989"/>
            </a:solidFill>
            <a:ln>
              <a:noFill/>
            </a:ln>
          </p:spPr>
          <p:txBody>
            <a:bodyPr anchorCtr="0" anchor="ctr" bIns="60825" lIns="35950" spcFirstLastPara="1" rIns="35950" wrap="square" tIns="60825">
              <a:noAutofit/>
            </a:bodyPr>
            <a:lstStyle/>
            <a:p>
              <a:pPr indent="0" lvl="0" marL="0" marR="0" rtl="0" algn="ctr">
                <a:spcBef>
                  <a:spcPts val="0"/>
                </a:spcBef>
                <a:spcAft>
                  <a:spcPts val="0"/>
                </a:spcAft>
                <a:buNone/>
              </a:pPr>
              <a:r>
                <a:t/>
              </a:r>
              <a:endParaRPr b="1" sz="1334">
                <a:solidFill>
                  <a:srgbClr val="FFFFFF"/>
                </a:solidFill>
                <a:latin typeface="Calibri"/>
                <a:ea typeface="Calibri"/>
                <a:cs typeface="Calibri"/>
                <a:sym typeface="Calibri"/>
              </a:endParaRPr>
            </a:p>
          </p:txBody>
        </p:sp>
        <p:sp>
          <p:nvSpPr>
            <p:cNvPr id="1498" name="Google Shape;1498;p21"/>
            <p:cNvSpPr txBox="1"/>
            <p:nvPr/>
          </p:nvSpPr>
          <p:spPr>
            <a:xfrm>
              <a:off x="705886" y="1278582"/>
              <a:ext cx="1137038" cy="375008"/>
            </a:xfrm>
            <a:prstGeom prst="rect">
              <a:avLst/>
            </a:prstGeom>
            <a:noFill/>
            <a:ln>
              <a:noFill/>
            </a:ln>
          </p:spPr>
          <p:txBody>
            <a:bodyPr anchorCtr="0" anchor="ctr" bIns="45650" lIns="91325" spcFirstLastPara="1" rIns="91325" wrap="square" tIns="45650">
              <a:spAutoFit/>
            </a:bodyPr>
            <a:lstStyle/>
            <a:p>
              <a:pPr indent="0" lvl="0" marL="0" marR="0" rtl="0" algn="ctr">
                <a:spcBef>
                  <a:spcPts val="0"/>
                </a:spcBef>
                <a:spcAft>
                  <a:spcPts val="0"/>
                </a:spcAft>
                <a:buNone/>
              </a:pPr>
              <a:r>
                <a:rPr b="1" lang="en-US" sz="1000">
                  <a:solidFill>
                    <a:srgbClr val="FFFFFF"/>
                  </a:solidFill>
                  <a:latin typeface="Calibri"/>
                  <a:ea typeface="Calibri"/>
                  <a:cs typeface="Calibri"/>
                  <a:sym typeface="Calibri"/>
                </a:rPr>
                <a:t>NetEngine AR6300/AR6200 系列</a:t>
              </a:r>
              <a:endParaRPr b="1" sz="1000">
                <a:solidFill>
                  <a:srgbClr val="FFFFFF"/>
                </a:solidFill>
                <a:latin typeface="Calibri"/>
                <a:ea typeface="Calibri"/>
                <a:cs typeface="Calibri"/>
                <a:sym typeface="Calibri"/>
              </a:endParaRPr>
            </a:p>
          </p:txBody>
        </p:sp>
      </p:grpSp>
      <p:sp>
        <p:nvSpPr>
          <p:cNvPr id="1499" name="Google Shape;1499;p21"/>
          <p:cNvSpPr/>
          <p:nvPr/>
        </p:nvSpPr>
        <p:spPr>
          <a:xfrm>
            <a:off x="978458" y="3648107"/>
            <a:ext cx="1247972" cy="338296"/>
          </a:xfrm>
          <a:prstGeom prst="rect">
            <a:avLst/>
          </a:prstGeom>
          <a:noFill/>
          <a:ln>
            <a:noFill/>
          </a:ln>
        </p:spPr>
        <p:txBody>
          <a:bodyPr anchorCtr="0" anchor="t" bIns="60875" lIns="121775" spcFirstLastPara="1" rIns="121775" wrap="square" tIns="60875">
            <a:spAutoFit/>
          </a:bodyPr>
          <a:lstStyle/>
          <a:p>
            <a:pPr indent="0" lvl="0" marL="0" marR="0" rtl="0" algn="ctr">
              <a:spcBef>
                <a:spcPts val="0"/>
              </a:spcBef>
              <a:spcAft>
                <a:spcPts val="0"/>
              </a:spcAft>
              <a:buNone/>
            </a:pPr>
            <a:r>
              <a:rPr b="1" lang="en-US" sz="1400">
                <a:solidFill>
                  <a:srgbClr val="000000"/>
                </a:solidFill>
                <a:latin typeface="Calibri"/>
                <a:ea typeface="Calibri"/>
                <a:cs typeface="Calibri"/>
                <a:sym typeface="Calibri"/>
              </a:rPr>
              <a:t>小企业</a:t>
            </a:r>
            <a:endParaRPr b="1" sz="1400">
              <a:solidFill>
                <a:srgbClr val="000000"/>
              </a:solidFill>
              <a:latin typeface="Calibri"/>
              <a:ea typeface="Calibri"/>
              <a:cs typeface="Calibri"/>
              <a:sym typeface="Calibri"/>
            </a:endParaRPr>
          </a:p>
        </p:txBody>
      </p:sp>
      <p:sp>
        <p:nvSpPr>
          <p:cNvPr id="1500" name="Google Shape;1500;p21"/>
          <p:cNvSpPr txBox="1"/>
          <p:nvPr/>
        </p:nvSpPr>
        <p:spPr>
          <a:xfrm>
            <a:off x="3016819" y="4020794"/>
            <a:ext cx="790620" cy="204932"/>
          </a:xfrm>
          <a:prstGeom prst="rect">
            <a:avLst/>
          </a:prstGeom>
          <a:noFill/>
          <a:ln>
            <a:noFill/>
          </a:ln>
        </p:spPr>
        <p:txBody>
          <a:bodyPr anchorCtr="1" anchor="ctr" bIns="60800" lIns="121600" spcFirstLastPara="1" rIns="121600" wrap="square" tIns="60800">
            <a:sp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AR651C</a:t>
            </a:r>
            <a:endParaRPr/>
          </a:p>
        </p:txBody>
      </p:sp>
      <p:pic>
        <p:nvPicPr>
          <p:cNvPr id="1501" name="Google Shape;1501;p21"/>
          <p:cNvPicPr preferRelativeResize="0"/>
          <p:nvPr/>
        </p:nvPicPr>
        <p:blipFill rotWithShape="1">
          <a:blip r:embed="rId3">
            <a:alphaModFix/>
          </a:blip>
          <a:srcRect b="0" l="0" r="0" t="0"/>
          <a:stretch/>
        </p:blipFill>
        <p:spPr>
          <a:xfrm>
            <a:off x="5996181" y="4274959"/>
            <a:ext cx="1305009" cy="213945"/>
          </a:xfrm>
          <a:prstGeom prst="rect">
            <a:avLst/>
          </a:prstGeom>
          <a:noFill/>
          <a:ln>
            <a:noFill/>
          </a:ln>
        </p:spPr>
      </p:pic>
      <p:pic>
        <p:nvPicPr>
          <p:cNvPr id="1502" name="Google Shape;1502;p21"/>
          <p:cNvPicPr preferRelativeResize="0"/>
          <p:nvPr/>
        </p:nvPicPr>
        <p:blipFill rotWithShape="1">
          <a:blip r:embed="rId4">
            <a:alphaModFix/>
          </a:blip>
          <a:srcRect b="0" l="0" r="0" t="0"/>
          <a:stretch/>
        </p:blipFill>
        <p:spPr>
          <a:xfrm>
            <a:off x="4318189" y="4289554"/>
            <a:ext cx="1153265" cy="208060"/>
          </a:xfrm>
          <a:prstGeom prst="rect">
            <a:avLst/>
          </a:prstGeom>
          <a:noFill/>
          <a:ln>
            <a:noFill/>
          </a:ln>
        </p:spPr>
      </p:pic>
      <p:sp>
        <p:nvSpPr>
          <p:cNvPr id="1503" name="Google Shape;1503;p21"/>
          <p:cNvSpPr txBox="1"/>
          <p:nvPr/>
        </p:nvSpPr>
        <p:spPr>
          <a:xfrm>
            <a:off x="4059204" y="5604935"/>
            <a:ext cx="800238" cy="204932"/>
          </a:xfrm>
          <a:prstGeom prst="rect">
            <a:avLst/>
          </a:prstGeom>
          <a:noFill/>
          <a:ln>
            <a:noFill/>
          </a:ln>
        </p:spPr>
        <p:txBody>
          <a:bodyPr anchorCtr="1" anchor="ctr" bIns="60800" lIns="121600" spcFirstLastPara="1" rIns="121600" wrap="square" tIns="60800">
            <a:sp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AR611W</a:t>
            </a:r>
            <a:endParaRPr/>
          </a:p>
        </p:txBody>
      </p:sp>
      <p:sp>
        <p:nvSpPr>
          <p:cNvPr id="1504" name="Google Shape;1504;p21"/>
          <p:cNvSpPr/>
          <p:nvPr/>
        </p:nvSpPr>
        <p:spPr>
          <a:xfrm>
            <a:off x="2819552" y="4943269"/>
            <a:ext cx="1764787" cy="258674"/>
          </a:xfrm>
          <a:prstGeom prst="rect">
            <a:avLst/>
          </a:prstGeom>
          <a:noFill/>
          <a:ln>
            <a:noFill/>
          </a:ln>
        </p:spPr>
        <p:txBody>
          <a:bodyPr anchorCtr="0" anchor="t" bIns="45650" lIns="91325" spcFirstLastPara="1" rIns="91325" wrap="square" tIns="45650">
            <a:spAutoFit/>
          </a:bodyPr>
          <a:lstStyle/>
          <a:p>
            <a:pPr indent="0" lvl="0" marL="0" marR="0" rtl="0" algn="ctr">
              <a:spcBef>
                <a:spcPts val="0"/>
              </a:spcBef>
              <a:spcAft>
                <a:spcPts val="0"/>
              </a:spcAft>
              <a:buNone/>
            </a:pPr>
            <a:r>
              <a:rPr b="1" lang="en-US" sz="1067">
                <a:solidFill>
                  <a:srgbClr val="1D1D1A"/>
                </a:solidFill>
                <a:latin typeface="Calibri"/>
                <a:ea typeface="Calibri"/>
                <a:cs typeface="Calibri"/>
                <a:sym typeface="Calibri"/>
              </a:rPr>
              <a:t>以太+Wi-Fi</a:t>
            </a:r>
            <a:endParaRPr/>
          </a:p>
        </p:txBody>
      </p:sp>
      <p:cxnSp>
        <p:nvCxnSpPr>
          <p:cNvPr id="1505" name="Google Shape;1505;p21"/>
          <p:cNvCxnSpPr/>
          <p:nvPr/>
        </p:nvCxnSpPr>
        <p:spPr>
          <a:xfrm>
            <a:off x="3032060" y="5249986"/>
            <a:ext cx="1316995" cy="0"/>
          </a:xfrm>
          <a:prstGeom prst="straightConnector1">
            <a:avLst/>
          </a:prstGeom>
          <a:noFill/>
          <a:ln cap="flat" cmpd="sng" w="19050">
            <a:solidFill>
              <a:srgbClr val="E98C80"/>
            </a:solidFill>
            <a:prstDash val="solid"/>
            <a:round/>
            <a:headEnd len="sm" w="sm" type="none"/>
            <a:tailEnd len="sm" w="sm" type="none"/>
          </a:ln>
        </p:spPr>
      </p:cxnSp>
      <p:cxnSp>
        <p:nvCxnSpPr>
          <p:cNvPr id="1506" name="Google Shape;1506;p21"/>
          <p:cNvCxnSpPr/>
          <p:nvPr/>
        </p:nvCxnSpPr>
        <p:spPr>
          <a:xfrm>
            <a:off x="1084909" y="3517738"/>
            <a:ext cx="9872080" cy="0"/>
          </a:xfrm>
          <a:prstGeom prst="straightConnector1">
            <a:avLst/>
          </a:prstGeom>
          <a:noFill/>
          <a:ln cap="flat" cmpd="sng" w="9525">
            <a:solidFill>
              <a:srgbClr val="E98C80"/>
            </a:solidFill>
            <a:prstDash val="dash"/>
            <a:round/>
            <a:headEnd len="sm" w="sm" type="none"/>
            <a:tailEnd len="sm" w="sm" type="none"/>
          </a:ln>
        </p:spPr>
      </p:cxnSp>
      <p:cxnSp>
        <p:nvCxnSpPr>
          <p:cNvPr id="1507" name="Google Shape;1507;p21"/>
          <p:cNvCxnSpPr/>
          <p:nvPr/>
        </p:nvCxnSpPr>
        <p:spPr>
          <a:xfrm flipH="1" rot="10800000">
            <a:off x="1084909" y="2283356"/>
            <a:ext cx="9979345" cy="23643"/>
          </a:xfrm>
          <a:prstGeom prst="straightConnector1">
            <a:avLst/>
          </a:prstGeom>
          <a:noFill/>
          <a:ln cap="flat" cmpd="sng" w="9525">
            <a:solidFill>
              <a:srgbClr val="E98C80"/>
            </a:solidFill>
            <a:prstDash val="dash"/>
            <a:round/>
            <a:headEnd len="sm" w="sm" type="none"/>
            <a:tailEnd len="sm" w="sm" type="none"/>
          </a:ln>
        </p:spPr>
      </p:cxnSp>
      <p:sp>
        <p:nvSpPr>
          <p:cNvPr id="1508" name="Google Shape;1508;p21"/>
          <p:cNvSpPr/>
          <p:nvPr/>
        </p:nvSpPr>
        <p:spPr>
          <a:xfrm>
            <a:off x="5419410" y="4982721"/>
            <a:ext cx="1765247" cy="258742"/>
          </a:xfrm>
          <a:prstGeom prst="rect">
            <a:avLst/>
          </a:prstGeom>
          <a:noFill/>
          <a:ln>
            <a:noFill/>
          </a:ln>
        </p:spPr>
        <p:txBody>
          <a:bodyPr anchorCtr="0" anchor="t" bIns="45675" lIns="91350" spcFirstLastPara="1" rIns="91350" wrap="square" tIns="45675">
            <a:spAutoFit/>
          </a:bodyPr>
          <a:lstStyle/>
          <a:p>
            <a:pPr indent="0" lvl="0" marL="0" marR="0" rtl="0" algn="ctr">
              <a:spcBef>
                <a:spcPts val="0"/>
              </a:spcBef>
              <a:spcAft>
                <a:spcPts val="0"/>
              </a:spcAft>
              <a:buNone/>
            </a:pPr>
            <a:r>
              <a:rPr b="1" lang="en-US" sz="1067">
                <a:solidFill>
                  <a:srgbClr val="1D1D1A"/>
                </a:solidFill>
                <a:latin typeface="Calibri"/>
                <a:ea typeface="Calibri"/>
                <a:cs typeface="Calibri"/>
                <a:sym typeface="Calibri"/>
              </a:rPr>
              <a:t>以太+Wi-Fi+ 语音</a:t>
            </a:r>
            <a:endParaRPr b="1" sz="1067">
              <a:solidFill>
                <a:srgbClr val="1D1D1A"/>
              </a:solidFill>
              <a:latin typeface="Calibri"/>
              <a:ea typeface="Calibri"/>
              <a:cs typeface="Calibri"/>
              <a:sym typeface="Calibri"/>
            </a:endParaRPr>
          </a:p>
        </p:txBody>
      </p:sp>
      <p:cxnSp>
        <p:nvCxnSpPr>
          <p:cNvPr id="1509" name="Google Shape;1509;p21"/>
          <p:cNvCxnSpPr/>
          <p:nvPr/>
        </p:nvCxnSpPr>
        <p:spPr>
          <a:xfrm>
            <a:off x="5602157" y="5259703"/>
            <a:ext cx="1317338" cy="0"/>
          </a:xfrm>
          <a:prstGeom prst="straightConnector1">
            <a:avLst/>
          </a:prstGeom>
          <a:noFill/>
          <a:ln cap="flat" cmpd="sng" w="19050">
            <a:solidFill>
              <a:srgbClr val="E98C80"/>
            </a:solidFill>
            <a:prstDash val="solid"/>
            <a:miter lim="8000"/>
            <a:headEnd len="sm" w="sm" type="none"/>
            <a:tailEnd len="sm" w="sm" type="none"/>
          </a:ln>
        </p:spPr>
      </p:cxnSp>
      <p:pic>
        <p:nvPicPr>
          <p:cNvPr id="1510" name="Google Shape;1510;p21"/>
          <p:cNvPicPr preferRelativeResize="0"/>
          <p:nvPr/>
        </p:nvPicPr>
        <p:blipFill rotWithShape="1">
          <a:blip r:embed="rId5">
            <a:alphaModFix/>
          </a:blip>
          <a:srcRect b="0" l="0" r="0" t="0"/>
          <a:stretch/>
        </p:blipFill>
        <p:spPr>
          <a:xfrm>
            <a:off x="3202335" y="5326243"/>
            <a:ext cx="891574" cy="622029"/>
          </a:xfrm>
          <a:prstGeom prst="rect">
            <a:avLst/>
          </a:prstGeom>
          <a:noFill/>
          <a:ln>
            <a:noFill/>
          </a:ln>
        </p:spPr>
      </p:pic>
      <p:sp>
        <p:nvSpPr>
          <p:cNvPr id="1511" name="Google Shape;1511;p21"/>
          <p:cNvSpPr/>
          <p:nvPr/>
        </p:nvSpPr>
        <p:spPr>
          <a:xfrm>
            <a:off x="717958" y="2362702"/>
            <a:ext cx="1768973" cy="327618"/>
          </a:xfrm>
          <a:prstGeom prst="rect">
            <a:avLst/>
          </a:prstGeom>
          <a:noFill/>
          <a:ln>
            <a:noFill/>
          </a:ln>
        </p:spPr>
        <p:txBody>
          <a:bodyPr anchorCtr="0" anchor="t" bIns="55575" lIns="111175" spcFirstLastPara="1" rIns="111175" wrap="square" tIns="55575">
            <a:spAutoFit/>
          </a:bodyPr>
          <a:lstStyle/>
          <a:p>
            <a:pPr indent="0" lvl="0" marL="0" marR="0" rtl="0" algn="ctr">
              <a:spcBef>
                <a:spcPts val="0"/>
              </a:spcBef>
              <a:spcAft>
                <a:spcPts val="0"/>
              </a:spcAft>
              <a:buNone/>
            </a:pPr>
            <a:r>
              <a:rPr b="1" lang="en-US" sz="1400">
                <a:solidFill>
                  <a:srgbClr val="000000"/>
                </a:solidFill>
                <a:latin typeface="Calibri"/>
                <a:ea typeface="Calibri"/>
                <a:cs typeface="Calibri"/>
                <a:sym typeface="Calibri"/>
              </a:rPr>
              <a:t>中小企业分支</a:t>
            </a:r>
            <a:endParaRPr b="1" sz="1400">
              <a:solidFill>
                <a:srgbClr val="000000"/>
              </a:solidFill>
              <a:latin typeface="Calibri"/>
              <a:ea typeface="Calibri"/>
              <a:cs typeface="Calibri"/>
              <a:sym typeface="Calibri"/>
            </a:endParaRPr>
          </a:p>
        </p:txBody>
      </p:sp>
      <p:sp>
        <p:nvSpPr>
          <p:cNvPr id="1512" name="Google Shape;1512;p21"/>
          <p:cNvSpPr txBox="1"/>
          <p:nvPr/>
        </p:nvSpPr>
        <p:spPr>
          <a:xfrm>
            <a:off x="704975" y="1051526"/>
            <a:ext cx="1794939" cy="307609"/>
          </a:xfrm>
          <a:prstGeom prst="rect">
            <a:avLst/>
          </a:prstGeom>
          <a:noFill/>
          <a:ln>
            <a:noFill/>
          </a:ln>
        </p:spPr>
        <p:txBody>
          <a:bodyPr anchorCtr="0" anchor="t" bIns="45675" lIns="91375" spcFirstLastPara="1" rIns="91375" wrap="square" tIns="45675">
            <a:spAutoFit/>
          </a:bodyPr>
          <a:lstStyle/>
          <a:p>
            <a:pPr indent="0" lvl="0" marL="0" marR="0" rtl="0" algn="ctr">
              <a:spcBef>
                <a:spcPts val="0"/>
              </a:spcBef>
              <a:spcAft>
                <a:spcPts val="0"/>
              </a:spcAft>
              <a:buNone/>
            </a:pPr>
            <a:r>
              <a:rPr b="1" lang="en-US" sz="1400">
                <a:solidFill>
                  <a:srgbClr val="000000"/>
                </a:solidFill>
                <a:latin typeface="Calibri"/>
                <a:ea typeface="Calibri"/>
                <a:cs typeface="Calibri"/>
                <a:sym typeface="Calibri"/>
              </a:rPr>
              <a:t>总部/大型分支</a:t>
            </a:r>
            <a:endParaRPr sz="1400">
              <a:solidFill>
                <a:srgbClr val="000000"/>
              </a:solidFill>
              <a:latin typeface="Calibri"/>
              <a:ea typeface="Calibri"/>
              <a:cs typeface="Calibri"/>
              <a:sym typeface="Calibri"/>
            </a:endParaRPr>
          </a:p>
        </p:txBody>
      </p:sp>
      <p:grpSp>
        <p:nvGrpSpPr>
          <p:cNvPr id="1513" name="Google Shape;1513;p21"/>
          <p:cNvGrpSpPr/>
          <p:nvPr/>
        </p:nvGrpSpPr>
        <p:grpSpPr>
          <a:xfrm>
            <a:off x="2755030" y="1411068"/>
            <a:ext cx="2010636" cy="633859"/>
            <a:chOff x="630028" y="1239761"/>
            <a:chExt cx="5453076" cy="1719100"/>
          </a:xfrm>
        </p:grpSpPr>
        <p:pic>
          <p:nvPicPr>
            <p:cNvPr id="1514" name="Google Shape;1514;p21"/>
            <p:cNvPicPr preferRelativeResize="0"/>
            <p:nvPr/>
          </p:nvPicPr>
          <p:blipFill rotWithShape="1">
            <a:blip r:embed="rId6">
              <a:alphaModFix/>
            </a:blip>
            <a:srcRect b="4513" l="549" r="9472" t="65595"/>
            <a:stretch/>
          </p:blipFill>
          <p:spPr>
            <a:xfrm>
              <a:off x="967640" y="1962598"/>
              <a:ext cx="4641011" cy="465826"/>
            </a:xfrm>
            <a:prstGeom prst="rect">
              <a:avLst/>
            </a:prstGeom>
            <a:noFill/>
            <a:ln>
              <a:noFill/>
            </a:ln>
          </p:spPr>
        </p:pic>
        <p:pic>
          <p:nvPicPr>
            <p:cNvPr descr="C:\Users\s00506297\AppData\Roaming\eSpace_Desktop\UserData\s00506297\imagefiles\originalImgfiles\B3FB9DF0-2493-4F93-846B-59B073C1F38E.png" id="1515" name="Google Shape;1515;p21"/>
            <p:cNvPicPr preferRelativeResize="0"/>
            <p:nvPr/>
          </p:nvPicPr>
          <p:blipFill rotWithShape="1">
            <a:blip r:embed="rId7">
              <a:alphaModFix/>
            </a:blip>
            <a:srcRect b="55256" l="0" r="0" t="0"/>
            <a:stretch/>
          </p:blipFill>
          <p:spPr>
            <a:xfrm>
              <a:off x="630028" y="1239761"/>
              <a:ext cx="5453076" cy="1719100"/>
            </a:xfrm>
            <a:prstGeom prst="rect">
              <a:avLst/>
            </a:prstGeom>
            <a:noFill/>
            <a:ln>
              <a:noFill/>
            </a:ln>
          </p:spPr>
        </p:pic>
        <p:pic>
          <p:nvPicPr>
            <p:cNvPr descr="C:\Users\s00506297\AppData\Roaming\eSpace_Desktop\UserData\s00506297\imagefiles\originalImgfiles\B3FB9DF0-2493-4F93-846B-59B073C1F38E.png" id="1516" name="Google Shape;1516;p21"/>
            <p:cNvPicPr preferRelativeResize="0"/>
            <p:nvPr/>
          </p:nvPicPr>
          <p:blipFill rotWithShape="1">
            <a:blip r:embed="rId8">
              <a:alphaModFix/>
            </a:blip>
            <a:srcRect b="58476" l="711" r="8839" t="28062"/>
            <a:stretch/>
          </p:blipFill>
          <p:spPr>
            <a:xfrm>
              <a:off x="656698" y="1778117"/>
              <a:ext cx="4951953" cy="519312"/>
            </a:xfrm>
            <a:prstGeom prst="rect">
              <a:avLst/>
            </a:prstGeom>
            <a:noFill/>
            <a:ln>
              <a:noFill/>
            </a:ln>
          </p:spPr>
        </p:pic>
        <p:pic>
          <p:nvPicPr>
            <p:cNvPr descr="C:\Users\s00506297\AppData\Roaming\eSpace_Desktop\UserData\s00506297\imagefiles\originalImgfiles\B3FB9DF0-2493-4F93-846B-59B073C1F38E.png" id="1517" name="Google Shape;1517;p21"/>
            <p:cNvPicPr preferRelativeResize="0"/>
            <p:nvPr/>
          </p:nvPicPr>
          <p:blipFill rotWithShape="1">
            <a:blip r:embed="rId7">
              <a:alphaModFix/>
            </a:blip>
            <a:srcRect b="86459" l="46112" r="8570" t="656"/>
            <a:stretch/>
          </p:blipFill>
          <p:spPr>
            <a:xfrm>
              <a:off x="656698" y="1267817"/>
              <a:ext cx="2471224" cy="495060"/>
            </a:xfrm>
            <a:prstGeom prst="rect">
              <a:avLst/>
            </a:prstGeom>
            <a:noFill/>
            <a:ln>
              <a:noFill/>
            </a:ln>
          </p:spPr>
        </p:pic>
      </p:grpSp>
      <p:sp>
        <p:nvSpPr>
          <p:cNvPr id="1518" name="Google Shape;1518;p21"/>
          <p:cNvSpPr txBox="1"/>
          <p:nvPr/>
        </p:nvSpPr>
        <p:spPr>
          <a:xfrm>
            <a:off x="5216880" y="1261416"/>
            <a:ext cx="1573966" cy="291904"/>
          </a:xfrm>
          <a:prstGeom prst="rect">
            <a:avLst/>
          </a:prstGeom>
          <a:noFill/>
          <a:ln>
            <a:noFill/>
          </a:ln>
        </p:spPr>
        <p:txBody>
          <a:bodyPr anchorCtr="1" anchor="ctr" bIns="60800" lIns="121600" spcFirstLastPara="1" rIns="121600" wrap="square" tIns="6080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NetEngine AR6280</a:t>
            </a:r>
            <a:endParaRPr/>
          </a:p>
        </p:txBody>
      </p:sp>
      <p:pic>
        <p:nvPicPr>
          <p:cNvPr descr="C:\Users\s00506297\AppData\Roaming\eSpace_Desktop\UserData\s00506297\imagefiles\originalImgfiles\54C2ED29-180F-4B49-A26E-C299E848D8FE.png" id="1519" name="Google Shape;1519;p21"/>
          <p:cNvPicPr preferRelativeResize="0"/>
          <p:nvPr/>
        </p:nvPicPr>
        <p:blipFill rotWithShape="1">
          <a:blip r:embed="rId9">
            <a:alphaModFix/>
          </a:blip>
          <a:srcRect b="56854" l="0" r="0" t="0"/>
          <a:stretch/>
        </p:blipFill>
        <p:spPr>
          <a:xfrm>
            <a:off x="4968479" y="1622035"/>
            <a:ext cx="1996317" cy="415364"/>
          </a:xfrm>
          <a:prstGeom prst="rect">
            <a:avLst/>
          </a:prstGeom>
          <a:noFill/>
          <a:ln>
            <a:noFill/>
          </a:ln>
        </p:spPr>
      </p:pic>
      <p:sp>
        <p:nvSpPr>
          <p:cNvPr id="1520" name="Google Shape;1520;p21"/>
          <p:cNvSpPr/>
          <p:nvPr/>
        </p:nvSpPr>
        <p:spPr>
          <a:xfrm>
            <a:off x="5102835" y="1991648"/>
            <a:ext cx="1776937" cy="2308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900">
                <a:solidFill>
                  <a:srgbClr val="000000"/>
                </a:solidFill>
                <a:latin typeface="Calibri"/>
                <a:ea typeface="Calibri"/>
                <a:cs typeface="Calibri"/>
                <a:sym typeface="Calibri"/>
              </a:rPr>
              <a:t>SRU-400H/SRU-600H</a:t>
            </a:r>
            <a:endParaRPr/>
          </a:p>
        </p:txBody>
      </p:sp>
      <p:grpSp>
        <p:nvGrpSpPr>
          <p:cNvPr id="1521" name="Google Shape;1521;p21"/>
          <p:cNvGrpSpPr/>
          <p:nvPr/>
        </p:nvGrpSpPr>
        <p:grpSpPr>
          <a:xfrm>
            <a:off x="870140" y="2673632"/>
            <a:ext cx="1464608" cy="573374"/>
            <a:chOff x="705886" y="1270364"/>
            <a:chExt cx="1137038" cy="388200"/>
          </a:xfrm>
        </p:grpSpPr>
        <p:sp>
          <p:nvSpPr>
            <p:cNvPr id="1522" name="Google Shape;1522;p21"/>
            <p:cNvSpPr/>
            <p:nvPr/>
          </p:nvSpPr>
          <p:spPr>
            <a:xfrm>
              <a:off x="723696" y="1270364"/>
              <a:ext cx="1101419" cy="388200"/>
            </a:xfrm>
            <a:prstGeom prst="roundRect">
              <a:avLst>
                <a:gd fmla="val 9979" name="adj"/>
              </a:avLst>
            </a:prstGeom>
            <a:solidFill>
              <a:srgbClr val="898989"/>
            </a:solidFill>
            <a:ln>
              <a:noFill/>
            </a:ln>
          </p:spPr>
          <p:txBody>
            <a:bodyPr anchorCtr="0" anchor="ctr" bIns="60825" lIns="35950" spcFirstLastPara="1" rIns="35950" wrap="square" tIns="60825">
              <a:noAutofit/>
            </a:bodyPr>
            <a:lstStyle/>
            <a:p>
              <a:pPr indent="0" lvl="0" marL="0" marR="0" rtl="0" algn="ctr">
                <a:spcBef>
                  <a:spcPts val="0"/>
                </a:spcBef>
                <a:spcAft>
                  <a:spcPts val="0"/>
                </a:spcAft>
                <a:buNone/>
              </a:pPr>
              <a:r>
                <a:t/>
              </a:r>
              <a:endParaRPr b="1" sz="1334">
                <a:solidFill>
                  <a:srgbClr val="FFFFFF"/>
                </a:solidFill>
                <a:latin typeface="Calibri"/>
                <a:ea typeface="Calibri"/>
                <a:cs typeface="Calibri"/>
                <a:sym typeface="Calibri"/>
              </a:endParaRPr>
            </a:p>
          </p:txBody>
        </p:sp>
        <p:sp>
          <p:nvSpPr>
            <p:cNvPr id="1523" name="Google Shape;1523;p21"/>
            <p:cNvSpPr txBox="1"/>
            <p:nvPr/>
          </p:nvSpPr>
          <p:spPr>
            <a:xfrm>
              <a:off x="705886" y="1330677"/>
              <a:ext cx="1137038" cy="270818"/>
            </a:xfrm>
            <a:prstGeom prst="rect">
              <a:avLst/>
            </a:prstGeom>
            <a:noFill/>
            <a:ln>
              <a:noFill/>
            </a:ln>
          </p:spPr>
          <p:txBody>
            <a:bodyPr anchorCtr="0" anchor="ctr" bIns="45650" lIns="91325" spcFirstLastPara="1" rIns="91325" wrap="square" tIns="45650">
              <a:spAutoFit/>
            </a:bodyPr>
            <a:lstStyle/>
            <a:p>
              <a:pPr indent="0" lvl="0" marL="0" marR="0" rtl="0" algn="ctr">
                <a:spcBef>
                  <a:spcPts val="0"/>
                </a:spcBef>
                <a:spcAft>
                  <a:spcPts val="0"/>
                </a:spcAft>
                <a:buNone/>
              </a:pPr>
              <a:r>
                <a:rPr b="1" lang="en-US" sz="1000">
                  <a:solidFill>
                    <a:srgbClr val="FFFFFF"/>
                  </a:solidFill>
                  <a:latin typeface="Calibri"/>
                  <a:ea typeface="Calibri"/>
                  <a:cs typeface="Calibri"/>
                  <a:sym typeface="Calibri"/>
                </a:rPr>
                <a:t>NetEngine </a:t>
              </a:r>
              <a:endParaRPr/>
            </a:p>
            <a:p>
              <a:pPr indent="0" lvl="0" marL="0" marR="0" rtl="0" algn="ctr">
                <a:spcBef>
                  <a:spcPts val="0"/>
                </a:spcBef>
                <a:spcAft>
                  <a:spcPts val="0"/>
                </a:spcAft>
                <a:buNone/>
              </a:pPr>
              <a:r>
                <a:rPr b="1" lang="en-US" sz="1000">
                  <a:solidFill>
                    <a:srgbClr val="FFFFFF"/>
                  </a:solidFill>
                  <a:latin typeface="Calibri"/>
                  <a:ea typeface="Calibri"/>
                  <a:cs typeface="Calibri"/>
                  <a:sym typeface="Calibri"/>
                </a:rPr>
                <a:t>AR6100 系列</a:t>
              </a:r>
              <a:endParaRPr b="1" sz="1000">
                <a:solidFill>
                  <a:srgbClr val="FFFFFF"/>
                </a:solidFill>
                <a:latin typeface="Calibri"/>
                <a:ea typeface="Calibri"/>
                <a:cs typeface="Calibri"/>
                <a:sym typeface="Calibri"/>
              </a:endParaRPr>
            </a:p>
          </p:txBody>
        </p:sp>
      </p:grpSp>
      <p:sp>
        <p:nvSpPr>
          <p:cNvPr id="1524" name="Google Shape;1524;p21"/>
          <p:cNvSpPr/>
          <p:nvPr/>
        </p:nvSpPr>
        <p:spPr>
          <a:xfrm>
            <a:off x="2730350" y="3701650"/>
            <a:ext cx="1363559" cy="202048"/>
          </a:xfrm>
          <a:prstGeom prst="rect">
            <a:avLst/>
          </a:prstGeom>
          <a:noFill/>
          <a:ln>
            <a:noFill/>
          </a:ln>
        </p:spPr>
        <p:txBody>
          <a:bodyPr anchorCtr="0" anchor="t" bIns="45650" lIns="91325" spcFirstLastPara="1" rIns="91325" wrap="square" tIns="4565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以太</a:t>
            </a:r>
            <a:endParaRPr b="1" sz="1100">
              <a:solidFill>
                <a:srgbClr val="000000"/>
              </a:solidFill>
              <a:latin typeface="Calibri"/>
              <a:ea typeface="Calibri"/>
              <a:cs typeface="Calibri"/>
              <a:sym typeface="Calibri"/>
            </a:endParaRPr>
          </a:p>
        </p:txBody>
      </p:sp>
      <p:cxnSp>
        <p:nvCxnSpPr>
          <p:cNvPr id="1525" name="Google Shape;1525;p21"/>
          <p:cNvCxnSpPr/>
          <p:nvPr/>
        </p:nvCxnSpPr>
        <p:spPr>
          <a:xfrm>
            <a:off x="3019133" y="3969911"/>
            <a:ext cx="785992" cy="0"/>
          </a:xfrm>
          <a:prstGeom prst="straightConnector1">
            <a:avLst/>
          </a:prstGeom>
          <a:noFill/>
          <a:ln cap="flat" cmpd="sng" w="19050">
            <a:solidFill>
              <a:srgbClr val="E98C80"/>
            </a:solidFill>
            <a:prstDash val="solid"/>
            <a:round/>
            <a:headEnd len="sm" w="sm" type="none"/>
            <a:tailEnd len="sm" w="sm" type="none"/>
          </a:ln>
        </p:spPr>
      </p:cxnSp>
      <p:sp>
        <p:nvSpPr>
          <p:cNvPr id="1526" name="Google Shape;1526;p21"/>
          <p:cNvSpPr txBox="1"/>
          <p:nvPr/>
        </p:nvSpPr>
        <p:spPr>
          <a:xfrm>
            <a:off x="8618616" y="2647687"/>
            <a:ext cx="1599788" cy="302144"/>
          </a:xfrm>
          <a:prstGeom prst="rect">
            <a:avLst/>
          </a:prstGeom>
          <a:noFill/>
          <a:ln>
            <a:noFill/>
          </a:ln>
        </p:spPr>
        <p:txBody>
          <a:bodyPr anchorCtr="1" anchor="ctr" bIns="60800" lIns="121625" spcFirstLastPara="1" rIns="121625" wrap="square" tIns="60800">
            <a:spAutoFit/>
          </a:bodyPr>
          <a:lstStyle/>
          <a:p>
            <a:pPr indent="0" lvl="0" marL="0" marR="0" rtl="0" algn="l">
              <a:spcBef>
                <a:spcPts val="0"/>
              </a:spcBef>
              <a:spcAft>
                <a:spcPts val="0"/>
              </a:spcAft>
              <a:buNone/>
            </a:pPr>
            <a:r>
              <a:rPr b="1" lang="en-US" sz="1100">
                <a:solidFill>
                  <a:srgbClr val="000000"/>
                </a:solidFill>
                <a:latin typeface="Calibri"/>
                <a:ea typeface="Calibri"/>
                <a:cs typeface="Calibri"/>
                <a:sym typeface="Calibri"/>
              </a:rPr>
              <a:t>AR6140-16G4XG</a:t>
            </a:r>
            <a:endParaRPr/>
          </a:p>
        </p:txBody>
      </p:sp>
      <p:grpSp>
        <p:nvGrpSpPr>
          <p:cNvPr id="1527" name="Google Shape;1527;p21"/>
          <p:cNvGrpSpPr/>
          <p:nvPr/>
        </p:nvGrpSpPr>
        <p:grpSpPr>
          <a:xfrm>
            <a:off x="2663600" y="2478709"/>
            <a:ext cx="7111631" cy="889212"/>
            <a:chOff x="2762224" y="2795237"/>
            <a:chExt cx="8897863" cy="1112556"/>
          </a:xfrm>
        </p:grpSpPr>
        <p:sp>
          <p:nvSpPr>
            <p:cNvPr id="1528" name="Google Shape;1528;p21"/>
            <p:cNvSpPr txBox="1"/>
            <p:nvPr/>
          </p:nvSpPr>
          <p:spPr>
            <a:xfrm>
              <a:off x="5542790" y="2795237"/>
              <a:ext cx="1387493" cy="577225"/>
            </a:xfrm>
            <a:prstGeom prst="rect">
              <a:avLst/>
            </a:prstGeom>
            <a:noFill/>
            <a:ln>
              <a:noFill/>
            </a:ln>
          </p:spPr>
          <p:txBody>
            <a:bodyPr anchorCtr="1" anchor="ctr" bIns="60800" lIns="121600" spcFirstLastPara="1" rIns="121600" wrap="square" tIns="6080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AR6121</a:t>
              </a:r>
              <a:endParaRPr/>
            </a:p>
            <a:p>
              <a:pPr indent="0" lvl="0" marL="0" marR="0" rtl="0" algn="ctr">
                <a:spcBef>
                  <a:spcPts val="0"/>
                </a:spcBef>
                <a:spcAft>
                  <a:spcPts val="0"/>
                </a:spcAft>
                <a:buNone/>
              </a:pPr>
              <a:r>
                <a:rPr b="1" lang="en-US" sz="1100">
                  <a:solidFill>
                    <a:srgbClr val="000000"/>
                  </a:solidFill>
                  <a:latin typeface="Calibri"/>
                  <a:ea typeface="Calibri"/>
                  <a:cs typeface="Calibri"/>
                  <a:sym typeface="Calibri"/>
                </a:rPr>
                <a:t>AR6121E</a:t>
              </a:r>
              <a:endParaRPr/>
            </a:p>
          </p:txBody>
        </p:sp>
        <p:sp>
          <p:nvSpPr>
            <p:cNvPr id="1529" name="Google Shape;1529;p21"/>
            <p:cNvSpPr txBox="1"/>
            <p:nvPr/>
          </p:nvSpPr>
          <p:spPr>
            <a:xfrm>
              <a:off x="7584598" y="2859302"/>
              <a:ext cx="1963326" cy="567639"/>
            </a:xfrm>
            <a:prstGeom prst="rect">
              <a:avLst/>
            </a:prstGeom>
            <a:noFill/>
            <a:ln>
              <a:noFill/>
            </a:ln>
          </p:spPr>
          <p:txBody>
            <a:bodyPr anchorCtr="1" anchor="ctr" bIns="60800" lIns="121625" spcFirstLastPara="1" rIns="121625" wrap="square" tIns="60800">
              <a:spAutoFit/>
            </a:bodyPr>
            <a:lstStyle/>
            <a:p>
              <a:pPr indent="0" lvl="0" marL="0" marR="0" rtl="0" algn="l">
                <a:spcBef>
                  <a:spcPts val="0"/>
                </a:spcBef>
                <a:spcAft>
                  <a:spcPts val="0"/>
                </a:spcAft>
                <a:buNone/>
              </a:pPr>
              <a:r>
                <a:rPr b="1" lang="en-US" sz="1100">
                  <a:solidFill>
                    <a:srgbClr val="000000"/>
                  </a:solidFill>
                  <a:latin typeface="Calibri"/>
                  <a:ea typeface="Calibri"/>
                  <a:cs typeface="Calibri"/>
                  <a:sym typeface="Calibri"/>
                </a:rPr>
                <a:t>AR6140-9G-2AC</a:t>
              </a:r>
              <a:endParaRPr/>
            </a:p>
            <a:p>
              <a:pPr indent="0" lvl="0" marL="0" marR="0" rtl="0" algn="l">
                <a:spcBef>
                  <a:spcPts val="0"/>
                </a:spcBef>
                <a:spcAft>
                  <a:spcPts val="0"/>
                </a:spcAft>
                <a:buNone/>
              </a:pPr>
              <a:r>
                <a:rPr b="1" lang="en-US" sz="1050">
                  <a:solidFill>
                    <a:srgbClr val="000000"/>
                  </a:solidFill>
                  <a:latin typeface="Calibri"/>
                  <a:ea typeface="Calibri"/>
                  <a:cs typeface="Calibri"/>
                  <a:sym typeface="Calibri"/>
                </a:rPr>
                <a:t>AR6140E-9G-2AC</a:t>
              </a:r>
              <a:endParaRPr/>
            </a:p>
          </p:txBody>
        </p:sp>
        <p:sp>
          <p:nvSpPr>
            <p:cNvPr id="1530" name="Google Shape;1530;p21"/>
            <p:cNvSpPr txBox="1"/>
            <p:nvPr/>
          </p:nvSpPr>
          <p:spPr>
            <a:xfrm>
              <a:off x="3490472" y="3114364"/>
              <a:ext cx="765037" cy="207464"/>
            </a:xfrm>
            <a:prstGeom prst="rect">
              <a:avLst/>
            </a:prstGeom>
            <a:noFill/>
            <a:ln>
              <a:noFill/>
            </a:ln>
          </p:spPr>
          <p:txBody>
            <a:bodyPr anchorCtr="1" anchor="ctr" bIns="60800" lIns="121625" spcFirstLastPara="1" rIns="121625" wrap="square" tIns="60800">
              <a:spAutoFit/>
            </a:bodyPr>
            <a:lstStyle/>
            <a:p>
              <a:pPr indent="0" lvl="0" marL="0" marR="0" rtl="0" algn="l">
                <a:lnSpc>
                  <a:spcPct val="50000"/>
                </a:lnSpc>
                <a:spcBef>
                  <a:spcPts val="0"/>
                </a:spcBef>
                <a:spcAft>
                  <a:spcPts val="0"/>
                </a:spcAft>
                <a:buNone/>
              </a:pPr>
              <a:r>
                <a:rPr b="1" lang="en-US" sz="1100">
                  <a:solidFill>
                    <a:srgbClr val="000000"/>
                  </a:solidFill>
                  <a:latin typeface="Calibri"/>
                  <a:ea typeface="Calibri"/>
                  <a:cs typeface="Calibri"/>
                  <a:sym typeface="Calibri"/>
                </a:rPr>
                <a:t>AR6120</a:t>
              </a:r>
              <a:endParaRPr/>
            </a:p>
          </p:txBody>
        </p:sp>
        <p:pic>
          <p:nvPicPr>
            <p:cNvPr id="1531" name="Google Shape;1531;p21"/>
            <p:cNvPicPr preferRelativeResize="0"/>
            <p:nvPr/>
          </p:nvPicPr>
          <p:blipFill rotWithShape="1">
            <a:blip r:embed="rId10">
              <a:alphaModFix/>
            </a:blip>
            <a:srcRect b="0" l="0" r="0" t="0"/>
            <a:stretch/>
          </p:blipFill>
          <p:spPr>
            <a:xfrm>
              <a:off x="2762224" y="3358597"/>
              <a:ext cx="2108792" cy="241992"/>
            </a:xfrm>
            <a:prstGeom prst="rect">
              <a:avLst/>
            </a:prstGeom>
            <a:noFill/>
            <a:ln>
              <a:noFill/>
            </a:ln>
          </p:spPr>
        </p:pic>
        <p:pic>
          <p:nvPicPr>
            <p:cNvPr id="1532" name="Google Shape;1532;p21"/>
            <p:cNvPicPr preferRelativeResize="0"/>
            <p:nvPr/>
          </p:nvPicPr>
          <p:blipFill rotWithShape="1">
            <a:blip r:embed="rId11">
              <a:alphaModFix/>
            </a:blip>
            <a:srcRect b="0" l="0" r="0" t="0"/>
            <a:stretch/>
          </p:blipFill>
          <p:spPr>
            <a:xfrm>
              <a:off x="7295000" y="3359653"/>
              <a:ext cx="2491359" cy="255286"/>
            </a:xfrm>
            <a:prstGeom prst="rect">
              <a:avLst/>
            </a:prstGeom>
            <a:noFill/>
            <a:ln>
              <a:noFill/>
            </a:ln>
          </p:spPr>
        </p:pic>
        <p:pic>
          <p:nvPicPr>
            <p:cNvPr descr="C:\Users\s00506297\AppData\Roaming\eSpace_Desktop\UserData\s00506297\imagefiles\originalImgfiles\316654FD-ABBB-4440-988E-00BC89B9FDC8.png" id="1533" name="Google Shape;1533;p21"/>
            <p:cNvPicPr preferRelativeResize="0"/>
            <p:nvPr/>
          </p:nvPicPr>
          <p:blipFill rotWithShape="1">
            <a:blip r:embed="rId12">
              <a:alphaModFix/>
            </a:blip>
            <a:srcRect b="0" l="0" r="0" t="0"/>
            <a:stretch/>
          </p:blipFill>
          <p:spPr>
            <a:xfrm>
              <a:off x="5045602" y="3348461"/>
              <a:ext cx="2185478" cy="258475"/>
            </a:xfrm>
            <a:prstGeom prst="rect">
              <a:avLst/>
            </a:prstGeom>
            <a:noFill/>
            <a:ln>
              <a:noFill/>
            </a:ln>
          </p:spPr>
        </p:pic>
        <p:sp>
          <p:nvSpPr>
            <p:cNvPr id="1534" name="Google Shape;1534;p21"/>
            <p:cNvSpPr txBox="1"/>
            <p:nvPr/>
          </p:nvSpPr>
          <p:spPr>
            <a:xfrm>
              <a:off x="3544281" y="3621745"/>
              <a:ext cx="590162" cy="286048"/>
            </a:xfrm>
            <a:prstGeom prst="rect">
              <a:avLst/>
            </a:prstGeom>
            <a:noFill/>
            <a:ln>
              <a:noFill/>
            </a:ln>
          </p:spPr>
          <p:txBody>
            <a:bodyPr anchorCtr="1" anchor="ctr" bIns="60800" lIns="121625" spcFirstLastPara="1" rIns="121625" wrap="square" tIns="60800">
              <a:spAutoFit/>
            </a:bodyPr>
            <a:lstStyle/>
            <a:p>
              <a:pPr indent="0" lvl="0" marL="0" marR="0" rtl="0" algn="l">
                <a:lnSpc>
                  <a:spcPct val="50000"/>
                </a:lnSpc>
                <a:spcBef>
                  <a:spcPts val="0"/>
                </a:spcBef>
                <a:spcAft>
                  <a:spcPts val="0"/>
                </a:spcAft>
                <a:buNone/>
              </a:pPr>
              <a:r>
                <a:rPr b="1" lang="en-US" sz="1100">
                  <a:solidFill>
                    <a:srgbClr val="000000"/>
                  </a:solidFill>
                  <a:latin typeface="Calibri"/>
                  <a:ea typeface="Calibri"/>
                  <a:cs typeface="Calibri"/>
                  <a:sym typeface="Calibri"/>
                </a:rPr>
                <a:t>A版</a:t>
              </a:r>
              <a:endParaRPr b="1" sz="1100">
                <a:solidFill>
                  <a:srgbClr val="000000"/>
                </a:solidFill>
                <a:latin typeface="Calibri"/>
                <a:ea typeface="Calibri"/>
                <a:cs typeface="Calibri"/>
                <a:sym typeface="Calibri"/>
              </a:endParaRPr>
            </a:p>
          </p:txBody>
        </p:sp>
        <p:sp>
          <p:nvSpPr>
            <p:cNvPr id="1535" name="Google Shape;1535;p21"/>
            <p:cNvSpPr txBox="1"/>
            <p:nvPr/>
          </p:nvSpPr>
          <p:spPr>
            <a:xfrm>
              <a:off x="11069925" y="3621746"/>
              <a:ext cx="590162" cy="286047"/>
            </a:xfrm>
            <a:prstGeom prst="rect">
              <a:avLst/>
            </a:prstGeom>
            <a:noFill/>
            <a:ln>
              <a:noFill/>
            </a:ln>
          </p:spPr>
          <p:txBody>
            <a:bodyPr anchorCtr="1" anchor="ctr" bIns="60800" lIns="121625" spcFirstLastPara="1" rIns="121625" wrap="square" tIns="60800">
              <a:spAutoFit/>
            </a:bodyPr>
            <a:lstStyle/>
            <a:p>
              <a:pPr indent="0" lvl="0" marL="0" marR="0" rtl="0" algn="l">
                <a:lnSpc>
                  <a:spcPct val="50000"/>
                </a:lnSpc>
                <a:spcBef>
                  <a:spcPts val="0"/>
                </a:spcBef>
                <a:spcAft>
                  <a:spcPts val="0"/>
                </a:spcAft>
                <a:buNone/>
              </a:pPr>
              <a:r>
                <a:rPr b="1" lang="en-US" sz="1100">
                  <a:solidFill>
                    <a:srgbClr val="000000"/>
                  </a:solidFill>
                  <a:latin typeface="Calibri"/>
                  <a:ea typeface="Calibri"/>
                  <a:cs typeface="Calibri"/>
                  <a:sym typeface="Calibri"/>
                </a:rPr>
                <a:t>A版</a:t>
              </a:r>
              <a:endParaRPr b="1" sz="1100">
                <a:solidFill>
                  <a:srgbClr val="000000"/>
                </a:solidFill>
                <a:latin typeface="Calibri"/>
                <a:ea typeface="Calibri"/>
                <a:cs typeface="Calibri"/>
                <a:sym typeface="Calibri"/>
              </a:endParaRPr>
            </a:p>
          </p:txBody>
        </p:sp>
      </p:grpSp>
      <p:pic>
        <p:nvPicPr>
          <p:cNvPr descr="C:\Users\s00506297\AppData\Roaming\eSpace_Desktop\UserData\s00506297\imagefiles\originalImgfiles\164B6C69-4C58-415B-ACE8-866BD1A85D80.png" id="1536" name="Google Shape;1536;p21"/>
          <p:cNvPicPr preferRelativeResize="0"/>
          <p:nvPr/>
        </p:nvPicPr>
        <p:blipFill rotWithShape="1">
          <a:blip r:embed="rId13">
            <a:alphaModFix/>
          </a:blip>
          <a:srcRect b="0" l="0" r="0" t="0"/>
          <a:stretch/>
        </p:blipFill>
        <p:spPr>
          <a:xfrm>
            <a:off x="8366663" y="2902380"/>
            <a:ext cx="2017304" cy="223513"/>
          </a:xfrm>
          <a:prstGeom prst="rect">
            <a:avLst/>
          </a:prstGeom>
          <a:noFill/>
          <a:ln>
            <a:noFill/>
          </a:ln>
        </p:spPr>
      </p:pic>
      <p:grpSp>
        <p:nvGrpSpPr>
          <p:cNvPr id="1537" name="Google Shape;1537;p21"/>
          <p:cNvGrpSpPr/>
          <p:nvPr/>
        </p:nvGrpSpPr>
        <p:grpSpPr>
          <a:xfrm>
            <a:off x="870140" y="3977270"/>
            <a:ext cx="1464608" cy="573374"/>
            <a:chOff x="705886" y="1270364"/>
            <a:chExt cx="1137038" cy="388200"/>
          </a:xfrm>
        </p:grpSpPr>
        <p:sp>
          <p:nvSpPr>
            <p:cNvPr id="1538" name="Google Shape;1538;p21"/>
            <p:cNvSpPr/>
            <p:nvPr/>
          </p:nvSpPr>
          <p:spPr>
            <a:xfrm>
              <a:off x="723696" y="1270364"/>
              <a:ext cx="1101419" cy="388200"/>
            </a:xfrm>
            <a:prstGeom prst="roundRect">
              <a:avLst>
                <a:gd fmla="val 9979" name="adj"/>
              </a:avLst>
            </a:prstGeom>
            <a:solidFill>
              <a:srgbClr val="898989"/>
            </a:solidFill>
            <a:ln>
              <a:noFill/>
            </a:ln>
          </p:spPr>
          <p:txBody>
            <a:bodyPr anchorCtr="0" anchor="ctr" bIns="60825" lIns="35950" spcFirstLastPara="1" rIns="35950" wrap="square" tIns="60825">
              <a:noAutofit/>
            </a:bodyPr>
            <a:lstStyle/>
            <a:p>
              <a:pPr indent="0" lvl="0" marL="0" marR="0" rtl="0" algn="ctr">
                <a:spcBef>
                  <a:spcPts val="0"/>
                </a:spcBef>
                <a:spcAft>
                  <a:spcPts val="0"/>
                </a:spcAft>
                <a:buNone/>
              </a:pPr>
              <a:r>
                <a:t/>
              </a:r>
              <a:endParaRPr b="1" sz="1334">
                <a:solidFill>
                  <a:srgbClr val="FFFFFF"/>
                </a:solidFill>
                <a:latin typeface="Calibri"/>
                <a:ea typeface="Calibri"/>
                <a:cs typeface="Calibri"/>
                <a:sym typeface="Calibri"/>
              </a:endParaRPr>
            </a:p>
          </p:txBody>
        </p:sp>
        <p:sp>
          <p:nvSpPr>
            <p:cNvPr id="1539" name="Google Shape;1539;p21"/>
            <p:cNvSpPr txBox="1"/>
            <p:nvPr/>
          </p:nvSpPr>
          <p:spPr>
            <a:xfrm>
              <a:off x="705886" y="1330677"/>
              <a:ext cx="1137038" cy="270818"/>
            </a:xfrm>
            <a:prstGeom prst="rect">
              <a:avLst/>
            </a:prstGeom>
            <a:noFill/>
            <a:ln>
              <a:noFill/>
            </a:ln>
          </p:spPr>
          <p:txBody>
            <a:bodyPr anchorCtr="0" anchor="ctr" bIns="45650" lIns="91325" spcFirstLastPara="1" rIns="91325" wrap="square" tIns="45650">
              <a:spAutoFit/>
            </a:bodyPr>
            <a:lstStyle/>
            <a:p>
              <a:pPr indent="0" lvl="0" marL="0" marR="0" rtl="0" algn="ctr">
                <a:spcBef>
                  <a:spcPts val="0"/>
                </a:spcBef>
                <a:spcAft>
                  <a:spcPts val="0"/>
                </a:spcAft>
                <a:buNone/>
              </a:pPr>
              <a:r>
                <a:rPr b="1" lang="en-US" sz="1000">
                  <a:solidFill>
                    <a:srgbClr val="FFFFFF"/>
                  </a:solidFill>
                  <a:latin typeface="Calibri"/>
                  <a:ea typeface="Calibri"/>
                  <a:cs typeface="Calibri"/>
                  <a:sym typeface="Calibri"/>
                </a:rPr>
                <a:t>NetEngine </a:t>
              </a:r>
              <a:endParaRPr/>
            </a:p>
            <a:p>
              <a:pPr indent="0" lvl="0" marL="0" marR="0" rtl="0" algn="ctr">
                <a:spcBef>
                  <a:spcPts val="0"/>
                </a:spcBef>
                <a:spcAft>
                  <a:spcPts val="0"/>
                </a:spcAft>
                <a:buNone/>
              </a:pPr>
              <a:r>
                <a:rPr b="1" lang="en-US" sz="1000">
                  <a:solidFill>
                    <a:srgbClr val="FFFFFF"/>
                  </a:solidFill>
                  <a:latin typeface="Calibri"/>
                  <a:ea typeface="Calibri"/>
                  <a:cs typeface="Calibri"/>
                  <a:sym typeface="Calibri"/>
                </a:rPr>
                <a:t>AR650系列</a:t>
              </a:r>
              <a:endParaRPr b="1" sz="1000">
                <a:solidFill>
                  <a:srgbClr val="FFFFFF"/>
                </a:solidFill>
                <a:latin typeface="Calibri"/>
                <a:ea typeface="Calibri"/>
                <a:cs typeface="Calibri"/>
                <a:sym typeface="Calibri"/>
              </a:endParaRPr>
            </a:p>
          </p:txBody>
        </p:sp>
      </p:grpSp>
      <p:sp>
        <p:nvSpPr>
          <p:cNvPr id="1540" name="Google Shape;1540;p21"/>
          <p:cNvSpPr txBox="1"/>
          <p:nvPr/>
        </p:nvSpPr>
        <p:spPr>
          <a:xfrm>
            <a:off x="4559624" y="4000276"/>
            <a:ext cx="670395" cy="225450"/>
          </a:xfrm>
          <a:prstGeom prst="rect">
            <a:avLst/>
          </a:prstGeom>
          <a:noFill/>
          <a:ln>
            <a:noFill/>
          </a:ln>
        </p:spPr>
        <p:txBody>
          <a:bodyPr anchorCtr="1" anchor="ctr" bIns="60800" lIns="121600" spcFirstLastPara="1" rIns="121600" wrap="square" tIns="60800">
            <a:sp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AR651</a:t>
            </a:r>
            <a:endParaRPr/>
          </a:p>
        </p:txBody>
      </p:sp>
      <p:sp>
        <p:nvSpPr>
          <p:cNvPr id="1541" name="Google Shape;1541;p21"/>
          <p:cNvSpPr txBox="1"/>
          <p:nvPr/>
        </p:nvSpPr>
        <p:spPr>
          <a:xfrm>
            <a:off x="6248566" y="3968248"/>
            <a:ext cx="800238" cy="225450"/>
          </a:xfrm>
          <a:prstGeom prst="rect">
            <a:avLst/>
          </a:prstGeom>
          <a:noFill/>
          <a:ln>
            <a:noFill/>
          </a:ln>
        </p:spPr>
        <p:txBody>
          <a:bodyPr anchorCtr="1" anchor="ctr" bIns="60800" lIns="121600" spcFirstLastPara="1" rIns="121600" wrap="square" tIns="60800">
            <a:sp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AR651W</a:t>
            </a:r>
            <a:endParaRPr/>
          </a:p>
        </p:txBody>
      </p:sp>
      <p:pic>
        <p:nvPicPr>
          <p:cNvPr id="1542" name="Google Shape;1542;p21"/>
          <p:cNvPicPr preferRelativeResize="0"/>
          <p:nvPr/>
        </p:nvPicPr>
        <p:blipFill rotWithShape="1">
          <a:blip r:embed="rId14">
            <a:alphaModFix/>
          </a:blip>
          <a:srcRect b="0" l="0" r="0" t="48082"/>
          <a:stretch/>
        </p:blipFill>
        <p:spPr>
          <a:xfrm>
            <a:off x="2708299" y="4259046"/>
            <a:ext cx="1348696" cy="238568"/>
          </a:xfrm>
          <a:prstGeom prst="rect">
            <a:avLst/>
          </a:prstGeom>
          <a:noFill/>
          <a:ln>
            <a:noFill/>
          </a:ln>
        </p:spPr>
      </p:pic>
      <p:sp>
        <p:nvSpPr>
          <p:cNvPr id="1543" name="Google Shape;1543;p21"/>
          <p:cNvSpPr/>
          <p:nvPr/>
        </p:nvSpPr>
        <p:spPr>
          <a:xfrm>
            <a:off x="4213042" y="3701650"/>
            <a:ext cx="1363559" cy="261501"/>
          </a:xfrm>
          <a:prstGeom prst="rect">
            <a:avLst/>
          </a:prstGeom>
          <a:noFill/>
          <a:ln>
            <a:noFill/>
          </a:ln>
        </p:spPr>
        <p:txBody>
          <a:bodyPr anchorCtr="0" anchor="t" bIns="45650" lIns="91325" spcFirstLastPara="1" rIns="91325" wrap="square" tIns="4565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以太 + LTE(MIC)</a:t>
            </a:r>
            <a:endParaRPr/>
          </a:p>
        </p:txBody>
      </p:sp>
      <p:cxnSp>
        <p:nvCxnSpPr>
          <p:cNvPr id="1544" name="Google Shape;1544;p21"/>
          <p:cNvCxnSpPr/>
          <p:nvPr/>
        </p:nvCxnSpPr>
        <p:spPr>
          <a:xfrm>
            <a:off x="4379485" y="3969911"/>
            <a:ext cx="1030673" cy="0"/>
          </a:xfrm>
          <a:prstGeom prst="straightConnector1">
            <a:avLst/>
          </a:prstGeom>
          <a:noFill/>
          <a:ln cap="flat" cmpd="sng" w="19050">
            <a:solidFill>
              <a:srgbClr val="E98C80"/>
            </a:solidFill>
            <a:prstDash val="solid"/>
            <a:round/>
            <a:headEnd len="sm" w="sm" type="none"/>
            <a:tailEnd len="sm" w="sm" type="none"/>
          </a:ln>
        </p:spPr>
      </p:cxnSp>
      <p:sp>
        <p:nvSpPr>
          <p:cNvPr id="1545" name="Google Shape;1545;p21"/>
          <p:cNvSpPr/>
          <p:nvPr/>
        </p:nvSpPr>
        <p:spPr>
          <a:xfrm>
            <a:off x="5786902" y="3682186"/>
            <a:ext cx="1723567" cy="261501"/>
          </a:xfrm>
          <a:prstGeom prst="rect">
            <a:avLst/>
          </a:prstGeom>
          <a:noFill/>
          <a:ln>
            <a:noFill/>
          </a:ln>
        </p:spPr>
        <p:txBody>
          <a:bodyPr anchorCtr="0" anchor="t" bIns="45650" lIns="91325" spcFirstLastPara="1" rIns="91325" wrap="square" tIns="45650">
            <a:sp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以太 + Wi-Fi + LTE(MIC)</a:t>
            </a:r>
            <a:endParaRPr/>
          </a:p>
        </p:txBody>
      </p:sp>
      <p:cxnSp>
        <p:nvCxnSpPr>
          <p:cNvPr id="1546" name="Google Shape;1546;p21"/>
          <p:cNvCxnSpPr/>
          <p:nvPr/>
        </p:nvCxnSpPr>
        <p:spPr>
          <a:xfrm>
            <a:off x="5988560" y="3950447"/>
            <a:ext cx="1320251" cy="0"/>
          </a:xfrm>
          <a:prstGeom prst="straightConnector1">
            <a:avLst/>
          </a:prstGeom>
          <a:noFill/>
          <a:ln cap="flat" cmpd="sng" w="19050">
            <a:solidFill>
              <a:srgbClr val="E98C80"/>
            </a:solidFill>
            <a:prstDash val="solid"/>
            <a:round/>
            <a:headEnd len="sm" w="sm" type="none"/>
            <a:tailEnd len="sm" w="sm" type="none"/>
          </a:ln>
        </p:spPr>
      </p:cxnSp>
      <p:cxnSp>
        <p:nvCxnSpPr>
          <p:cNvPr id="1547" name="Google Shape;1547;p21"/>
          <p:cNvCxnSpPr/>
          <p:nvPr/>
        </p:nvCxnSpPr>
        <p:spPr>
          <a:xfrm>
            <a:off x="1040118" y="4723540"/>
            <a:ext cx="9872080" cy="0"/>
          </a:xfrm>
          <a:prstGeom prst="straightConnector1">
            <a:avLst/>
          </a:prstGeom>
          <a:noFill/>
          <a:ln cap="flat" cmpd="sng" w="9525">
            <a:solidFill>
              <a:srgbClr val="E98C80"/>
            </a:solidFill>
            <a:prstDash val="dash"/>
            <a:round/>
            <a:headEnd len="sm" w="sm" type="none"/>
            <a:tailEnd len="sm" w="sm" type="none"/>
          </a:ln>
        </p:spPr>
      </p:cxnSp>
      <p:sp>
        <p:nvSpPr>
          <p:cNvPr id="1548" name="Google Shape;1548;p21"/>
          <p:cNvSpPr/>
          <p:nvPr/>
        </p:nvSpPr>
        <p:spPr>
          <a:xfrm>
            <a:off x="960194" y="4920823"/>
            <a:ext cx="1247972" cy="338296"/>
          </a:xfrm>
          <a:prstGeom prst="rect">
            <a:avLst/>
          </a:prstGeom>
          <a:noFill/>
          <a:ln>
            <a:noFill/>
          </a:ln>
        </p:spPr>
        <p:txBody>
          <a:bodyPr anchorCtr="0" anchor="t" bIns="60875" lIns="121775" spcFirstLastPara="1" rIns="121775" wrap="square" tIns="60875">
            <a:spAutoFit/>
          </a:bodyPr>
          <a:lstStyle/>
          <a:p>
            <a:pPr indent="0" lvl="0" marL="0" marR="0" rtl="0" algn="ctr">
              <a:spcBef>
                <a:spcPts val="0"/>
              </a:spcBef>
              <a:spcAft>
                <a:spcPts val="0"/>
              </a:spcAft>
              <a:buNone/>
            </a:pPr>
            <a:r>
              <a:rPr b="1" lang="en-US" sz="1400">
                <a:solidFill>
                  <a:srgbClr val="000000"/>
                </a:solidFill>
                <a:latin typeface="Calibri"/>
                <a:ea typeface="Calibri"/>
                <a:cs typeface="Calibri"/>
                <a:sym typeface="Calibri"/>
              </a:rPr>
              <a:t>SOHO </a:t>
            </a:r>
            <a:endParaRPr/>
          </a:p>
        </p:txBody>
      </p:sp>
      <p:grpSp>
        <p:nvGrpSpPr>
          <p:cNvPr id="1549" name="Google Shape;1549;p21"/>
          <p:cNvGrpSpPr/>
          <p:nvPr/>
        </p:nvGrpSpPr>
        <p:grpSpPr>
          <a:xfrm>
            <a:off x="851876" y="5249986"/>
            <a:ext cx="1464608" cy="573374"/>
            <a:chOff x="705886" y="1270364"/>
            <a:chExt cx="1137038" cy="388200"/>
          </a:xfrm>
        </p:grpSpPr>
        <p:sp>
          <p:nvSpPr>
            <p:cNvPr id="1550" name="Google Shape;1550;p21"/>
            <p:cNvSpPr/>
            <p:nvPr/>
          </p:nvSpPr>
          <p:spPr>
            <a:xfrm>
              <a:off x="723696" y="1270364"/>
              <a:ext cx="1101419" cy="388200"/>
            </a:xfrm>
            <a:prstGeom prst="roundRect">
              <a:avLst>
                <a:gd fmla="val 9979" name="adj"/>
              </a:avLst>
            </a:prstGeom>
            <a:solidFill>
              <a:srgbClr val="898989"/>
            </a:solidFill>
            <a:ln>
              <a:noFill/>
            </a:ln>
          </p:spPr>
          <p:txBody>
            <a:bodyPr anchorCtr="0" anchor="ctr" bIns="60825" lIns="35950" spcFirstLastPara="1" rIns="35950" wrap="square" tIns="60825">
              <a:noAutofit/>
            </a:bodyPr>
            <a:lstStyle/>
            <a:p>
              <a:pPr indent="0" lvl="0" marL="0" marR="0" rtl="0" algn="ctr">
                <a:spcBef>
                  <a:spcPts val="0"/>
                </a:spcBef>
                <a:spcAft>
                  <a:spcPts val="0"/>
                </a:spcAft>
                <a:buNone/>
              </a:pPr>
              <a:r>
                <a:t/>
              </a:r>
              <a:endParaRPr b="1" sz="1334">
                <a:solidFill>
                  <a:srgbClr val="FFFFFF"/>
                </a:solidFill>
                <a:latin typeface="Calibri"/>
                <a:ea typeface="Calibri"/>
                <a:cs typeface="Calibri"/>
                <a:sym typeface="Calibri"/>
              </a:endParaRPr>
            </a:p>
          </p:txBody>
        </p:sp>
        <p:sp>
          <p:nvSpPr>
            <p:cNvPr id="1551" name="Google Shape;1551;p21"/>
            <p:cNvSpPr txBox="1"/>
            <p:nvPr/>
          </p:nvSpPr>
          <p:spPr>
            <a:xfrm>
              <a:off x="705886" y="1330677"/>
              <a:ext cx="1137038" cy="270818"/>
            </a:xfrm>
            <a:prstGeom prst="rect">
              <a:avLst/>
            </a:prstGeom>
            <a:noFill/>
            <a:ln>
              <a:noFill/>
            </a:ln>
          </p:spPr>
          <p:txBody>
            <a:bodyPr anchorCtr="0" anchor="ctr" bIns="45650" lIns="91325" spcFirstLastPara="1" rIns="91325" wrap="square" tIns="45650">
              <a:spAutoFit/>
            </a:bodyPr>
            <a:lstStyle/>
            <a:p>
              <a:pPr indent="0" lvl="0" marL="0" marR="0" rtl="0" algn="ctr">
                <a:spcBef>
                  <a:spcPts val="0"/>
                </a:spcBef>
                <a:spcAft>
                  <a:spcPts val="0"/>
                </a:spcAft>
                <a:buNone/>
              </a:pPr>
              <a:r>
                <a:rPr b="1" lang="en-US" sz="1000">
                  <a:solidFill>
                    <a:srgbClr val="FFFFFF"/>
                  </a:solidFill>
                  <a:latin typeface="Calibri"/>
                  <a:ea typeface="Calibri"/>
                  <a:cs typeface="Calibri"/>
                  <a:sym typeface="Calibri"/>
                </a:rPr>
                <a:t>NetEngine </a:t>
              </a:r>
              <a:endParaRPr/>
            </a:p>
            <a:p>
              <a:pPr indent="0" lvl="0" marL="0" marR="0" rtl="0" algn="ctr">
                <a:spcBef>
                  <a:spcPts val="0"/>
                </a:spcBef>
                <a:spcAft>
                  <a:spcPts val="0"/>
                </a:spcAft>
                <a:buNone/>
              </a:pPr>
              <a:r>
                <a:rPr b="1" lang="en-US" sz="1000">
                  <a:solidFill>
                    <a:srgbClr val="FFFFFF"/>
                  </a:solidFill>
                  <a:latin typeface="Calibri"/>
                  <a:ea typeface="Calibri"/>
                  <a:cs typeface="Calibri"/>
                  <a:sym typeface="Calibri"/>
                </a:rPr>
                <a:t>AR610系列</a:t>
              </a:r>
              <a:endParaRPr b="1" sz="1000">
                <a:solidFill>
                  <a:srgbClr val="FFFFFF"/>
                </a:solidFill>
                <a:latin typeface="Calibri"/>
                <a:ea typeface="Calibri"/>
                <a:cs typeface="Calibri"/>
                <a:sym typeface="Calibri"/>
              </a:endParaRPr>
            </a:p>
          </p:txBody>
        </p:sp>
      </p:grpSp>
      <p:sp>
        <p:nvSpPr>
          <p:cNvPr id="1552" name="Google Shape;1552;p21"/>
          <p:cNvSpPr txBox="1"/>
          <p:nvPr/>
        </p:nvSpPr>
        <p:spPr>
          <a:xfrm>
            <a:off x="6111299" y="5582185"/>
            <a:ext cx="2133491" cy="240813"/>
          </a:xfrm>
          <a:prstGeom prst="rect">
            <a:avLst/>
          </a:prstGeom>
          <a:noFill/>
          <a:ln>
            <a:noFill/>
          </a:ln>
        </p:spPr>
        <p:txBody>
          <a:bodyPr anchorCtr="1" anchor="ctr" bIns="60800" lIns="121625" spcFirstLastPara="1" rIns="121625" wrap="square" tIns="60800">
            <a:noAutofit/>
          </a:bodyPr>
          <a:lstStyle/>
          <a:p>
            <a:pPr indent="0" lvl="0" marL="0" marR="0" rtl="0" algn="l">
              <a:lnSpc>
                <a:spcPct val="50000"/>
              </a:lnSpc>
              <a:spcBef>
                <a:spcPts val="0"/>
              </a:spcBef>
              <a:spcAft>
                <a:spcPts val="0"/>
              </a:spcAft>
              <a:buNone/>
            </a:pPr>
            <a:r>
              <a:rPr b="1" lang="en-US" sz="1050">
                <a:solidFill>
                  <a:srgbClr val="000000"/>
                </a:solidFill>
                <a:latin typeface="Arial"/>
                <a:ea typeface="Arial"/>
                <a:cs typeface="Arial"/>
                <a:sym typeface="Arial"/>
              </a:rPr>
              <a:t>NetEngine </a:t>
            </a:r>
            <a:r>
              <a:rPr b="1" lang="en-US" sz="1067">
                <a:solidFill>
                  <a:srgbClr val="000000"/>
                </a:solidFill>
                <a:latin typeface="Arial"/>
                <a:ea typeface="Arial"/>
                <a:cs typeface="Arial"/>
                <a:sym typeface="Arial"/>
              </a:rPr>
              <a:t>AR617VW</a:t>
            </a:r>
            <a:endParaRPr/>
          </a:p>
        </p:txBody>
      </p:sp>
      <p:pic>
        <p:nvPicPr>
          <p:cNvPr id="1553" name="Google Shape;1553;p21"/>
          <p:cNvPicPr preferRelativeResize="0"/>
          <p:nvPr/>
        </p:nvPicPr>
        <p:blipFill rotWithShape="1">
          <a:blip r:embed="rId15">
            <a:alphaModFix/>
          </a:blip>
          <a:srcRect b="0" l="0" r="0" t="0"/>
          <a:stretch/>
        </p:blipFill>
        <p:spPr>
          <a:xfrm>
            <a:off x="5388742" y="5397511"/>
            <a:ext cx="1034883" cy="425488"/>
          </a:xfrm>
          <a:prstGeom prst="rect">
            <a:avLst/>
          </a:prstGeom>
          <a:noFill/>
          <a:ln>
            <a:noFill/>
          </a:ln>
        </p:spPr>
      </p:pic>
      <p:sp>
        <p:nvSpPr>
          <p:cNvPr id="1554" name="Google Shape;1554;p21"/>
          <p:cNvSpPr txBox="1"/>
          <p:nvPr/>
        </p:nvSpPr>
        <p:spPr>
          <a:xfrm>
            <a:off x="7650673" y="4050146"/>
            <a:ext cx="1665535" cy="165582"/>
          </a:xfrm>
          <a:prstGeom prst="rect">
            <a:avLst/>
          </a:prstGeom>
          <a:noFill/>
          <a:ln>
            <a:noFill/>
          </a:ln>
        </p:spPr>
        <p:txBody>
          <a:bodyPr anchorCtr="1" anchor="ctr" bIns="60800" lIns="121600" spcFirstLastPara="1" rIns="121600" wrap="square" tIns="60800">
            <a:no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AR657W</a:t>
            </a:r>
            <a:endParaRPr/>
          </a:p>
        </p:txBody>
      </p:sp>
      <p:sp>
        <p:nvSpPr>
          <p:cNvPr id="1555" name="Google Shape;1555;p21"/>
          <p:cNvSpPr/>
          <p:nvPr/>
        </p:nvSpPr>
        <p:spPr>
          <a:xfrm>
            <a:off x="7650673" y="3585815"/>
            <a:ext cx="1733484" cy="234619"/>
          </a:xfrm>
          <a:prstGeom prst="rect">
            <a:avLst/>
          </a:prstGeom>
          <a:noFill/>
          <a:ln>
            <a:noFill/>
          </a:ln>
        </p:spPr>
        <p:txBody>
          <a:bodyPr anchorCtr="0" anchor="t" bIns="45650" lIns="91325" spcFirstLastPara="1" rIns="91325" wrap="square" tIns="45650">
            <a:no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以太 + DSL+ Wi-Fi + LTE (MIC)</a:t>
            </a:r>
            <a:endParaRPr/>
          </a:p>
        </p:txBody>
      </p:sp>
      <p:cxnSp>
        <p:nvCxnSpPr>
          <p:cNvPr id="1556" name="Google Shape;1556;p21"/>
          <p:cNvCxnSpPr/>
          <p:nvPr/>
        </p:nvCxnSpPr>
        <p:spPr>
          <a:xfrm>
            <a:off x="7896319" y="3994141"/>
            <a:ext cx="1320251" cy="0"/>
          </a:xfrm>
          <a:prstGeom prst="straightConnector1">
            <a:avLst/>
          </a:prstGeom>
          <a:noFill/>
          <a:ln cap="flat" cmpd="sng" w="19050">
            <a:solidFill>
              <a:srgbClr val="E98C80"/>
            </a:solidFill>
            <a:prstDash val="solid"/>
            <a:round/>
            <a:headEnd len="sm" w="sm" type="none"/>
            <a:tailEnd len="sm" w="sm" type="none"/>
          </a:ln>
        </p:spPr>
      </p:cxnSp>
      <p:pic>
        <p:nvPicPr>
          <p:cNvPr id="1557" name="Google Shape;1557;p21"/>
          <p:cNvPicPr preferRelativeResize="0"/>
          <p:nvPr/>
        </p:nvPicPr>
        <p:blipFill rotWithShape="1">
          <a:blip r:embed="rId16">
            <a:alphaModFix/>
          </a:blip>
          <a:srcRect b="0" l="0" r="0" t="0"/>
          <a:stretch/>
        </p:blipFill>
        <p:spPr>
          <a:xfrm>
            <a:off x="7813993" y="4303549"/>
            <a:ext cx="1356251" cy="194065"/>
          </a:xfrm>
          <a:prstGeom prst="rect">
            <a:avLst/>
          </a:prstGeom>
          <a:noFill/>
          <a:ln>
            <a:noFill/>
          </a:ln>
        </p:spPr>
      </p:pic>
      <p:sp>
        <p:nvSpPr>
          <p:cNvPr id="1558" name="Google Shape;1558;p21"/>
          <p:cNvSpPr/>
          <p:nvPr/>
        </p:nvSpPr>
        <p:spPr>
          <a:xfrm>
            <a:off x="5440450" y="2990598"/>
            <a:ext cx="838569" cy="281987"/>
          </a:xfrm>
          <a:prstGeom prst="star7">
            <a:avLst>
              <a:gd fmla="val 34601" name="adj"/>
              <a:gd fmla="val 102572" name="hf"/>
              <a:gd fmla="val 105210" name="vf"/>
            </a:avLst>
          </a:prstGeom>
          <a:solidFill>
            <a:srgbClr val="DD46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Calibri"/>
                <a:ea typeface="Calibri"/>
                <a:cs typeface="Calibri"/>
                <a:sym typeface="Calibri"/>
              </a:rPr>
              <a:t>新</a:t>
            </a:r>
            <a:endParaRPr/>
          </a:p>
        </p:txBody>
      </p:sp>
      <p:sp>
        <p:nvSpPr>
          <p:cNvPr id="1559" name="Google Shape;1559;p21"/>
          <p:cNvSpPr/>
          <p:nvPr/>
        </p:nvSpPr>
        <p:spPr>
          <a:xfrm>
            <a:off x="10498817" y="4399202"/>
            <a:ext cx="838569" cy="281987"/>
          </a:xfrm>
          <a:prstGeom prst="star7">
            <a:avLst>
              <a:gd fmla="val 34601" name="adj"/>
              <a:gd fmla="val 102572" name="hf"/>
              <a:gd fmla="val 105210" name="vf"/>
            </a:avLst>
          </a:prstGeom>
          <a:solidFill>
            <a:srgbClr val="DD46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Calibri"/>
                <a:ea typeface="Calibri"/>
                <a:cs typeface="Calibri"/>
                <a:sym typeface="Calibri"/>
              </a:rPr>
              <a:t>新</a:t>
            </a:r>
            <a:endParaRPr/>
          </a:p>
        </p:txBody>
      </p:sp>
      <p:sp>
        <p:nvSpPr>
          <p:cNvPr id="1560" name="Google Shape;1560;p21"/>
          <p:cNvSpPr/>
          <p:nvPr/>
        </p:nvSpPr>
        <p:spPr>
          <a:xfrm>
            <a:off x="8299328" y="4982721"/>
            <a:ext cx="1765247" cy="258742"/>
          </a:xfrm>
          <a:prstGeom prst="rect">
            <a:avLst/>
          </a:prstGeom>
          <a:noFill/>
          <a:ln>
            <a:noFill/>
          </a:ln>
        </p:spPr>
        <p:txBody>
          <a:bodyPr anchorCtr="0" anchor="t" bIns="45675" lIns="91350" spcFirstLastPara="1" rIns="91350" wrap="square" tIns="45675">
            <a:spAutoFit/>
          </a:bodyPr>
          <a:lstStyle/>
          <a:p>
            <a:pPr indent="0" lvl="0" marL="0" marR="0" rtl="0" algn="ctr">
              <a:spcBef>
                <a:spcPts val="0"/>
              </a:spcBef>
              <a:spcAft>
                <a:spcPts val="0"/>
              </a:spcAft>
              <a:buNone/>
            </a:pPr>
            <a:r>
              <a:rPr b="1" lang="en-US" sz="1067">
                <a:solidFill>
                  <a:srgbClr val="1D1D1A"/>
                </a:solidFill>
                <a:latin typeface="Calibri"/>
                <a:ea typeface="Calibri"/>
                <a:cs typeface="Calibri"/>
                <a:sym typeface="Calibri"/>
              </a:rPr>
              <a:t>以太+Wi-Fi+LTE + 语音</a:t>
            </a:r>
            <a:endParaRPr b="1" sz="1067">
              <a:solidFill>
                <a:srgbClr val="1D1D1A"/>
              </a:solidFill>
              <a:latin typeface="Calibri"/>
              <a:ea typeface="Calibri"/>
              <a:cs typeface="Calibri"/>
              <a:sym typeface="Calibri"/>
            </a:endParaRPr>
          </a:p>
        </p:txBody>
      </p:sp>
      <p:cxnSp>
        <p:nvCxnSpPr>
          <p:cNvPr id="1561" name="Google Shape;1561;p21"/>
          <p:cNvCxnSpPr/>
          <p:nvPr/>
        </p:nvCxnSpPr>
        <p:spPr>
          <a:xfrm>
            <a:off x="8482075" y="5259703"/>
            <a:ext cx="1317338" cy="0"/>
          </a:xfrm>
          <a:prstGeom prst="straightConnector1">
            <a:avLst/>
          </a:prstGeom>
          <a:noFill/>
          <a:ln cap="flat" cmpd="sng" w="19050">
            <a:solidFill>
              <a:srgbClr val="E98C80"/>
            </a:solidFill>
            <a:prstDash val="solid"/>
            <a:miter lim="8000"/>
            <a:headEnd len="sm" w="sm" type="none"/>
            <a:tailEnd len="sm" w="sm" type="none"/>
          </a:ln>
        </p:spPr>
      </p:cxnSp>
      <p:sp>
        <p:nvSpPr>
          <p:cNvPr id="1562" name="Google Shape;1562;p21"/>
          <p:cNvSpPr txBox="1"/>
          <p:nvPr/>
        </p:nvSpPr>
        <p:spPr>
          <a:xfrm>
            <a:off x="8991217" y="5604935"/>
            <a:ext cx="2513340" cy="218063"/>
          </a:xfrm>
          <a:prstGeom prst="rect">
            <a:avLst/>
          </a:prstGeom>
          <a:noFill/>
          <a:ln>
            <a:noFill/>
          </a:ln>
        </p:spPr>
        <p:txBody>
          <a:bodyPr anchorCtr="1" anchor="ctr" bIns="60800" lIns="121625" spcFirstLastPara="1" rIns="121625" wrap="square" tIns="60800">
            <a:noAutofit/>
          </a:bodyPr>
          <a:lstStyle/>
          <a:p>
            <a:pPr indent="0" lvl="0" marL="0" marR="0" rtl="0" algn="l">
              <a:lnSpc>
                <a:spcPct val="50000"/>
              </a:lnSpc>
              <a:spcBef>
                <a:spcPts val="0"/>
              </a:spcBef>
              <a:spcAft>
                <a:spcPts val="0"/>
              </a:spcAft>
              <a:buNone/>
            </a:pPr>
            <a:r>
              <a:rPr b="1" lang="en-US" sz="1050">
                <a:solidFill>
                  <a:srgbClr val="000000"/>
                </a:solidFill>
                <a:latin typeface="Arial"/>
                <a:ea typeface="Arial"/>
                <a:cs typeface="Arial"/>
                <a:sym typeface="Arial"/>
              </a:rPr>
              <a:t>NetEngine </a:t>
            </a:r>
            <a:r>
              <a:rPr b="1" lang="en-US" sz="1067">
                <a:solidFill>
                  <a:srgbClr val="000000"/>
                </a:solidFill>
                <a:latin typeface="Arial"/>
                <a:ea typeface="Arial"/>
                <a:cs typeface="Arial"/>
                <a:sym typeface="Arial"/>
              </a:rPr>
              <a:t>AR617VW-LTE4EA</a:t>
            </a:r>
            <a:endParaRPr b="1" sz="1067">
              <a:solidFill>
                <a:srgbClr val="000000"/>
              </a:solidFill>
              <a:latin typeface="Arial"/>
              <a:ea typeface="Arial"/>
              <a:cs typeface="Arial"/>
              <a:sym typeface="Arial"/>
            </a:endParaRPr>
          </a:p>
        </p:txBody>
      </p:sp>
      <p:pic>
        <p:nvPicPr>
          <p:cNvPr id="1563" name="Google Shape;1563;p21"/>
          <p:cNvPicPr preferRelativeResize="0"/>
          <p:nvPr/>
        </p:nvPicPr>
        <p:blipFill rotWithShape="1">
          <a:blip r:embed="rId15">
            <a:alphaModFix/>
          </a:blip>
          <a:srcRect b="0" l="0" r="0" t="0"/>
          <a:stretch/>
        </p:blipFill>
        <p:spPr>
          <a:xfrm>
            <a:off x="8268660" y="5397511"/>
            <a:ext cx="1034883" cy="425488"/>
          </a:xfrm>
          <a:prstGeom prst="rect">
            <a:avLst/>
          </a:prstGeom>
          <a:noFill/>
          <a:ln>
            <a:noFill/>
          </a:ln>
        </p:spPr>
      </p:pic>
      <p:sp>
        <p:nvSpPr>
          <p:cNvPr id="1564" name="Google Shape;1564;p21"/>
          <p:cNvSpPr txBox="1"/>
          <p:nvPr/>
        </p:nvSpPr>
        <p:spPr>
          <a:xfrm>
            <a:off x="8601421" y="5829869"/>
            <a:ext cx="471688" cy="228624"/>
          </a:xfrm>
          <a:prstGeom prst="rect">
            <a:avLst/>
          </a:prstGeom>
          <a:noFill/>
          <a:ln>
            <a:noFill/>
          </a:ln>
        </p:spPr>
        <p:txBody>
          <a:bodyPr anchorCtr="1" anchor="ctr" bIns="60800" lIns="121625" spcFirstLastPara="1" rIns="121625" wrap="square" tIns="60800">
            <a:spAutoFit/>
          </a:bodyPr>
          <a:lstStyle/>
          <a:p>
            <a:pPr indent="0" lvl="0" marL="0" marR="0" rtl="0" algn="l">
              <a:lnSpc>
                <a:spcPct val="50000"/>
              </a:lnSpc>
              <a:spcBef>
                <a:spcPts val="0"/>
              </a:spcBef>
              <a:spcAft>
                <a:spcPts val="0"/>
              </a:spcAft>
              <a:buNone/>
            </a:pPr>
            <a:r>
              <a:rPr b="1" lang="en-US" sz="1100">
                <a:solidFill>
                  <a:srgbClr val="000000"/>
                </a:solidFill>
                <a:latin typeface="Calibri"/>
                <a:ea typeface="Calibri"/>
                <a:cs typeface="Calibri"/>
                <a:sym typeface="Calibri"/>
              </a:rPr>
              <a:t>A版</a:t>
            </a:r>
            <a:endParaRPr b="1" sz="1100">
              <a:solidFill>
                <a:srgbClr val="000000"/>
              </a:solidFill>
              <a:latin typeface="Calibri"/>
              <a:ea typeface="Calibri"/>
              <a:cs typeface="Calibri"/>
              <a:sym typeface="Calibri"/>
            </a:endParaRPr>
          </a:p>
        </p:txBody>
      </p:sp>
      <p:sp>
        <p:nvSpPr>
          <p:cNvPr id="1565" name="Google Shape;1565;p21"/>
          <p:cNvSpPr/>
          <p:nvPr/>
        </p:nvSpPr>
        <p:spPr>
          <a:xfrm>
            <a:off x="7544972" y="3001256"/>
            <a:ext cx="838569" cy="281987"/>
          </a:xfrm>
          <a:prstGeom prst="star7">
            <a:avLst>
              <a:gd fmla="val 34601" name="adj"/>
              <a:gd fmla="val 102572" name="hf"/>
              <a:gd fmla="val 105210" name="vf"/>
            </a:avLst>
          </a:prstGeom>
          <a:solidFill>
            <a:srgbClr val="DD465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FFFFFF"/>
                </a:solidFill>
                <a:latin typeface="Calibri"/>
                <a:ea typeface="Calibri"/>
                <a:cs typeface="Calibri"/>
                <a:sym typeface="Calibri"/>
              </a:rPr>
              <a:t>新</a:t>
            </a:r>
            <a:endParaRPr/>
          </a:p>
        </p:txBody>
      </p:sp>
      <p:sp>
        <p:nvSpPr>
          <p:cNvPr id="1566" name="Google Shape;1566;p21"/>
          <p:cNvSpPr txBox="1"/>
          <p:nvPr/>
        </p:nvSpPr>
        <p:spPr>
          <a:xfrm>
            <a:off x="9376958" y="4050146"/>
            <a:ext cx="1665535" cy="165582"/>
          </a:xfrm>
          <a:prstGeom prst="rect">
            <a:avLst/>
          </a:prstGeom>
          <a:noFill/>
          <a:ln>
            <a:noFill/>
          </a:ln>
        </p:spPr>
        <p:txBody>
          <a:bodyPr anchorCtr="1" anchor="ctr" bIns="60800" lIns="121600" spcFirstLastPara="1" rIns="121600" wrap="square" tIns="60800">
            <a:noAutofit/>
          </a:bodyPr>
          <a:lstStyle/>
          <a:p>
            <a:pPr indent="0" lvl="0" marL="0" marR="0" rtl="0" algn="ctr">
              <a:lnSpc>
                <a:spcPct val="50000"/>
              </a:lnSpc>
              <a:spcBef>
                <a:spcPts val="0"/>
              </a:spcBef>
              <a:spcAft>
                <a:spcPts val="0"/>
              </a:spcAft>
              <a:buNone/>
            </a:pPr>
            <a:r>
              <a:rPr b="1" lang="en-US" sz="1067">
                <a:solidFill>
                  <a:srgbClr val="000000"/>
                </a:solidFill>
                <a:latin typeface="Calibri"/>
                <a:ea typeface="Calibri"/>
                <a:cs typeface="Calibri"/>
                <a:sym typeface="Calibri"/>
              </a:rPr>
              <a:t>AR651W-8P</a:t>
            </a:r>
            <a:endParaRPr b="1" sz="1067">
              <a:solidFill>
                <a:srgbClr val="000000"/>
              </a:solidFill>
              <a:latin typeface="Calibri"/>
              <a:ea typeface="Calibri"/>
              <a:cs typeface="Calibri"/>
              <a:sym typeface="Calibri"/>
            </a:endParaRPr>
          </a:p>
        </p:txBody>
      </p:sp>
      <p:sp>
        <p:nvSpPr>
          <p:cNvPr id="1567" name="Google Shape;1567;p21"/>
          <p:cNvSpPr/>
          <p:nvPr/>
        </p:nvSpPr>
        <p:spPr>
          <a:xfrm>
            <a:off x="9376958" y="3585815"/>
            <a:ext cx="1733484" cy="234619"/>
          </a:xfrm>
          <a:prstGeom prst="rect">
            <a:avLst/>
          </a:prstGeom>
          <a:noFill/>
          <a:ln>
            <a:noFill/>
          </a:ln>
        </p:spPr>
        <p:txBody>
          <a:bodyPr anchorCtr="0" anchor="t" bIns="45650" lIns="91325" spcFirstLastPara="1" rIns="91325" wrap="square" tIns="45650">
            <a:noAutofit/>
          </a:bodyPr>
          <a:lstStyle/>
          <a:p>
            <a:pPr indent="0" lvl="0" marL="0" marR="0" rtl="0" algn="ctr">
              <a:spcBef>
                <a:spcPts val="0"/>
              </a:spcBef>
              <a:spcAft>
                <a:spcPts val="0"/>
              </a:spcAft>
              <a:buNone/>
            </a:pPr>
            <a:r>
              <a:rPr b="1" lang="en-US" sz="1100">
                <a:solidFill>
                  <a:srgbClr val="000000"/>
                </a:solidFill>
                <a:latin typeface="Calibri"/>
                <a:ea typeface="Calibri"/>
                <a:cs typeface="Calibri"/>
                <a:sym typeface="Calibri"/>
              </a:rPr>
              <a:t>以太 + POE + Wi-Fi + LTE (MIC)</a:t>
            </a:r>
            <a:endParaRPr/>
          </a:p>
        </p:txBody>
      </p:sp>
      <p:cxnSp>
        <p:nvCxnSpPr>
          <p:cNvPr id="1568" name="Google Shape;1568;p21"/>
          <p:cNvCxnSpPr/>
          <p:nvPr/>
        </p:nvCxnSpPr>
        <p:spPr>
          <a:xfrm>
            <a:off x="9622604" y="3994141"/>
            <a:ext cx="1320251" cy="0"/>
          </a:xfrm>
          <a:prstGeom prst="straightConnector1">
            <a:avLst/>
          </a:prstGeom>
          <a:noFill/>
          <a:ln cap="flat" cmpd="sng" w="19050">
            <a:solidFill>
              <a:srgbClr val="E98C80"/>
            </a:solidFill>
            <a:prstDash val="solid"/>
            <a:round/>
            <a:headEnd len="sm" w="sm" type="none"/>
            <a:tailEnd len="sm" w="sm" type="none"/>
          </a:ln>
        </p:spPr>
      </p:cxnSp>
      <p:pic>
        <p:nvPicPr>
          <p:cNvPr id="1569" name="Google Shape;1569;p21"/>
          <p:cNvPicPr preferRelativeResize="0"/>
          <p:nvPr/>
        </p:nvPicPr>
        <p:blipFill rotWithShape="1">
          <a:blip r:embed="rId16">
            <a:alphaModFix/>
          </a:blip>
          <a:srcRect b="0" l="0" r="0" t="0"/>
          <a:stretch/>
        </p:blipFill>
        <p:spPr>
          <a:xfrm>
            <a:off x="9540278" y="4303549"/>
            <a:ext cx="1356251" cy="1940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3" name="Shape 1573"/>
        <p:cNvGrpSpPr/>
        <p:nvPr/>
      </p:nvGrpSpPr>
      <p:grpSpPr>
        <a:xfrm>
          <a:off x="0" y="0"/>
          <a:ext cx="0" cy="0"/>
          <a:chOff x="0" y="0"/>
          <a:chExt cx="0" cy="0"/>
        </a:xfrm>
      </p:grpSpPr>
      <p:sp>
        <p:nvSpPr>
          <p:cNvPr id="1574" name="Google Shape;1574;p22"/>
          <p:cNvSpPr txBox="1"/>
          <p:nvPr>
            <p:ph idx="1" type="body"/>
          </p:nvPr>
        </p:nvSpPr>
        <p:spPr>
          <a:xfrm>
            <a:off x="1033620" y="1843089"/>
            <a:ext cx="10045712" cy="2524726"/>
          </a:xfrm>
          <a:prstGeom prst="rect">
            <a:avLst/>
          </a:prstGeom>
          <a:noFill/>
          <a:ln>
            <a:noFill/>
          </a:ln>
        </p:spPr>
        <p:txBody>
          <a:bodyPr anchorCtr="0" anchor="t" bIns="90000" lIns="91425" spcFirstLastPara="1" rIns="91425" wrap="square" tIns="90000">
            <a:noAutofit/>
          </a:bodyPr>
          <a:lstStyle/>
          <a:p>
            <a:pPr indent="-457200" lvl="0" marL="471487" rtl="0" algn="l">
              <a:lnSpc>
                <a:spcPct val="150000"/>
              </a:lnSpc>
              <a:spcBef>
                <a:spcPts val="0"/>
              </a:spcBef>
              <a:spcAft>
                <a:spcPts val="0"/>
              </a:spcAft>
              <a:buClr>
                <a:schemeClr val="dk1"/>
              </a:buClr>
              <a:buSzPts val="2800"/>
              <a:buFont typeface="Noto Sans Symbols"/>
              <a:buChar char="⮚"/>
            </a:pPr>
            <a:r>
              <a:rPr lang="en-US" sz="2800">
                <a:latin typeface="Arial"/>
                <a:ea typeface="Arial"/>
                <a:cs typeface="Arial"/>
                <a:sym typeface="Arial"/>
              </a:rPr>
              <a:t>企业互联迈入5G+SD-WAN时代</a:t>
            </a:r>
            <a:endParaRPr sz="2800">
              <a:latin typeface="Arial"/>
              <a:ea typeface="Arial"/>
              <a:cs typeface="Arial"/>
              <a:sym typeface="Arial"/>
            </a:endParaRPr>
          </a:p>
          <a:p>
            <a:pPr indent="-457200" lvl="0" marL="471487" rtl="0" algn="l">
              <a:lnSpc>
                <a:spcPct val="150000"/>
              </a:lnSpc>
              <a:spcBef>
                <a:spcPts val="1299"/>
              </a:spcBef>
              <a:spcAft>
                <a:spcPts val="0"/>
              </a:spcAft>
              <a:buClr>
                <a:schemeClr val="dk1"/>
              </a:buClr>
              <a:buSzPts val="2800"/>
              <a:buFont typeface="Noto Sans Symbols"/>
              <a:buChar char="⮚"/>
            </a:pPr>
            <a:r>
              <a:rPr lang="en-US" sz="2800">
                <a:latin typeface="Arial"/>
                <a:ea typeface="Arial"/>
                <a:cs typeface="Arial"/>
                <a:sym typeface="Arial"/>
              </a:rPr>
              <a:t>华为SD-WAN解决方案，打造企业上云宽管道</a:t>
            </a:r>
            <a:endParaRPr sz="2800">
              <a:latin typeface="Arial"/>
              <a:ea typeface="Arial"/>
              <a:cs typeface="Arial"/>
              <a:sym typeface="Arial"/>
            </a:endParaRPr>
          </a:p>
          <a:p>
            <a:pPr indent="-457200" lvl="0" marL="471487" rtl="0" algn="l">
              <a:lnSpc>
                <a:spcPct val="150000"/>
              </a:lnSpc>
              <a:spcBef>
                <a:spcPts val="1299"/>
              </a:spcBef>
              <a:spcAft>
                <a:spcPts val="0"/>
              </a:spcAft>
              <a:buClr>
                <a:schemeClr val="accent1"/>
              </a:buClr>
              <a:buSzPts val="2800"/>
              <a:buFont typeface="Noto Sans Symbols"/>
              <a:buChar char="⮚"/>
            </a:pPr>
            <a:r>
              <a:rPr b="1" lang="en-US" sz="2800">
                <a:solidFill>
                  <a:schemeClr val="accent1"/>
                </a:solidFill>
                <a:latin typeface="Arial"/>
                <a:ea typeface="Arial"/>
                <a:cs typeface="Arial"/>
                <a:sym typeface="Arial"/>
              </a:rPr>
              <a:t>成功案例</a:t>
            </a:r>
            <a:endParaRPr b="1" sz="2800">
              <a:solidFill>
                <a:schemeClr val="accen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25"/>
          <p:cNvSpPr/>
          <p:nvPr/>
        </p:nvSpPr>
        <p:spPr>
          <a:xfrm>
            <a:off x="503869" y="5511343"/>
            <a:ext cx="1408836" cy="787545"/>
          </a:xfrm>
          <a:prstGeom prst="rect">
            <a:avLst/>
          </a:prstGeom>
          <a:solidFill>
            <a:srgbClr val="757575">
              <a:alpha val="16078"/>
            </a:srgbClr>
          </a:soli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1" name="Google Shape;1581;p25"/>
          <p:cNvSpPr/>
          <p:nvPr/>
        </p:nvSpPr>
        <p:spPr>
          <a:xfrm>
            <a:off x="2007773" y="5521712"/>
            <a:ext cx="5219223" cy="787545"/>
          </a:xfrm>
          <a:prstGeom prst="rect">
            <a:avLst/>
          </a:prstGeom>
          <a:solidFill>
            <a:srgbClr val="757575">
              <a:alpha val="16078"/>
            </a:srgbClr>
          </a:soli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2" name="Google Shape;1582;p25"/>
          <p:cNvSpPr/>
          <p:nvPr/>
        </p:nvSpPr>
        <p:spPr>
          <a:xfrm>
            <a:off x="7594370" y="3179818"/>
            <a:ext cx="3770551" cy="1420409"/>
          </a:xfrm>
          <a:prstGeom prst="rect">
            <a:avLst/>
          </a:prstGeom>
          <a:gradFill>
            <a:gsLst>
              <a:gs pos="0">
                <a:srgbClr val="868686">
                  <a:alpha val="47843"/>
                </a:srgbClr>
              </a:gs>
              <a:gs pos="50000">
                <a:srgbClr val="C2C2C2">
                  <a:alpha val="38823"/>
                </a:srgbClr>
              </a:gs>
              <a:gs pos="100000">
                <a:srgbClr val="E8E8E8">
                  <a:alpha val="67058"/>
                </a:srgbClr>
              </a:gs>
            </a:gsLst>
            <a:lin ang="18900000" scaled="0"/>
          </a:gra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3" name="Google Shape;1583;p25"/>
          <p:cNvSpPr/>
          <p:nvPr/>
        </p:nvSpPr>
        <p:spPr>
          <a:xfrm>
            <a:off x="7594370" y="1564433"/>
            <a:ext cx="3770551" cy="1453060"/>
          </a:xfrm>
          <a:prstGeom prst="rect">
            <a:avLst/>
          </a:prstGeom>
          <a:gradFill>
            <a:gsLst>
              <a:gs pos="0">
                <a:srgbClr val="868686">
                  <a:alpha val="47843"/>
                </a:srgbClr>
              </a:gs>
              <a:gs pos="50000">
                <a:srgbClr val="C2C2C2">
                  <a:alpha val="38823"/>
                </a:srgbClr>
              </a:gs>
              <a:gs pos="100000">
                <a:srgbClr val="E8E8E8">
                  <a:alpha val="67058"/>
                </a:srgbClr>
              </a:gs>
            </a:gsLst>
            <a:lin ang="18900000" scaled="0"/>
          </a:gra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4" name="Google Shape;1584;p25"/>
          <p:cNvSpPr/>
          <p:nvPr/>
        </p:nvSpPr>
        <p:spPr>
          <a:xfrm>
            <a:off x="2017262" y="3339072"/>
            <a:ext cx="5215319" cy="2097233"/>
          </a:xfrm>
          <a:prstGeom prst="rect">
            <a:avLst/>
          </a:prstGeom>
          <a:solidFill>
            <a:srgbClr val="757575">
              <a:alpha val="16078"/>
            </a:srgbClr>
          </a:soli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5" name="Google Shape;1585;p25"/>
          <p:cNvSpPr/>
          <p:nvPr/>
        </p:nvSpPr>
        <p:spPr>
          <a:xfrm>
            <a:off x="494855" y="3339072"/>
            <a:ext cx="1417849" cy="2097233"/>
          </a:xfrm>
          <a:prstGeom prst="rect">
            <a:avLst/>
          </a:prstGeom>
          <a:solidFill>
            <a:srgbClr val="757575">
              <a:alpha val="16078"/>
            </a:srgbClr>
          </a:soli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sp>
        <p:nvSpPr>
          <p:cNvPr id="1586" name="Google Shape;1586;p25"/>
          <p:cNvSpPr txBox="1"/>
          <p:nvPr/>
        </p:nvSpPr>
        <p:spPr>
          <a:xfrm>
            <a:off x="522373" y="346408"/>
            <a:ext cx="115906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Arial"/>
                <a:ea typeface="Arial"/>
                <a:cs typeface="Arial"/>
                <a:sym typeface="Arial"/>
              </a:rPr>
              <a:t>案例：</a:t>
            </a:r>
            <a:r>
              <a:rPr b="1" lang="en-US" sz="2400">
                <a:solidFill>
                  <a:schemeClr val="dk1"/>
                </a:solidFill>
                <a:latin typeface="Arial"/>
                <a:ea typeface="Arial"/>
                <a:cs typeface="Arial"/>
                <a:sym typeface="Arial"/>
              </a:rPr>
              <a:t>中国建设银行积极推动5G+智慧银行转型</a:t>
            </a:r>
            <a:endParaRPr b="1" sz="2400">
              <a:solidFill>
                <a:schemeClr val="dk1"/>
              </a:solidFill>
              <a:latin typeface="Arial"/>
              <a:ea typeface="Arial"/>
              <a:cs typeface="Arial"/>
              <a:sym typeface="Arial"/>
            </a:endParaRPr>
          </a:p>
        </p:txBody>
      </p:sp>
      <p:grpSp>
        <p:nvGrpSpPr>
          <p:cNvPr id="1587" name="Google Shape;1587;p25"/>
          <p:cNvGrpSpPr/>
          <p:nvPr/>
        </p:nvGrpSpPr>
        <p:grpSpPr>
          <a:xfrm>
            <a:off x="1104673" y="2562789"/>
            <a:ext cx="5359996" cy="2312947"/>
            <a:chOff x="1340427" y="3705446"/>
            <a:chExt cx="5078214" cy="1014348"/>
          </a:xfrm>
        </p:grpSpPr>
        <p:cxnSp>
          <p:nvCxnSpPr>
            <p:cNvPr id="1588" name="Google Shape;1588;p25"/>
            <p:cNvCxnSpPr/>
            <p:nvPr/>
          </p:nvCxnSpPr>
          <p:spPr>
            <a:xfrm>
              <a:off x="1340427" y="3707993"/>
              <a:ext cx="0" cy="1011801"/>
            </a:xfrm>
            <a:prstGeom prst="straightConnector1">
              <a:avLst/>
            </a:prstGeom>
            <a:noFill/>
            <a:ln cap="flat" cmpd="sng" w="9525">
              <a:solidFill>
                <a:schemeClr val="accent1"/>
              </a:solidFill>
              <a:prstDash val="solid"/>
              <a:miter lim="8000"/>
              <a:headEnd len="sm" w="sm" type="none"/>
              <a:tailEnd len="sm" w="sm" type="none"/>
            </a:ln>
          </p:spPr>
        </p:cxnSp>
        <p:cxnSp>
          <p:nvCxnSpPr>
            <p:cNvPr id="1589" name="Google Shape;1589;p25"/>
            <p:cNvCxnSpPr/>
            <p:nvPr/>
          </p:nvCxnSpPr>
          <p:spPr>
            <a:xfrm rot="10800000">
              <a:off x="2317784" y="4245033"/>
              <a:ext cx="4100857" cy="0"/>
            </a:xfrm>
            <a:prstGeom prst="straightConnector1">
              <a:avLst/>
            </a:prstGeom>
            <a:noFill/>
            <a:ln cap="flat" cmpd="sng" w="28575">
              <a:solidFill>
                <a:schemeClr val="accent1"/>
              </a:solidFill>
              <a:prstDash val="solid"/>
              <a:miter lim="8000"/>
              <a:headEnd len="sm" w="sm" type="none"/>
              <a:tailEnd len="sm" w="sm" type="none"/>
            </a:ln>
          </p:spPr>
        </p:cxnSp>
        <p:cxnSp>
          <p:nvCxnSpPr>
            <p:cNvPr id="1590" name="Google Shape;1590;p25"/>
            <p:cNvCxnSpPr/>
            <p:nvPr/>
          </p:nvCxnSpPr>
          <p:spPr>
            <a:xfrm>
              <a:off x="3817262" y="4248849"/>
              <a:ext cx="0" cy="460883"/>
            </a:xfrm>
            <a:prstGeom prst="straightConnector1">
              <a:avLst/>
            </a:prstGeom>
            <a:noFill/>
            <a:ln cap="flat" cmpd="sng" w="9525">
              <a:solidFill>
                <a:schemeClr val="accent1"/>
              </a:solidFill>
              <a:prstDash val="solid"/>
              <a:miter lim="8000"/>
              <a:headEnd len="sm" w="sm" type="none"/>
              <a:tailEnd len="sm" w="sm" type="none"/>
            </a:ln>
          </p:spPr>
        </p:cxnSp>
        <p:cxnSp>
          <p:nvCxnSpPr>
            <p:cNvPr id="1591" name="Google Shape;1591;p25"/>
            <p:cNvCxnSpPr/>
            <p:nvPr/>
          </p:nvCxnSpPr>
          <p:spPr>
            <a:xfrm>
              <a:off x="4954673" y="4248848"/>
              <a:ext cx="0" cy="460883"/>
            </a:xfrm>
            <a:prstGeom prst="straightConnector1">
              <a:avLst/>
            </a:prstGeom>
            <a:noFill/>
            <a:ln cap="flat" cmpd="sng" w="9525">
              <a:solidFill>
                <a:schemeClr val="accent1"/>
              </a:solidFill>
              <a:prstDash val="solid"/>
              <a:miter lim="8000"/>
              <a:headEnd len="sm" w="sm" type="none"/>
              <a:tailEnd len="sm" w="sm" type="none"/>
            </a:ln>
          </p:spPr>
        </p:cxnSp>
        <p:cxnSp>
          <p:nvCxnSpPr>
            <p:cNvPr id="1592" name="Google Shape;1592;p25"/>
            <p:cNvCxnSpPr/>
            <p:nvPr/>
          </p:nvCxnSpPr>
          <p:spPr>
            <a:xfrm>
              <a:off x="6070442" y="4248848"/>
              <a:ext cx="0" cy="460883"/>
            </a:xfrm>
            <a:prstGeom prst="straightConnector1">
              <a:avLst/>
            </a:prstGeom>
            <a:noFill/>
            <a:ln cap="flat" cmpd="sng" w="9525">
              <a:solidFill>
                <a:schemeClr val="accent1"/>
              </a:solidFill>
              <a:prstDash val="solid"/>
              <a:miter lim="8000"/>
              <a:headEnd len="sm" w="sm" type="none"/>
              <a:tailEnd len="sm" w="sm" type="none"/>
            </a:ln>
          </p:spPr>
        </p:cxnSp>
        <p:cxnSp>
          <p:nvCxnSpPr>
            <p:cNvPr id="1593" name="Google Shape;1593;p25"/>
            <p:cNvCxnSpPr/>
            <p:nvPr/>
          </p:nvCxnSpPr>
          <p:spPr>
            <a:xfrm>
              <a:off x="2612347" y="4247772"/>
              <a:ext cx="0" cy="460883"/>
            </a:xfrm>
            <a:prstGeom prst="straightConnector1">
              <a:avLst/>
            </a:prstGeom>
            <a:noFill/>
            <a:ln cap="flat" cmpd="sng" w="9525">
              <a:solidFill>
                <a:schemeClr val="accent1"/>
              </a:solidFill>
              <a:prstDash val="solid"/>
              <a:miter lim="8000"/>
              <a:headEnd len="sm" w="sm" type="none"/>
              <a:tailEnd len="sm" w="sm" type="none"/>
            </a:ln>
          </p:spPr>
        </p:cxnSp>
        <p:cxnSp>
          <p:nvCxnSpPr>
            <p:cNvPr id="1594" name="Google Shape;1594;p25"/>
            <p:cNvCxnSpPr/>
            <p:nvPr/>
          </p:nvCxnSpPr>
          <p:spPr>
            <a:xfrm>
              <a:off x="2323200" y="3705446"/>
              <a:ext cx="0" cy="541211"/>
            </a:xfrm>
            <a:prstGeom prst="straightConnector1">
              <a:avLst/>
            </a:prstGeom>
            <a:noFill/>
            <a:ln cap="flat" cmpd="sng" w="57150">
              <a:solidFill>
                <a:schemeClr val="accent1"/>
              </a:solidFill>
              <a:prstDash val="solid"/>
              <a:miter lim="8000"/>
              <a:headEnd len="sm" w="sm" type="none"/>
              <a:tailEnd len="sm" w="sm" type="none"/>
            </a:ln>
          </p:spPr>
        </p:cxnSp>
      </p:grpSp>
      <p:grpSp>
        <p:nvGrpSpPr>
          <p:cNvPr id="1595" name="Google Shape;1595;p25"/>
          <p:cNvGrpSpPr/>
          <p:nvPr/>
        </p:nvGrpSpPr>
        <p:grpSpPr>
          <a:xfrm>
            <a:off x="4414042" y="4345517"/>
            <a:ext cx="1162498" cy="926495"/>
            <a:chOff x="1390670" y="2166904"/>
            <a:chExt cx="1116700" cy="889996"/>
          </a:xfrm>
        </p:grpSpPr>
        <p:sp>
          <p:nvSpPr>
            <p:cNvPr id="1596" name="Google Shape;1596;p25"/>
            <p:cNvSpPr/>
            <p:nvPr/>
          </p:nvSpPr>
          <p:spPr>
            <a:xfrm>
              <a:off x="1390670" y="2735379"/>
              <a:ext cx="1116700" cy="321521"/>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US" sz="1050">
                  <a:solidFill>
                    <a:srgbClr val="1D1D1A"/>
                  </a:solidFill>
                  <a:latin typeface="Microsoft Yahei"/>
                  <a:ea typeface="Microsoft Yahei"/>
                  <a:cs typeface="Microsoft Yahei"/>
                  <a:sym typeface="Microsoft Yahei"/>
                </a:rPr>
                <a:t>STM智能柜员机</a:t>
              </a:r>
              <a:endParaRPr/>
            </a:p>
          </p:txBody>
        </p:sp>
        <p:sp>
          <p:nvSpPr>
            <p:cNvPr id="1597" name="Google Shape;1597;p25"/>
            <p:cNvSpPr/>
            <p:nvPr/>
          </p:nvSpPr>
          <p:spPr>
            <a:xfrm>
              <a:off x="1634404" y="2166904"/>
              <a:ext cx="565716" cy="569141"/>
            </a:xfrm>
            <a:prstGeom prst="ellipse">
              <a:avLst/>
            </a:prstGeom>
            <a:blipFill rotWithShape="1">
              <a:blip r:embed="rId3">
                <a:alphaModFix/>
              </a:blip>
              <a:stretch>
                <a:fillRect b="0" l="0" r="0" t="0"/>
              </a:stretch>
            </a:blipFill>
            <a:ln>
              <a:noFill/>
            </a:ln>
          </p:spPr>
          <p:txBody>
            <a:bodyPr anchorCtr="0" anchor="ctr" bIns="45700" lIns="45700" spcFirstLastPara="1" rIns="45700" wrap="square" tIns="45700">
              <a:noAutofit/>
            </a:bodyPr>
            <a:lstStyle/>
            <a:p>
              <a:pPr indent="0" lvl="0" marL="0" marR="0" rtl="0" algn="l">
                <a:lnSpc>
                  <a:spcPct val="150000"/>
                </a:lnSpc>
                <a:spcBef>
                  <a:spcPts val="0"/>
                </a:spcBef>
                <a:spcAft>
                  <a:spcPts val="0"/>
                </a:spcAft>
                <a:buNone/>
              </a:pPr>
              <a:r>
                <a:t/>
              </a:r>
              <a:endParaRPr b="1" sz="1400">
                <a:solidFill>
                  <a:srgbClr val="FFFFFF"/>
                </a:solidFill>
                <a:latin typeface="Arial"/>
                <a:ea typeface="Arial"/>
                <a:cs typeface="Arial"/>
                <a:sym typeface="Arial"/>
              </a:endParaRPr>
            </a:p>
          </p:txBody>
        </p:sp>
      </p:grpSp>
      <p:sp>
        <p:nvSpPr>
          <p:cNvPr id="1598" name="Google Shape;1598;p25"/>
          <p:cNvSpPr/>
          <p:nvPr/>
        </p:nvSpPr>
        <p:spPr>
          <a:xfrm>
            <a:off x="2242108" y="4951336"/>
            <a:ext cx="723275" cy="334707"/>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US" sz="1050">
                <a:solidFill>
                  <a:srgbClr val="1D1D1A"/>
                </a:solidFill>
                <a:latin typeface="Microsoft Yahei"/>
                <a:ea typeface="Microsoft Yahei"/>
                <a:cs typeface="Microsoft Yahei"/>
                <a:sym typeface="Microsoft Yahei"/>
              </a:rPr>
              <a:t>班克互动</a:t>
            </a:r>
            <a:endParaRPr/>
          </a:p>
        </p:txBody>
      </p:sp>
      <p:sp>
        <p:nvSpPr>
          <p:cNvPr id="1599" name="Google Shape;1599;p25"/>
          <p:cNvSpPr/>
          <p:nvPr/>
        </p:nvSpPr>
        <p:spPr>
          <a:xfrm>
            <a:off x="2239095" y="4314125"/>
            <a:ext cx="682742" cy="685779"/>
          </a:xfrm>
          <a:prstGeom prst="ellipse">
            <a:avLst/>
          </a:prstGeom>
          <a:blipFill rotWithShape="1">
            <a:blip r:embed="rId4">
              <a:alphaModFix/>
            </a:blip>
            <a:stretch>
              <a:fillRect b="0" l="0" r="0" t="0"/>
            </a:stretch>
          </a:blipFill>
          <a:ln>
            <a:noFill/>
          </a:ln>
        </p:spPr>
        <p:txBody>
          <a:bodyPr anchorCtr="0" anchor="ctr" bIns="45700" lIns="45700" spcFirstLastPara="1" rIns="45700" wrap="square" tIns="45700">
            <a:noAutofit/>
          </a:bodyPr>
          <a:lstStyle/>
          <a:p>
            <a:pPr indent="0" lvl="0" marL="0" marR="0" rtl="0" algn="l">
              <a:lnSpc>
                <a:spcPct val="150000"/>
              </a:lnSpc>
              <a:spcBef>
                <a:spcPts val="0"/>
              </a:spcBef>
              <a:spcAft>
                <a:spcPts val="0"/>
              </a:spcAft>
              <a:buNone/>
            </a:pPr>
            <a:r>
              <a:t/>
            </a:r>
            <a:endParaRPr b="1" sz="1400">
              <a:solidFill>
                <a:srgbClr val="FFFFFF"/>
              </a:solidFill>
              <a:latin typeface="Arial"/>
              <a:ea typeface="Arial"/>
              <a:cs typeface="Arial"/>
              <a:sym typeface="Arial"/>
            </a:endParaRPr>
          </a:p>
        </p:txBody>
      </p:sp>
      <p:grpSp>
        <p:nvGrpSpPr>
          <p:cNvPr id="1600" name="Google Shape;1600;p25"/>
          <p:cNvGrpSpPr/>
          <p:nvPr/>
        </p:nvGrpSpPr>
        <p:grpSpPr>
          <a:xfrm>
            <a:off x="3428229" y="4360772"/>
            <a:ext cx="893112" cy="910519"/>
            <a:chOff x="4714808" y="2309691"/>
            <a:chExt cx="857927" cy="874649"/>
          </a:xfrm>
        </p:grpSpPr>
        <p:sp>
          <p:nvSpPr>
            <p:cNvPr id="1601" name="Google Shape;1601;p25"/>
            <p:cNvSpPr/>
            <p:nvPr/>
          </p:nvSpPr>
          <p:spPr>
            <a:xfrm>
              <a:off x="4714808" y="2878166"/>
              <a:ext cx="857927" cy="306174"/>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US" sz="1050">
                  <a:solidFill>
                    <a:srgbClr val="1D1D1A"/>
                  </a:solidFill>
                  <a:latin typeface="Microsoft Yahei"/>
                  <a:ea typeface="Microsoft Yahei"/>
                  <a:cs typeface="Microsoft Yahei"/>
                  <a:sym typeface="Microsoft Yahei"/>
                </a:rPr>
                <a:t>仿真机器人</a:t>
              </a:r>
              <a:endParaRPr/>
            </a:p>
          </p:txBody>
        </p:sp>
        <p:sp>
          <p:nvSpPr>
            <p:cNvPr id="1602" name="Google Shape;1602;p25"/>
            <p:cNvSpPr/>
            <p:nvPr/>
          </p:nvSpPr>
          <p:spPr>
            <a:xfrm>
              <a:off x="4761205" y="2309691"/>
              <a:ext cx="566621" cy="569141"/>
            </a:xfrm>
            <a:prstGeom prst="ellipse">
              <a:avLst/>
            </a:prstGeom>
            <a:blipFill rotWithShape="1">
              <a:blip r:embed="rId5">
                <a:alphaModFix/>
              </a:blip>
              <a:stretch>
                <a:fillRect b="0" l="0" r="0" t="0"/>
              </a:stretch>
            </a:blipFill>
            <a:ln>
              <a:noFill/>
            </a:ln>
          </p:spPr>
          <p:txBody>
            <a:bodyPr anchorCtr="0" anchor="ctr" bIns="45700" lIns="45700" spcFirstLastPara="1" rIns="45700" wrap="square" tIns="45700">
              <a:noAutofit/>
            </a:bodyPr>
            <a:lstStyle/>
            <a:p>
              <a:pPr indent="0" lvl="0" marL="0" marR="0" rtl="0" algn="l">
                <a:lnSpc>
                  <a:spcPct val="150000"/>
                </a:lnSpc>
                <a:spcBef>
                  <a:spcPts val="0"/>
                </a:spcBef>
                <a:spcAft>
                  <a:spcPts val="0"/>
                </a:spcAft>
                <a:buNone/>
              </a:pPr>
              <a:r>
                <a:t/>
              </a:r>
              <a:endParaRPr b="1" sz="1400">
                <a:solidFill>
                  <a:srgbClr val="FFFFFF"/>
                </a:solidFill>
                <a:latin typeface="Arial"/>
                <a:ea typeface="Arial"/>
                <a:cs typeface="Arial"/>
                <a:sym typeface="Arial"/>
              </a:endParaRPr>
            </a:p>
          </p:txBody>
        </p:sp>
      </p:grpSp>
      <p:grpSp>
        <p:nvGrpSpPr>
          <p:cNvPr id="1603" name="Google Shape;1603;p25"/>
          <p:cNvGrpSpPr/>
          <p:nvPr/>
        </p:nvGrpSpPr>
        <p:grpSpPr>
          <a:xfrm>
            <a:off x="5764681" y="4324187"/>
            <a:ext cx="665566" cy="947104"/>
            <a:chOff x="6856868" y="1886607"/>
            <a:chExt cx="639346" cy="909793"/>
          </a:xfrm>
        </p:grpSpPr>
        <p:sp>
          <p:nvSpPr>
            <p:cNvPr id="1604" name="Google Shape;1604;p25"/>
            <p:cNvSpPr/>
            <p:nvPr/>
          </p:nvSpPr>
          <p:spPr>
            <a:xfrm>
              <a:off x="6865820" y="2490226"/>
              <a:ext cx="588623" cy="306174"/>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US" sz="1050">
                  <a:solidFill>
                    <a:srgbClr val="1D1D1A"/>
                  </a:solidFill>
                  <a:latin typeface="Microsoft Yahei"/>
                  <a:ea typeface="Microsoft Yahei"/>
                  <a:cs typeface="Microsoft Yahei"/>
                  <a:sym typeface="Microsoft Yahei"/>
                </a:rPr>
                <a:t>太空舱</a:t>
              </a:r>
              <a:endParaRPr b="1" sz="1050">
                <a:solidFill>
                  <a:srgbClr val="1D1D1A"/>
                </a:solidFill>
                <a:latin typeface="Microsoft Yahei"/>
                <a:ea typeface="Microsoft Yahei"/>
                <a:cs typeface="Microsoft Yahei"/>
                <a:sym typeface="Microsoft Yahei"/>
              </a:endParaRPr>
            </a:p>
          </p:txBody>
        </p:sp>
        <p:sp>
          <p:nvSpPr>
            <p:cNvPr id="1605" name="Google Shape;1605;p25"/>
            <p:cNvSpPr/>
            <p:nvPr/>
          </p:nvSpPr>
          <p:spPr>
            <a:xfrm>
              <a:off x="6856868" y="1886607"/>
              <a:ext cx="639346" cy="639429"/>
            </a:xfrm>
            <a:prstGeom prst="ellipse">
              <a:avLst/>
            </a:prstGeom>
            <a:blipFill rotWithShape="1">
              <a:blip r:embed="rId6">
                <a:alphaModFix/>
              </a:blip>
              <a:stretch>
                <a:fillRect b="0" l="0" r="0" t="0"/>
              </a:stretch>
            </a:blipFill>
            <a:ln>
              <a:noFill/>
            </a:ln>
          </p:spPr>
          <p:txBody>
            <a:bodyPr anchorCtr="0" anchor="ctr" bIns="45700" lIns="45700" spcFirstLastPara="1" rIns="45700" wrap="square" tIns="45700">
              <a:noAutofit/>
            </a:bodyPr>
            <a:lstStyle/>
            <a:p>
              <a:pPr indent="0" lvl="0" marL="0" marR="0" rtl="0" algn="l">
                <a:spcBef>
                  <a:spcPts val="0"/>
                </a:spcBef>
                <a:spcAft>
                  <a:spcPts val="0"/>
                </a:spcAft>
                <a:buNone/>
              </a:pPr>
              <a:r>
                <a:t/>
              </a:r>
              <a:endParaRPr b="1" sz="1200">
                <a:solidFill>
                  <a:srgbClr val="404040"/>
                </a:solidFill>
                <a:latin typeface="Microsoft Yahei"/>
                <a:ea typeface="Microsoft Yahei"/>
                <a:cs typeface="Microsoft Yahei"/>
                <a:sym typeface="Microsoft Yahei"/>
              </a:endParaRPr>
            </a:p>
          </p:txBody>
        </p:sp>
      </p:grpSp>
      <p:pic>
        <p:nvPicPr>
          <p:cNvPr descr="https://timgsa.baidu.com/timg?image&amp;quality=80&amp;size=b9999_10000&amp;sec=1577026274368&amp;di=da2403e80a9c644f9a60f5461c18f602&amp;imgtype=jpg&amp;src=http%3A%2F%2Fwww.pcdop.com%2Flcjtww%2Fresource%2Fcms%2F2017%2F03%2F2017032910421929793.jpg" id="1606" name="Google Shape;1606;p25"/>
          <p:cNvPicPr preferRelativeResize="0"/>
          <p:nvPr/>
        </p:nvPicPr>
        <p:blipFill rotWithShape="1">
          <a:blip r:embed="rId7">
            <a:alphaModFix/>
          </a:blip>
          <a:srcRect b="0" l="0" r="0" t="0"/>
          <a:stretch/>
        </p:blipFill>
        <p:spPr>
          <a:xfrm>
            <a:off x="639800" y="4290396"/>
            <a:ext cx="1063117" cy="705156"/>
          </a:xfrm>
          <a:prstGeom prst="rect">
            <a:avLst/>
          </a:prstGeom>
          <a:noFill/>
          <a:ln>
            <a:noFill/>
          </a:ln>
        </p:spPr>
      </p:pic>
      <p:sp>
        <p:nvSpPr>
          <p:cNvPr id="1607" name="Google Shape;1607;p25"/>
          <p:cNvSpPr/>
          <p:nvPr/>
        </p:nvSpPr>
        <p:spPr>
          <a:xfrm>
            <a:off x="819927" y="4967818"/>
            <a:ext cx="723275" cy="334707"/>
          </a:xfrm>
          <a:prstGeom prst="rect">
            <a:avLst/>
          </a:prstGeom>
          <a:noFill/>
          <a:ln>
            <a:noFill/>
          </a:ln>
        </p:spPr>
        <p:txBody>
          <a:bodyPr anchorCtr="0" anchor="t" bIns="45700" lIns="91425" spcFirstLastPara="1" rIns="91425" wrap="square" tIns="45700">
            <a:spAutoFit/>
          </a:bodyPr>
          <a:lstStyle/>
          <a:p>
            <a:pPr indent="0" lvl="0" marL="0" marR="0" rtl="0" algn="r">
              <a:lnSpc>
                <a:spcPct val="150000"/>
              </a:lnSpc>
              <a:spcBef>
                <a:spcPts val="0"/>
              </a:spcBef>
              <a:spcAft>
                <a:spcPts val="0"/>
              </a:spcAft>
              <a:buNone/>
            </a:pPr>
            <a:r>
              <a:rPr b="1" lang="en-US" sz="1050">
                <a:solidFill>
                  <a:srgbClr val="666666"/>
                </a:solidFill>
                <a:latin typeface="Microsoft Yahei"/>
                <a:ea typeface="Microsoft Yahei"/>
                <a:cs typeface="Microsoft Yahei"/>
                <a:sym typeface="Microsoft Yahei"/>
              </a:rPr>
              <a:t>人工柜台</a:t>
            </a:r>
            <a:endParaRPr/>
          </a:p>
        </p:txBody>
      </p:sp>
      <p:sp>
        <p:nvSpPr>
          <p:cNvPr id="1608" name="Google Shape;1608;p25"/>
          <p:cNvSpPr/>
          <p:nvPr/>
        </p:nvSpPr>
        <p:spPr>
          <a:xfrm>
            <a:off x="1052993" y="3907663"/>
            <a:ext cx="65755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2~10M </a:t>
            </a:r>
            <a:endParaRPr sz="1800">
              <a:solidFill>
                <a:srgbClr val="666666"/>
              </a:solidFill>
              <a:latin typeface="Calibri"/>
              <a:ea typeface="Calibri"/>
              <a:cs typeface="Calibri"/>
              <a:sym typeface="Calibri"/>
            </a:endParaRPr>
          </a:p>
        </p:txBody>
      </p:sp>
      <p:sp>
        <p:nvSpPr>
          <p:cNvPr id="1609" name="Google Shape;1609;p25"/>
          <p:cNvSpPr/>
          <p:nvPr/>
        </p:nvSpPr>
        <p:spPr>
          <a:xfrm>
            <a:off x="2513465" y="3878454"/>
            <a:ext cx="49725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20M </a:t>
            </a:r>
            <a:endParaRPr sz="1800">
              <a:solidFill>
                <a:srgbClr val="666666"/>
              </a:solidFill>
              <a:latin typeface="Calibri"/>
              <a:ea typeface="Calibri"/>
              <a:cs typeface="Calibri"/>
              <a:sym typeface="Calibri"/>
            </a:endParaRPr>
          </a:p>
        </p:txBody>
      </p:sp>
      <p:sp>
        <p:nvSpPr>
          <p:cNvPr id="1610" name="Google Shape;1610;p25"/>
          <p:cNvSpPr/>
          <p:nvPr/>
        </p:nvSpPr>
        <p:spPr>
          <a:xfrm>
            <a:off x="3785385" y="3888445"/>
            <a:ext cx="49725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10M </a:t>
            </a:r>
            <a:endParaRPr sz="1800">
              <a:solidFill>
                <a:srgbClr val="666666"/>
              </a:solidFill>
              <a:latin typeface="Calibri"/>
              <a:ea typeface="Calibri"/>
              <a:cs typeface="Calibri"/>
              <a:sym typeface="Calibri"/>
            </a:endParaRPr>
          </a:p>
        </p:txBody>
      </p:sp>
      <p:sp>
        <p:nvSpPr>
          <p:cNvPr id="1611" name="Google Shape;1611;p25"/>
          <p:cNvSpPr/>
          <p:nvPr/>
        </p:nvSpPr>
        <p:spPr>
          <a:xfrm>
            <a:off x="5064729" y="3867342"/>
            <a:ext cx="497252"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20M </a:t>
            </a:r>
            <a:endParaRPr sz="1800">
              <a:solidFill>
                <a:srgbClr val="666666"/>
              </a:solidFill>
              <a:latin typeface="Calibri"/>
              <a:ea typeface="Calibri"/>
              <a:cs typeface="Calibri"/>
              <a:sym typeface="Calibri"/>
            </a:endParaRPr>
          </a:p>
        </p:txBody>
      </p:sp>
      <p:sp>
        <p:nvSpPr>
          <p:cNvPr id="1612" name="Google Shape;1612;p25"/>
          <p:cNvSpPr/>
          <p:nvPr/>
        </p:nvSpPr>
        <p:spPr>
          <a:xfrm>
            <a:off x="6344723" y="3857309"/>
            <a:ext cx="32573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666666"/>
                </a:solidFill>
                <a:latin typeface="Arial"/>
                <a:ea typeface="Arial"/>
                <a:cs typeface="Arial"/>
                <a:sym typeface="Arial"/>
              </a:rPr>
              <a:t>…</a:t>
            </a:r>
            <a:endParaRPr sz="1800">
              <a:solidFill>
                <a:srgbClr val="666666"/>
              </a:solidFill>
              <a:latin typeface="Calibri"/>
              <a:ea typeface="Calibri"/>
              <a:cs typeface="Calibri"/>
              <a:sym typeface="Calibri"/>
            </a:endParaRPr>
          </a:p>
        </p:txBody>
      </p:sp>
      <p:sp>
        <p:nvSpPr>
          <p:cNvPr id="1613" name="Google Shape;1613;p25"/>
          <p:cNvSpPr/>
          <p:nvPr/>
        </p:nvSpPr>
        <p:spPr>
          <a:xfrm>
            <a:off x="3739828" y="3450631"/>
            <a:ext cx="94929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Arial"/>
                <a:ea typeface="Arial"/>
                <a:cs typeface="Arial"/>
                <a:sym typeface="Arial"/>
              </a:rPr>
              <a:t>100Mbps</a:t>
            </a:r>
            <a:endParaRPr/>
          </a:p>
        </p:txBody>
      </p:sp>
      <p:sp>
        <p:nvSpPr>
          <p:cNvPr id="1614" name="Google Shape;1614;p25"/>
          <p:cNvSpPr/>
          <p:nvPr/>
        </p:nvSpPr>
        <p:spPr>
          <a:xfrm>
            <a:off x="1123240" y="3460431"/>
            <a:ext cx="631904"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C00000"/>
                </a:solidFill>
                <a:latin typeface="Arial"/>
                <a:ea typeface="Arial"/>
                <a:cs typeface="Arial"/>
                <a:sym typeface="Arial"/>
              </a:rPr>
              <a:t>2Mbps</a:t>
            </a:r>
            <a:endParaRPr/>
          </a:p>
        </p:txBody>
      </p:sp>
      <p:sp>
        <p:nvSpPr>
          <p:cNvPr id="1615" name="Google Shape;1615;p25"/>
          <p:cNvSpPr/>
          <p:nvPr/>
        </p:nvSpPr>
        <p:spPr>
          <a:xfrm>
            <a:off x="503868" y="5672603"/>
            <a:ext cx="1389570" cy="4693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666666"/>
                </a:solidFill>
                <a:latin typeface="Arial"/>
                <a:ea typeface="Arial"/>
                <a:cs typeface="Arial"/>
                <a:sym typeface="Arial"/>
              </a:rPr>
              <a:t>传统网点</a:t>
            </a:r>
            <a:endParaRPr b="1" sz="1400">
              <a:solidFill>
                <a:srgbClr val="666666"/>
              </a:solidFill>
              <a:latin typeface="Arial"/>
              <a:ea typeface="Arial"/>
              <a:cs typeface="Arial"/>
              <a:sym typeface="Arial"/>
            </a:endParaRPr>
          </a:p>
          <a:p>
            <a:pPr indent="0" lvl="0" marL="0" marR="0" rtl="0" algn="ctr">
              <a:spcBef>
                <a:spcPts val="0"/>
              </a:spcBef>
              <a:spcAft>
                <a:spcPts val="0"/>
              </a:spcAft>
              <a:buNone/>
            </a:pPr>
            <a:r>
              <a:rPr lang="en-US" sz="1050">
                <a:solidFill>
                  <a:srgbClr val="1D1D1A"/>
                </a:solidFill>
                <a:latin typeface="Arial"/>
                <a:ea typeface="Arial"/>
                <a:cs typeface="Arial"/>
                <a:sym typeface="Arial"/>
              </a:rPr>
              <a:t>交易结算型</a:t>
            </a:r>
            <a:endParaRPr sz="1050">
              <a:solidFill>
                <a:srgbClr val="1D1D1A"/>
              </a:solidFill>
              <a:latin typeface="Arial"/>
              <a:ea typeface="Arial"/>
              <a:cs typeface="Arial"/>
              <a:sym typeface="Arial"/>
            </a:endParaRPr>
          </a:p>
        </p:txBody>
      </p:sp>
      <p:sp>
        <p:nvSpPr>
          <p:cNvPr id="1616" name="Google Shape;1616;p25"/>
          <p:cNvSpPr/>
          <p:nvPr/>
        </p:nvSpPr>
        <p:spPr>
          <a:xfrm>
            <a:off x="2096010" y="5672603"/>
            <a:ext cx="902811" cy="4693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C00000"/>
                </a:solidFill>
                <a:latin typeface="Arial"/>
                <a:ea typeface="Arial"/>
                <a:cs typeface="Arial"/>
                <a:sym typeface="Arial"/>
              </a:rPr>
              <a:t>智慧网点</a:t>
            </a:r>
            <a:endParaRPr b="1" sz="1400">
              <a:solidFill>
                <a:srgbClr val="C00000"/>
              </a:solidFill>
              <a:latin typeface="Arial"/>
              <a:ea typeface="Arial"/>
              <a:cs typeface="Arial"/>
              <a:sym typeface="Arial"/>
            </a:endParaRPr>
          </a:p>
          <a:p>
            <a:pPr indent="0" lvl="0" marL="0" marR="0" rtl="0" algn="ctr">
              <a:spcBef>
                <a:spcPts val="0"/>
              </a:spcBef>
              <a:spcAft>
                <a:spcPts val="0"/>
              </a:spcAft>
              <a:buNone/>
            </a:pPr>
            <a:r>
              <a:rPr lang="en-US" sz="1050">
                <a:solidFill>
                  <a:srgbClr val="1D1D1A"/>
                </a:solidFill>
                <a:latin typeface="Arial"/>
                <a:ea typeface="Arial"/>
                <a:cs typeface="Arial"/>
                <a:sym typeface="Arial"/>
              </a:rPr>
              <a:t>营销服务型</a:t>
            </a:r>
            <a:endParaRPr sz="1050">
              <a:solidFill>
                <a:srgbClr val="1D1D1A"/>
              </a:solidFill>
              <a:latin typeface="Arial"/>
              <a:ea typeface="Arial"/>
              <a:cs typeface="Arial"/>
              <a:sym typeface="Arial"/>
            </a:endParaRPr>
          </a:p>
        </p:txBody>
      </p:sp>
      <p:sp>
        <p:nvSpPr>
          <p:cNvPr id="1617" name="Google Shape;1617;p25"/>
          <p:cNvSpPr/>
          <p:nvPr/>
        </p:nvSpPr>
        <p:spPr>
          <a:xfrm>
            <a:off x="9619019" y="7092066"/>
            <a:ext cx="184731" cy="37555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t/>
            </a:r>
            <a:endParaRPr sz="1400">
              <a:solidFill>
                <a:srgbClr val="1D1D1A"/>
              </a:solidFill>
              <a:latin typeface="Arial"/>
              <a:ea typeface="Arial"/>
              <a:cs typeface="Arial"/>
              <a:sym typeface="Arial"/>
            </a:endParaRPr>
          </a:p>
        </p:txBody>
      </p:sp>
      <p:cxnSp>
        <p:nvCxnSpPr>
          <p:cNvPr id="1618" name="Google Shape;1618;p25"/>
          <p:cNvCxnSpPr/>
          <p:nvPr/>
        </p:nvCxnSpPr>
        <p:spPr>
          <a:xfrm>
            <a:off x="1666725" y="5929194"/>
            <a:ext cx="437266" cy="0"/>
          </a:xfrm>
          <a:prstGeom prst="straightConnector1">
            <a:avLst/>
          </a:prstGeom>
          <a:noFill/>
          <a:ln cap="flat" cmpd="sng" w="9525">
            <a:solidFill>
              <a:srgbClr val="C00000"/>
            </a:solidFill>
            <a:prstDash val="solid"/>
            <a:miter lim="8000"/>
            <a:headEnd len="sm" w="sm" type="none"/>
            <a:tailEnd len="med" w="med" type="stealth"/>
          </a:ln>
        </p:spPr>
      </p:cxnSp>
      <p:pic>
        <p:nvPicPr>
          <p:cNvPr descr="https://timgsa.baidu.com/timg?image&amp;quality=80&amp;size=b9999_10000&amp;sec=1577997274615&amp;di=e1fdf67cf23ab7ee5de187e156528368&amp;imgtype=0&amp;src=http%3A%2F%2Fimg.wzrb.com.cn%2Farticlefile%2F20160218%2F20160218416530.jpg" id="1619" name="Google Shape;1619;p25"/>
          <p:cNvPicPr preferRelativeResize="0"/>
          <p:nvPr/>
        </p:nvPicPr>
        <p:blipFill rotWithShape="1">
          <a:blip r:embed="rId8">
            <a:alphaModFix/>
          </a:blip>
          <a:srcRect b="0" l="0" r="0" t="0"/>
          <a:stretch/>
        </p:blipFill>
        <p:spPr>
          <a:xfrm>
            <a:off x="5773607" y="3305675"/>
            <a:ext cx="1417974" cy="482111"/>
          </a:xfrm>
          <a:prstGeom prst="rect">
            <a:avLst/>
          </a:prstGeom>
          <a:noFill/>
          <a:ln>
            <a:noFill/>
          </a:ln>
        </p:spPr>
      </p:pic>
      <p:grpSp>
        <p:nvGrpSpPr>
          <p:cNvPr id="1620" name="Google Shape;1620;p25"/>
          <p:cNvGrpSpPr/>
          <p:nvPr/>
        </p:nvGrpSpPr>
        <p:grpSpPr>
          <a:xfrm>
            <a:off x="737399" y="815257"/>
            <a:ext cx="5713435" cy="2172944"/>
            <a:chOff x="737399" y="727723"/>
            <a:chExt cx="5713435" cy="2419984"/>
          </a:xfrm>
        </p:grpSpPr>
        <p:grpSp>
          <p:nvGrpSpPr>
            <p:cNvPr id="1621" name="Google Shape;1621;p25"/>
            <p:cNvGrpSpPr/>
            <p:nvPr/>
          </p:nvGrpSpPr>
          <p:grpSpPr>
            <a:xfrm>
              <a:off x="2105903" y="727723"/>
              <a:ext cx="4344931" cy="2419984"/>
              <a:chOff x="3720907" y="1326425"/>
              <a:chExt cx="4344931" cy="2925619"/>
            </a:xfrm>
          </p:grpSpPr>
          <p:sp>
            <p:nvSpPr>
              <p:cNvPr id="1622" name="Google Shape;1622;p25"/>
              <p:cNvSpPr/>
              <p:nvPr/>
            </p:nvSpPr>
            <p:spPr>
              <a:xfrm>
                <a:off x="4777143" y="3740317"/>
                <a:ext cx="1812187" cy="511727"/>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400">
                    <a:solidFill>
                      <a:srgbClr val="666666"/>
                    </a:solidFill>
                    <a:latin typeface="Arial"/>
                    <a:ea typeface="Arial"/>
                    <a:cs typeface="Arial"/>
                    <a:sym typeface="Arial"/>
                  </a:rPr>
                  <a:t>专线</a:t>
                </a:r>
                <a:r>
                  <a:rPr b="1" lang="en-US" sz="1200">
                    <a:solidFill>
                      <a:schemeClr val="dk1"/>
                    </a:solidFill>
                    <a:latin typeface="Arial"/>
                    <a:ea typeface="Arial"/>
                    <a:cs typeface="Arial"/>
                    <a:sym typeface="Arial"/>
                  </a:rPr>
                  <a:t> </a:t>
                </a:r>
                <a:r>
                  <a:rPr b="1" lang="en-US" sz="1400">
                    <a:solidFill>
                      <a:srgbClr val="666666"/>
                    </a:solidFill>
                    <a:latin typeface="Arial"/>
                    <a:ea typeface="Arial"/>
                    <a:cs typeface="Arial"/>
                    <a:sym typeface="Arial"/>
                  </a:rPr>
                  <a:t>(2 Mbps)</a:t>
                </a:r>
                <a:endParaRPr/>
              </a:p>
            </p:txBody>
          </p:sp>
          <p:cxnSp>
            <p:nvCxnSpPr>
              <p:cNvPr id="1623" name="Google Shape;1623;p25"/>
              <p:cNvCxnSpPr>
                <a:endCxn id="1624" idx="3"/>
              </p:cNvCxnSpPr>
              <p:nvPr/>
            </p:nvCxnSpPr>
            <p:spPr>
              <a:xfrm>
                <a:off x="3720907" y="3617066"/>
                <a:ext cx="1206900" cy="600"/>
              </a:xfrm>
              <a:prstGeom prst="bentConnector3">
                <a:avLst>
                  <a:gd fmla="val 50000" name="adj1"/>
                </a:avLst>
              </a:prstGeom>
              <a:noFill/>
              <a:ln cap="flat" cmpd="sng" w="38100">
                <a:solidFill>
                  <a:srgbClr val="A3A3A3"/>
                </a:solidFill>
                <a:prstDash val="solid"/>
                <a:miter lim="8000"/>
                <a:headEnd len="sm" w="sm" type="none"/>
                <a:tailEnd len="sm" w="sm" type="none"/>
              </a:ln>
            </p:spPr>
          </p:cxnSp>
          <p:grpSp>
            <p:nvGrpSpPr>
              <p:cNvPr id="1625" name="Google Shape;1625;p25"/>
              <p:cNvGrpSpPr/>
              <p:nvPr/>
            </p:nvGrpSpPr>
            <p:grpSpPr>
              <a:xfrm>
                <a:off x="3901838" y="1326425"/>
                <a:ext cx="4164000" cy="2473595"/>
                <a:chOff x="3951105" y="1758831"/>
                <a:chExt cx="5620090" cy="2041188"/>
              </a:xfrm>
            </p:grpSpPr>
            <p:sp>
              <p:nvSpPr>
                <p:cNvPr id="1624" name="Google Shape;1624;p25"/>
                <p:cNvSpPr/>
                <p:nvPr/>
              </p:nvSpPr>
              <p:spPr>
                <a:xfrm rot="5400000">
                  <a:off x="6306629" y="2528275"/>
                  <a:ext cx="300954" cy="2242534"/>
                </a:xfrm>
                <a:prstGeom prst="can">
                  <a:avLst>
                    <a:gd fmla="val 25000" name="adj"/>
                  </a:avLst>
                </a:prstGeom>
                <a:solidFill>
                  <a:srgbClr val="C1C1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00">
                    <a:solidFill>
                      <a:srgbClr val="666666"/>
                    </a:solidFill>
                    <a:latin typeface="Microsoft Yahei"/>
                    <a:ea typeface="Microsoft Yahei"/>
                    <a:cs typeface="Microsoft Yahei"/>
                    <a:sym typeface="Microsoft Yahei"/>
                  </a:endParaRPr>
                </a:p>
              </p:txBody>
            </p:sp>
            <p:cxnSp>
              <p:nvCxnSpPr>
                <p:cNvPr id="1626" name="Google Shape;1626;p25"/>
                <p:cNvCxnSpPr>
                  <a:endCxn id="1627" idx="3"/>
                </p:cNvCxnSpPr>
                <p:nvPr/>
              </p:nvCxnSpPr>
              <p:spPr>
                <a:xfrm>
                  <a:off x="3951105" y="2722185"/>
                  <a:ext cx="1361700" cy="600"/>
                </a:xfrm>
                <a:prstGeom prst="bentConnector3">
                  <a:avLst>
                    <a:gd fmla="val 50000" name="adj1"/>
                  </a:avLst>
                </a:prstGeom>
                <a:noFill/>
                <a:ln cap="flat" cmpd="sng" w="38100">
                  <a:solidFill>
                    <a:srgbClr val="FFC000"/>
                  </a:solidFill>
                  <a:prstDash val="solid"/>
                  <a:miter lim="8000"/>
                  <a:headEnd len="sm" w="sm" type="none"/>
                  <a:tailEnd len="sm" w="sm" type="none"/>
                </a:ln>
              </p:spPr>
            </p:cxnSp>
            <p:sp>
              <p:nvSpPr>
                <p:cNvPr id="1628" name="Google Shape;1628;p25"/>
                <p:cNvSpPr/>
                <p:nvPr/>
              </p:nvSpPr>
              <p:spPr>
                <a:xfrm>
                  <a:off x="5335839" y="3509161"/>
                  <a:ext cx="2243299" cy="29085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800">
                    <a:solidFill>
                      <a:srgbClr val="666666"/>
                    </a:solidFill>
                    <a:latin typeface="Arial"/>
                    <a:ea typeface="Arial"/>
                    <a:cs typeface="Arial"/>
                    <a:sym typeface="Arial"/>
                  </a:endParaRPr>
                </a:p>
              </p:txBody>
            </p:sp>
            <p:cxnSp>
              <p:nvCxnSpPr>
                <p:cNvPr id="1629" name="Google Shape;1629;p25"/>
                <p:cNvCxnSpPr/>
                <p:nvPr/>
              </p:nvCxnSpPr>
              <p:spPr>
                <a:xfrm>
                  <a:off x="7563344" y="2672668"/>
                  <a:ext cx="765185" cy="496083"/>
                </a:xfrm>
                <a:prstGeom prst="bentConnector3">
                  <a:avLst>
                    <a:gd fmla="val 241252" name="adj1"/>
                  </a:avLst>
                </a:prstGeom>
                <a:noFill/>
                <a:ln cap="flat" cmpd="sng" w="38100">
                  <a:solidFill>
                    <a:srgbClr val="FFC000"/>
                  </a:solidFill>
                  <a:prstDash val="solid"/>
                  <a:miter lim="8000"/>
                  <a:headEnd len="sm" w="sm" type="none"/>
                  <a:tailEnd len="sm" w="sm" type="none"/>
                </a:ln>
              </p:spPr>
            </p:cxnSp>
            <p:cxnSp>
              <p:nvCxnSpPr>
                <p:cNvPr id="1630" name="Google Shape;1630;p25"/>
                <p:cNvCxnSpPr/>
                <p:nvPr/>
              </p:nvCxnSpPr>
              <p:spPr>
                <a:xfrm flipH="1" rot="10800000">
                  <a:off x="7578373" y="3191764"/>
                  <a:ext cx="402558" cy="446866"/>
                </a:xfrm>
                <a:prstGeom prst="bentConnector3">
                  <a:avLst>
                    <a:gd fmla="val 457621" name="adj1"/>
                  </a:avLst>
                </a:prstGeom>
                <a:noFill/>
                <a:ln cap="flat" cmpd="sng" w="38100">
                  <a:solidFill>
                    <a:srgbClr val="FFC000"/>
                  </a:solidFill>
                  <a:prstDash val="solid"/>
                  <a:miter lim="8000"/>
                  <a:headEnd len="sm" w="sm" type="none"/>
                  <a:tailEnd len="sm" w="sm" type="none"/>
                </a:ln>
              </p:spPr>
            </p:cxnSp>
            <p:sp>
              <p:nvSpPr>
                <p:cNvPr id="1631" name="Google Shape;1631;p25"/>
                <p:cNvSpPr/>
                <p:nvPr/>
              </p:nvSpPr>
              <p:spPr>
                <a:xfrm>
                  <a:off x="8147337" y="2843153"/>
                  <a:ext cx="1423857" cy="469040"/>
                </a:xfrm>
                <a:custGeom>
                  <a:rect b="b" l="l" r="r" t="t"/>
                  <a:pathLst>
                    <a:path extrusionOk="0" h="11487" w="16443">
                      <a:moveTo>
                        <a:pt x="7726" y="0"/>
                      </a:moveTo>
                      <a:lnTo>
                        <a:pt x="7928" y="4"/>
                      </a:lnTo>
                      <a:lnTo>
                        <a:pt x="8127" y="17"/>
                      </a:lnTo>
                      <a:lnTo>
                        <a:pt x="8324" y="38"/>
                      </a:lnTo>
                      <a:lnTo>
                        <a:pt x="8519" y="68"/>
                      </a:lnTo>
                      <a:lnTo>
                        <a:pt x="8711" y="105"/>
                      </a:lnTo>
                      <a:lnTo>
                        <a:pt x="8900" y="150"/>
                      </a:lnTo>
                      <a:lnTo>
                        <a:pt x="9087" y="203"/>
                      </a:lnTo>
                      <a:lnTo>
                        <a:pt x="9270" y="263"/>
                      </a:lnTo>
                      <a:lnTo>
                        <a:pt x="9450" y="331"/>
                      </a:lnTo>
                      <a:lnTo>
                        <a:pt x="9626" y="406"/>
                      </a:lnTo>
                      <a:lnTo>
                        <a:pt x="9799" y="487"/>
                      </a:lnTo>
                      <a:lnTo>
                        <a:pt x="9969" y="576"/>
                      </a:lnTo>
                      <a:lnTo>
                        <a:pt x="10133" y="670"/>
                      </a:lnTo>
                      <a:lnTo>
                        <a:pt x="10294" y="772"/>
                      </a:lnTo>
                      <a:lnTo>
                        <a:pt x="10451" y="880"/>
                      </a:lnTo>
                      <a:lnTo>
                        <a:pt x="10604" y="994"/>
                      </a:lnTo>
                      <a:lnTo>
                        <a:pt x="10751" y="1113"/>
                      </a:lnTo>
                      <a:lnTo>
                        <a:pt x="10893" y="1239"/>
                      </a:lnTo>
                      <a:lnTo>
                        <a:pt x="11031" y="1370"/>
                      </a:lnTo>
                      <a:lnTo>
                        <a:pt x="11164" y="1507"/>
                      </a:lnTo>
                      <a:lnTo>
                        <a:pt x="11291" y="1648"/>
                      </a:lnTo>
                      <a:lnTo>
                        <a:pt x="11412" y="1795"/>
                      </a:lnTo>
                      <a:lnTo>
                        <a:pt x="11529" y="1947"/>
                      </a:lnTo>
                      <a:lnTo>
                        <a:pt x="11640" y="2102"/>
                      </a:lnTo>
                      <a:lnTo>
                        <a:pt x="11743" y="2264"/>
                      </a:lnTo>
                      <a:lnTo>
                        <a:pt x="11842" y="2429"/>
                      </a:lnTo>
                      <a:lnTo>
                        <a:pt x="11934" y="2598"/>
                      </a:lnTo>
                      <a:lnTo>
                        <a:pt x="12019" y="2772"/>
                      </a:lnTo>
                      <a:lnTo>
                        <a:pt x="12097" y="2948"/>
                      </a:lnTo>
                      <a:lnTo>
                        <a:pt x="12169" y="3129"/>
                      </a:lnTo>
                      <a:lnTo>
                        <a:pt x="12234" y="3314"/>
                      </a:lnTo>
                      <a:lnTo>
                        <a:pt x="12291" y="3501"/>
                      </a:lnTo>
                      <a:lnTo>
                        <a:pt x="12320" y="3499"/>
                      </a:lnTo>
                      <a:lnTo>
                        <a:pt x="12349" y="3498"/>
                      </a:lnTo>
                      <a:lnTo>
                        <a:pt x="12378" y="3497"/>
                      </a:lnTo>
                      <a:lnTo>
                        <a:pt x="12407" y="3496"/>
                      </a:lnTo>
                      <a:lnTo>
                        <a:pt x="12437" y="3495"/>
                      </a:lnTo>
                      <a:lnTo>
                        <a:pt x="12466" y="3494"/>
                      </a:lnTo>
                      <a:lnTo>
                        <a:pt x="12496" y="3494"/>
                      </a:lnTo>
                      <a:lnTo>
                        <a:pt x="12524" y="3494"/>
                      </a:lnTo>
                      <a:lnTo>
                        <a:pt x="12726" y="3499"/>
                      </a:lnTo>
                      <a:lnTo>
                        <a:pt x="12924" y="3515"/>
                      </a:lnTo>
                      <a:lnTo>
                        <a:pt x="13119" y="3540"/>
                      </a:lnTo>
                      <a:lnTo>
                        <a:pt x="13313" y="3575"/>
                      </a:lnTo>
                      <a:lnTo>
                        <a:pt x="13502" y="3621"/>
                      </a:lnTo>
                      <a:lnTo>
                        <a:pt x="13688" y="3674"/>
                      </a:lnTo>
                      <a:lnTo>
                        <a:pt x="13870" y="3738"/>
                      </a:lnTo>
                      <a:lnTo>
                        <a:pt x="14047" y="3809"/>
                      </a:lnTo>
                      <a:lnTo>
                        <a:pt x="14221" y="3889"/>
                      </a:lnTo>
                      <a:lnTo>
                        <a:pt x="14390" y="3977"/>
                      </a:lnTo>
                      <a:lnTo>
                        <a:pt x="14554" y="4074"/>
                      </a:lnTo>
                      <a:lnTo>
                        <a:pt x="14712" y="4179"/>
                      </a:lnTo>
                      <a:lnTo>
                        <a:pt x="14867" y="4290"/>
                      </a:lnTo>
                      <a:lnTo>
                        <a:pt x="15015" y="4409"/>
                      </a:lnTo>
                      <a:lnTo>
                        <a:pt x="15156" y="4535"/>
                      </a:lnTo>
                      <a:lnTo>
                        <a:pt x="15293" y="4667"/>
                      </a:lnTo>
                      <a:lnTo>
                        <a:pt x="15423" y="4806"/>
                      </a:lnTo>
                      <a:lnTo>
                        <a:pt x="15546" y="4951"/>
                      </a:lnTo>
                      <a:lnTo>
                        <a:pt x="15663" y="5102"/>
                      </a:lnTo>
                      <a:lnTo>
                        <a:pt x="15772" y="5259"/>
                      </a:lnTo>
                      <a:lnTo>
                        <a:pt x="15875" y="5421"/>
                      </a:lnTo>
                      <a:lnTo>
                        <a:pt x="15969" y="5588"/>
                      </a:lnTo>
                      <a:lnTo>
                        <a:pt x="16056" y="5761"/>
                      </a:lnTo>
                      <a:lnTo>
                        <a:pt x="16134" y="5938"/>
                      </a:lnTo>
                      <a:lnTo>
                        <a:pt x="16205" y="6119"/>
                      </a:lnTo>
                      <a:lnTo>
                        <a:pt x="16266" y="6305"/>
                      </a:lnTo>
                      <a:lnTo>
                        <a:pt x="16320" y="6494"/>
                      </a:lnTo>
                      <a:lnTo>
                        <a:pt x="16363" y="6687"/>
                      </a:lnTo>
                      <a:lnTo>
                        <a:pt x="16398" y="6884"/>
                      </a:lnTo>
                      <a:lnTo>
                        <a:pt x="16422" y="7083"/>
                      </a:lnTo>
                      <a:lnTo>
                        <a:pt x="16438" y="7286"/>
                      </a:lnTo>
                      <a:lnTo>
                        <a:pt x="16443" y="7490"/>
                      </a:lnTo>
                      <a:lnTo>
                        <a:pt x="16438" y="7688"/>
                      </a:lnTo>
                      <a:lnTo>
                        <a:pt x="16425" y="7883"/>
                      </a:lnTo>
                      <a:lnTo>
                        <a:pt x="16401" y="8075"/>
                      </a:lnTo>
                      <a:lnTo>
                        <a:pt x="16369" y="8264"/>
                      </a:lnTo>
                      <a:lnTo>
                        <a:pt x="16328" y="8451"/>
                      </a:lnTo>
                      <a:lnTo>
                        <a:pt x="16280" y="8634"/>
                      </a:lnTo>
                      <a:lnTo>
                        <a:pt x="16222" y="8813"/>
                      </a:lnTo>
                      <a:lnTo>
                        <a:pt x="16156" y="8989"/>
                      </a:lnTo>
                      <a:lnTo>
                        <a:pt x="16083" y="9161"/>
                      </a:lnTo>
                      <a:lnTo>
                        <a:pt x="16003" y="9328"/>
                      </a:lnTo>
                      <a:lnTo>
                        <a:pt x="15915" y="9491"/>
                      </a:lnTo>
                      <a:lnTo>
                        <a:pt x="15820" y="9649"/>
                      </a:lnTo>
                      <a:lnTo>
                        <a:pt x="15717" y="9802"/>
                      </a:lnTo>
                      <a:lnTo>
                        <a:pt x="15610" y="9950"/>
                      </a:lnTo>
                      <a:lnTo>
                        <a:pt x="15494" y="10093"/>
                      </a:lnTo>
                      <a:lnTo>
                        <a:pt x="15373" y="10230"/>
                      </a:lnTo>
                      <a:lnTo>
                        <a:pt x="15246" y="10361"/>
                      </a:lnTo>
                      <a:lnTo>
                        <a:pt x="15113" y="10487"/>
                      </a:lnTo>
                      <a:lnTo>
                        <a:pt x="14974" y="10606"/>
                      </a:lnTo>
                      <a:lnTo>
                        <a:pt x="14831" y="10718"/>
                      </a:lnTo>
                      <a:lnTo>
                        <a:pt x="14682" y="10824"/>
                      </a:lnTo>
                      <a:lnTo>
                        <a:pt x="14527" y="10923"/>
                      </a:lnTo>
                      <a:lnTo>
                        <a:pt x="14369" y="11014"/>
                      </a:lnTo>
                      <a:lnTo>
                        <a:pt x="14206" y="11098"/>
                      </a:lnTo>
                      <a:lnTo>
                        <a:pt x="14039" y="11176"/>
                      </a:lnTo>
                      <a:lnTo>
                        <a:pt x="13868" y="11244"/>
                      </a:lnTo>
                      <a:lnTo>
                        <a:pt x="13693" y="11305"/>
                      </a:lnTo>
                      <a:lnTo>
                        <a:pt x="13514" y="11357"/>
                      </a:lnTo>
                      <a:lnTo>
                        <a:pt x="13332" y="11401"/>
                      </a:lnTo>
                      <a:lnTo>
                        <a:pt x="13147" y="11436"/>
                      </a:lnTo>
                      <a:lnTo>
                        <a:pt x="12960" y="11462"/>
                      </a:lnTo>
                      <a:lnTo>
                        <a:pt x="12770" y="11479"/>
                      </a:lnTo>
                      <a:lnTo>
                        <a:pt x="12770" y="11487"/>
                      </a:lnTo>
                      <a:lnTo>
                        <a:pt x="12524" y="11487"/>
                      </a:lnTo>
                      <a:lnTo>
                        <a:pt x="3341" y="11487"/>
                      </a:lnTo>
                      <a:lnTo>
                        <a:pt x="3079" y="11487"/>
                      </a:lnTo>
                      <a:lnTo>
                        <a:pt x="3079" y="11477"/>
                      </a:lnTo>
                      <a:lnTo>
                        <a:pt x="2919" y="11459"/>
                      </a:lnTo>
                      <a:lnTo>
                        <a:pt x="2760" y="11436"/>
                      </a:lnTo>
                      <a:lnTo>
                        <a:pt x="2605" y="11404"/>
                      </a:lnTo>
                      <a:lnTo>
                        <a:pt x="2453" y="11365"/>
                      </a:lnTo>
                      <a:lnTo>
                        <a:pt x="2303" y="11318"/>
                      </a:lnTo>
                      <a:lnTo>
                        <a:pt x="2156" y="11265"/>
                      </a:lnTo>
                      <a:lnTo>
                        <a:pt x="2013" y="11205"/>
                      </a:lnTo>
                      <a:lnTo>
                        <a:pt x="1872" y="11139"/>
                      </a:lnTo>
                      <a:lnTo>
                        <a:pt x="1736" y="11067"/>
                      </a:lnTo>
                      <a:lnTo>
                        <a:pt x="1603" y="10987"/>
                      </a:lnTo>
                      <a:lnTo>
                        <a:pt x="1474" y="10903"/>
                      </a:lnTo>
                      <a:lnTo>
                        <a:pt x="1349" y="10813"/>
                      </a:lnTo>
                      <a:lnTo>
                        <a:pt x="1229" y="10716"/>
                      </a:lnTo>
                      <a:lnTo>
                        <a:pt x="1113" y="10615"/>
                      </a:lnTo>
                      <a:lnTo>
                        <a:pt x="1001" y="10508"/>
                      </a:lnTo>
                      <a:lnTo>
                        <a:pt x="895" y="10396"/>
                      </a:lnTo>
                      <a:lnTo>
                        <a:pt x="793" y="10280"/>
                      </a:lnTo>
                      <a:lnTo>
                        <a:pt x="697" y="10159"/>
                      </a:lnTo>
                      <a:lnTo>
                        <a:pt x="606" y="10033"/>
                      </a:lnTo>
                      <a:lnTo>
                        <a:pt x="521" y="9903"/>
                      </a:lnTo>
                      <a:lnTo>
                        <a:pt x="441" y="9769"/>
                      </a:lnTo>
                      <a:lnTo>
                        <a:pt x="368" y="9631"/>
                      </a:lnTo>
                      <a:lnTo>
                        <a:pt x="300" y="9490"/>
                      </a:lnTo>
                      <a:lnTo>
                        <a:pt x="239" y="9345"/>
                      </a:lnTo>
                      <a:lnTo>
                        <a:pt x="185" y="9197"/>
                      </a:lnTo>
                      <a:lnTo>
                        <a:pt x="137" y="9044"/>
                      </a:lnTo>
                      <a:lnTo>
                        <a:pt x="96" y="8890"/>
                      </a:lnTo>
                      <a:lnTo>
                        <a:pt x="62" y="8733"/>
                      </a:lnTo>
                      <a:lnTo>
                        <a:pt x="35" y="8573"/>
                      </a:lnTo>
                      <a:lnTo>
                        <a:pt x="15" y="8410"/>
                      </a:lnTo>
                      <a:lnTo>
                        <a:pt x="4" y="8246"/>
                      </a:lnTo>
                      <a:lnTo>
                        <a:pt x="0" y="8079"/>
                      </a:lnTo>
                      <a:lnTo>
                        <a:pt x="4" y="7916"/>
                      </a:lnTo>
                      <a:lnTo>
                        <a:pt x="15" y="7754"/>
                      </a:lnTo>
                      <a:lnTo>
                        <a:pt x="34" y="7596"/>
                      </a:lnTo>
                      <a:lnTo>
                        <a:pt x="60" y="7439"/>
                      </a:lnTo>
                      <a:lnTo>
                        <a:pt x="92" y="7284"/>
                      </a:lnTo>
                      <a:lnTo>
                        <a:pt x="132" y="7132"/>
                      </a:lnTo>
                      <a:lnTo>
                        <a:pt x="178" y="6983"/>
                      </a:lnTo>
                      <a:lnTo>
                        <a:pt x="230" y="6837"/>
                      </a:lnTo>
                      <a:lnTo>
                        <a:pt x="289" y="6694"/>
                      </a:lnTo>
                      <a:lnTo>
                        <a:pt x="354" y="6556"/>
                      </a:lnTo>
                      <a:lnTo>
                        <a:pt x="424" y="6420"/>
                      </a:lnTo>
                      <a:lnTo>
                        <a:pt x="502" y="6287"/>
                      </a:lnTo>
                      <a:lnTo>
                        <a:pt x="584" y="6159"/>
                      </a:lnTo>
                      <a:lnTo>
                        <a:pt x="671" y="6034"/>
                      </a:lnTo>
                      <a:lnTo>
                        <a:pt x="765" y="5914"/>
                      </a:lnTo>
                      <a:lnTo>
                        <a:pt x="862" y="5799"/>
                      </a:lnTo>
                      <a:lnTo>
                        <a:pt x="965" y="5688"/>
                      </a:lnTo>
                      <a:lnTo>
                        <a:pt x="1072" y="5582"/>
                      </a:lnTo>
                      <a:lnTo>
                        <a:pt x="1184" y="5480"/>
                      </a:lnTo>
                      <a:lnTo>
                        <a:pt x="1301" y="5384"/>
                      </a:lnTo>
                      <a:lnTo>
                        <a:pt x="1421" y="5293"/>
                      </a:lnTo>
                      <a:lnTo>
                        <a:pt x="1546" y="5208"/>
                      </a:lnTo>
                      <a:lnTo>
                        <a:pt x="1675" y="5128"/>
                      </a:lnTo>
                      <a:lnTo>
                        <a:pt x="1807" y="5054"/>
                      </a:lnTo>
                      <a:lnTo>
                        <a:pt x="1942" y="4986"/>
                      </a:lnTo>
                      <a:lnTo>
                        <a:pt x="2082" y="4924"/>
                      </a:lnTo>
                      <a:lnTo>
                        <a:pt x="2224" y="4869"/>
                      </a:lnTo>
                      <a:lnTo>
                        <a:pt x="2369" y="4819"/>
                      </a:lnTo>
                      <a:lnTo>
                        <a:pt x="2517" y="4777"/>
                      </a:lnTo>
                      <a:lnTo>
                        <a:pt x="2668" y="4741"/>
                      </a:lnTo>
                      <a:lnTo>
                        <a:pt x="2821" y="4713"/>
                      </a:lnTo>
                      <a:lnTo>
                        <a:pt x="2976" y="4692"/>
                      </a:lnTo>
                      <a:lnTo>
                        <a:pt x="2990" y="4450"/>
                      </a:lnTo>
                      <a:lnTo>
                        <a:pt x="3015" y="4212"/>
                      </a:lnTo>
                      <a:lnTo>
                        <a:pt x="3051" y="3976"/>
                      </a:lnTo>
                      <a:lnTo>
                        <a:pt x="3098" y="3744"/>
                      </a:lnTo>
                      <a:lnTo>
                        <a:pt x="3156" y="3517"/>
                      </a:lnTo>
                      <a:lnTo>
                        <a:pt x="3225" y="3295"/>
                      </a:lnTo>
                      <a:lnTo>
                        <a:pt x="3303" y="3076"/>
                      </a:lnTo>
                      <a:lnTo>
                        <a:pt x="3391" y="2863"/>
                      </a:lnTo>
                      <a:lnTo>
                        <a:pt x="3489" y="2655"/>
                      </a:lnTo>
                      <a:lnTo>
                        <a:pt x="3597" y="2453"/>
                      </a:lnTo>
                      <a:lnTo>
                        <a:pt x="3713" y="2256"/>
                      </a:lnTo>
                      <a:lnTo>
                        <a:pt x="3837" y="2065"/>
                      </a:lnTo>
                      <a:lnTo>
                        <a:pt x="3971" y="1882"/>
                      </a:lnTo>
                      <a:lnTo>
                        <a:pt x="4113" y="1704"/>
                      </a:lnTo>
                      <a:lnTo>
                        <a:pt x="4262" y="1535"/>
                      </a:lnTo>
                      <a:lnTo>
                        <a:pt x="4419" y="1371"/>
                      </a:lnTo>
                      <a:lnTo>
                        <a:pt x="4583" y="1216"/>
                      </a:lnTo>
                      <a:lnTo>
                        <a:pt x="4754" y="1069"/>
                      </a:lnTo>
                      <a:lnTo>
                        <a:pt x="4932" y="930"/>
                      </a:lnTo>
                      <a:lnTo>
                        <a:pt x="5117" y="800"/>
                      </a:lnTo>
                      <a:lnTo>
                        <a:pt x="5307" y="677"/>
                      </a:lnTo>
                      <a:lnTo>
                        <a:pt x="5503" y="565"/>
                      </a:lnTo>
                      <a:lnTo>
                        <a:pt x="5705" y="462"/>
                      </a:lnTo>
                      <a:lnTo>
                        <a:pt x="5912" y="368"/>
                      </a:lnTo>
                      <a:lnTo>
                        <a:pt x="6124" y="284"/>
                      </a:lnTo>
                      <a:lnTo>
                        <a:pt x="6342" y="211"/>
                      </a:lnTo>
                      <a:lnTo>
                        <a:pt x="6563" y="147"/>
                      </a:lnTo>
                      <a:lnTo>
                        <a:pt x="6788" y="95"/>
                      </a:lnTo>
                      <a:lnTo>
                        <a:pt x="7018" y="54"/>
                      </a:lnTo>
                      <a:lnTo>
                        <a:pt x="7250" y="25"/>
                      </a:lnTo>
                      <a:lnTo>
                        <a:pt x="7487" y="6"/>
                      </a:lnTo>
                      <a:lnTo>
                        <a:pt x="7726" y="0"/>
                      </a:lnTo>
                      <a:close/>
                      <a:moveTo>
                        <a:pt x="9156" y="9528"/>
                      </a:moveTo>
                      <a:lnTo>
                        <a:pt x="9148" y="9515"/>
                      </a:lnTo>
                      <a:lnTo>
                        <a:pt x="9141" y="9503"/>
                      </a:lnTo>
                      <a:lnTo>
                        <a:pt x="9134" y="9491"/>
                      </a:lnTo>
                      <a:lnTo>
                        <a:pt x="9127" y="9478"/>
                      </a:lnTo>
                      <a:lnTo>
                        <a:pt x="9106" y="9484"/>
                      </a:lnTo>
                      <a:lnTo>
                        <a:pt x="9086" y="9491"/>
                      </a:lnTo>
                      <a:lnTo>
                        <a:pt x="9065" y="9498"/>
                      </a:lnTo>
                      <a:lnTo>
                        <a:pt x="9045" y="9503"/>
                      </a:lnTo>
                      <a:lnTo>
                        <a:pt x="9023" y="9509"/>
                      </a:lnTo>
                      <a:lnTo>
                        <a:pt x="9003" y="9515"/>
                      </a:lnTo>
                      <a:lnTo>
                        <a:pt x="8982" y="9521"/>
                      </a:lnTo>
                      <a:lnTo>
                        <a:pt x="8961" y="9528"/>
                      </a:lnTo>
                      <a:lnTo>
                        <a:pt x="9156" y="9528"/>
                      </a:lnTo>
                      <a:close/>
                      <a:moveTo>
                        <a:pt x="6492" y="9528"/>
                      </a:moveTo>
                      <a:lnTo>
                        <a:pt x="6464" y="9519"/>
                      </a:lnTo>
                      <a:lnTo>
                        <a:pt x="6435" y="9511"/>
                      </a:lnTo>
                      <a:lnTo>
                        <a:pt x="6408" y="9503"/>
                      </a:lnTo>
                      <a:lnTo>
                        <a:pt x="6379" y="9495"/>
                      </a:lnTo>
                      <a:lnTo>
                        <a:pt x="6376" y="9503"/>
                      </a:lnTo>
                      <a:lnTo>
                        <a:pt x="6372" y="9511"/>
                      </a:lnTo>
                      <a:lnTo>
                        <a:pt x="6368" y="9519"/>
                      </a:lnTo>
                      <a:lnTo>
                        <a:pt x="6364" y="9528"/>
                      </a:lnTo>
                      <a:lnTo>
                        <a:pt x="6492" y="9528"/>
                      </a:lnTo>
                      <a:close/>
                    </a:path>
                  </a:pathLst>
                </a:custGeom>
                <a:solidFill>
                  <a:schemeClr val="lt1">
                    <a:alpha val="10980"/>
                  </a:schemeClr>
                </a:solidFill>
                <a:ln cap="flat" cmpd="sng" w="95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金融云</a:t>
                  </a:r>
                  <a:endParaRPr/>
                </a:p>
              </p:txBody>
            </p:sp>
            <p:grpSp>
              <p:nvGrpSpPr>
                <p:cNvPr id="1632" name="Google Shape;1632;p25"/>
                <p:cNvGrpSpPr/>
                <p:nvPr/>
              </p:nvGrpSpPr>
              <p:grpSpPr>
                <a:xfrm>
                  <a:off x="8150419" y="3046940"/>
                  <a:ext cx="209528" cy="237455"/>
                  <a:chOff x="-983298" y="1666240"/>
                  <a:chExt cx="547688" cy="309564"/>
                </a:xfrm>
              </p:grpSpPr>
              <p:sp>
                <p:nvSpPr>
                  <p:cNvPr id="1633" name="Google Shape;1633;p25"/>
                  <p:cNvSpPr/>
                  <p:nvPr/>
                </p:nvSpPr>
                <p:spPr>
                  <a:xfrm>
                    <a:off x="-983298" y="1798004"/>
                    <a:ext cx="547688" cy="177800"/>
                  </a:xfrm>
                  <a:custGeom>
                    <a:rect b="b" l="l" r="r" t="t"/>
                    <a:pathLst>
                      <a:path extrusionOk="0" h="5245" w="16189">
                        <a:moveTo>
                          <a:pt x="16189" y="2340"/>
                        </a:moveTo>
                        <a:lnTo>
                          <a:pt x="16189" y="2343"/>
                        </a:lnTo>
                        <a:lnTo>
                          <a:pt x="16188" y="2345"/>
                        </a:lnTo>
                        <a:lnTo>
                          <a:pt x="16188" y="2366"/>
                        </a:lnTo>
                        <a:lnTo>
                          <a:pt x="16185" y="2366"/>
                        </a:lnTo>
                        <a:lnTo>
                          <a:pt x="16149" y="2515"/>
                        </a:lnTo>
                        <a:lnTo>
                          <a:pt x="16096" y="2662"/>
                        </a:lnTo>
                        <a:lnTo>
                          <a:pt x="16025" y="2808"/>
                        </a:lnTo>
                        <a:lnTo>
                          <a:pt x="15935" y="2950"/>
                        </a:lnTo>
                        <a:lnTo>
                          <a:pt x="15828" y="3090"/>
                        </a:lnTo>
                        <a:lnTo>
                          <a:pt x="15704" y="3227"/>
                        </a:lnTo>
                        <a:lnTo>
                          <a:pt x="15566" y="3361"/>
                        </a:lnTo>
                        <a:lnTo>
                          <a:pt x="15409" y="3492"/>
                        </a:lnTo>
                        <a:lnTo>
                          <a:pt x="15238" y="3620"/>
                        </a:lnTo>
                        <a:lnTo>
                          <a:pt x="15052" y="3745"/>
                        </a:lnTo>
                        <a:lnTo>
                          <a:pt x="14851" y="3864"/>
                        </a:lnTo>
                        <a:lnTo>
                          <a:pt x="14637" y="3981"/>
                        </a:lnTo>
                        <a:lnTo>
                          <a:pt x="14408" y="4094"/>
                        </a:lnTo>
                        <a:lnTo>
                          <a:pt x="14167" y="4202"/>
                        </a:lnTo>
                        <a:lnTo>
                          <a:pt x="13913" y="4307"/>
                        </a:lnTo>
                        <a:lnTo>
                          <a:pt x="13647" y="4406"/>
                        </a:lnTo>
                        <a:lnTo>
                          <a:pt x="13368" y="4502"/>
                        </a:lnTo>
                        <a:lnTo>
                          <a:pt x="13079" y="4592"/>
                        </a:lnTo>
                        <a:lnTo>
                          <a:pt x="12779" y="4677"/>
                        </a:lnTo>
                        <a:lnTo>
                          <a:pt x="12468" y="4757"/>
                        </a:lnTo>
                        <a:lnTo>
                          <a:pt x="12147" y="4831"/>
                        </a:lnTo>
                        <a:lnTo>
                          <a:pt x="11817" y="4900"/>
                        </a:lnTo>
                        <a:lnTo>
                          <a:pt x="11478" y="4964"/>
                        </a:lnTo>
                        <a:lnTo>
                          <a:pt x="11131" y="5021"/>
                        </a:lnTo>
                        <a:lnTo>
                          <a:pt x="10774" y="5071"/>
                        </a:lnTo>
                        <a:lnTo>
                          <a:pt x="10411" y="5117"/>
                        </a:lnTo>
                        <a:lnTo>
                          <a:pt x="10040" y="5156"/>
                        </a:lnTo>
                        <a:lnTo>
                          <a:pt x="9662" y="5187"/>
                        </a:lnTo>
                        <a:lnTo>
                          <a:pt x="9279" y="5213"/>
                        </a:lnTo>
                        <a:lnTo>
                          <a:pt x="8889" y="5231"/>
                        </a:lnTo>
                        <a:lnTo>
                          <a:pt x="8495" y="5241"/>
                        </a:lnTo>
                        <a:lnTo>
                          <a:pt x="8095" y="5245"/>
                        </a:lnTo>
                        <a:lnTo>
                          <a:pt x="7692" y="5241"/>
                        </a:lnTo>
                        <a:lnTo>
                          <a:pt x="7295" y="5230"/>
                        </a:lnTo>
                        <a:lnTo>
                          <a:pt x="6904" y="5211"/>
                        </a:lnTo>
                        <a:lnTo>
                          <a:pt x="6518" y="5186"/>
                        </a:lnTo>
                        <a:lnTo>
                          <a:pt x="6139" y="5155"/>
                        </a:lnTo>
                        <a:lnTo>
                          <a:pt x="5766" y="5115"/>
                        </a:lnTo>
                        <a:lnTo>
                          <a:pt x="5401" y="5070"/>
                        </a:lnTo>
                        <a:lnTo>
                          <a:pt x="5043" y="5019"/>
                        </a:lnTo>
                        <a:lnTo>
                          <a:pt x="4693" y="4961"/>
                        </a:lnTo>
                        <a:lnTo>
                          <a:pt x="4353" y="4897"/>
                        </a:lnTo>
                        <a:lnTo>
                          <a:pt x="4021" y="4827"/>
                        </a:lnTo>
                        <a:lnTo>
                          <a:pt x="3700" y="4752"/>
                        </a:lnTo>
                        <a:lnTo>
                          <a:pt x="3388" y="4671"/>
                        </a:lnTo>
                        <a:lnTo>
                          <a:pt x="3087" y="4585"/>
                        </a:lnTo>
                        <a:lnTo>
                          <a:pt x="2797" y="4494"/>
                        </a:lnTo>
                        <a:lnTo>
                          <a:pt x="2519" y="4398"/>
                        </a:lnTo>
                        <a:lnTo>
                          <a:pt x="2251" y="4298"/>
                        </a:lnTo>
                        <a:lnTo>
                          <a:pt x="1997" y="4192"/>
                        </a:lnTo>
                        <a:lnTo>
                          <a:pt x="1755" y="4083"/>
                        </a:lnTo>
                        <a:lnTo>
                          <a:pt x="1527" y="3969"/>
                        </a:lnTo>
                        <a:lnTo>
                          <a:pt x="1314" y="3851"/>
                        </a:lnTo>
                        <a:lnTo>
                          <a:pt x="1113" y="3729"/>
                        </a:lnTo>
                        <a:lnTo>
                          <a:pt x="927" y="3604"/>
                        </a:lnTo>
                        <a:lnTo>
                          <a:pt x="757" y="3476"/>
                        </a:lnTo>
                        <a:lnTo>
                          <a:pt x="603" y="3343"/>
                        </a:lnTo>
                        <a:lnTo>
                          <a:pt x="465" y="3208"/>
                        </a:lnTo>
                        <a:lnTo>
                          <a:pt x="343" y="3069"/>
                        </a:lnTo>
                        <a:lnTo>
                          <a:pt x="238" y="2928"/>
                        </a:lnTo>
                        <a:lnTo>
                          <a:pt x="151" y="2784"/>
                        </a:lnTo>
                        <a:lnTo>
                          <a:pt x="82" y="2639"/>
                        </a:lnTo>
                        <a:lnTo>
                          <a:pt x="32" y="2490"/>
                        </a:lnTo>
                        <a:lnTo>
                          <a:pt x="0" y="2340"/>
                        </a:lnTo>
                        <a:lnTo>
                          <a:pt x="6" y="2340"/>
                        </a:lnTo>
                        <a:lnTo>
                          <a:pt x="6" y="8"/>
                        </a:lnTo>
                        <a:lnTo>
                          <a:pt x="102" y="141"/>
                        </a:lnTo>
                        <a:lnTo>
                          <a:pt x="211" y="271"/>
                        </a:lnTo>
                        <a:lnTo>
                          <a:pt x="333" y="399"/>
                        </a:lnTo>
                        <a:lnTo>
                          <a:pt x="467" y="524"/>
                        </a:lnTo>
                        <a:lnTo>
                          <a:pt x="613" y="647"/>
                        </a:lnTo>
                        <a:lnTo>
                          <a:pt x="772" y="767"/>
                        </a:lnTo>
                        <a:lnTo>
                          <a:pt x="944" y="884"/>
                        </a:lnTo>
                        <a:lnTo>
                          <a:pt x="1125" y="998"/>
                        </a:lnTo>
                        <a:lnTo>
                          <a:pt x="1319" y="1109"/>
                        </a:lnTo>
                        <a:lnTo>
                          <a:pt x="1522" y="1217"/>
                        </a:lnTo>
                        <a:lnTo>
                          <a:pt x="1736" y="1320"/>
                        </a:lnTo>
                        <a:lnTo>
                          <a:pt x="1961" y="1421"/>
                        </a:lnTo>
                        <a:lnTo>
                          <a:pt x="2195" y="1518"/>
                        </a:lnTo>
                        <a:lnTo>
                          <a:pt x="2440" y="1611"/>
                        </a:lnTo>
                        <a:lnTo>
                          <a:pt x="2692" y="1700"/>
                        </a:lnTo>
                        <a:lnTo>
                          <a:pt x="2954" y="1785"/>
                        </a:lnTo>
                        <a:lnTo>
                          <a:pt x="3225" y="1866"/>
                        </a:lnTo>
                        <a:lnTo>
                          <a:pt x="3504" y="1943"/>
                        </a:lnTo>
                        <a:lnTo>
                          <a:pt x="3789" y="2015"/>
                        </a:lnTo>
                        <a:lnTo>
                          <a:pt x="4084" y="2083"/>
                        </a:lnTo>
                        <a:lnTo>
                          <a:pt x="4385" y="2146"/>
                        </a:lnTo>
                        <a:lnTo>
                          <a:pt x="4694" y="2204"/>
                        </a:lnTo>
                        <a:lnTo>
                          <a:pt x="5010" y="2256"/>
                        </a:lnTo>
                        <a:lnTo>
                          <a:pt x="5331" y="2305"/>
                        </a:lnTo>
                        <a:lnTo>
                          <a:pt x="5658" y="2348"/>
                        </a:lnTo>
                        <a:lnTo>
                          <a:pt x="5992" y="2385"/>
                        </a:lnTo>
                        <a:lnTo>
                          <a:pt x="6331" y="2418"/>
                        </a:lnTo>
                        <a:lnTo>
                          <a:pt x="6675" y="2444"/>
                        </a:lnTo>
                        <a:lnTo>
                          <a:pt x="7023" y="2464"/>
                        </a:lnTo>
                        <a:lnTo>
                          <a:pt x="7376" y="2480"/>
                        </a:lnTo>
                        <a:lnTo>
                          <a:pt x="7734" y="2489"/>
                        </a:lnTo>
                        <a:lnTo>
                          <a:pt x="8095" y="2492"/>
                        </a:lnTo>
                        <a:lnTo>
                          <a:pt x="8456" y="2489"/>
                        </a:lnTo>
                        <a:lnTo>
                          <a:pt x="8814" y="2480"/>
                        </a:lnTo>
                        <a:lnTo>
                          <a:pt x="9168" y="2464"/>
                        </a:lnTo>
                        <a:lnTo>
                          <a:pt x="9517" y="2444"/>
                        </a:lnTo>
                        <a:lnTo>
                          <a:pt x="9861" y="2417"/>
                        </a:lnTo>
                        <a:lnTo>
                          <a:pt x="10200" y="2385"/>
                        </a:lnTo>
                        <a:lnTo>
                          <a:pt x="10535" y="2347"/>
                        </a:lnTo>
                        <a:lnTo>
                          <a:pt x="10863" y="2304"/>
                        </a:lnTo>
                        <a:lnTo>
                          <a:pt x="11184" y="2255"/>
                        </a:lnTo>
                        <a:lnTo>
                          <a:pt x="11501" y="2203"/>
                        </a:lnTo>
                        <a:lnTo>
                          <a:pt x="11810" y="2144"/>
                        </a:lnTo>
                        <a:lnTo>
                          <a:pt x="12112" y="2081"/>
                        </a:lnTo>
                        <a:lnTo>
                          <a:pt x="12406" y="2013"/>
                        </a:lnTo>
                        <a:lnTo>
                          <a:pt x="12693" y="1941"/>
                        </a:lnTo>
                        <a:lnTo>
                          <a:pt x="12972" y="1863"/>
                        </a:lnTo>
                        <a:lnTo>
                          <a:pt x="13243" y="1782"/>
                        </a:lnTo>
                        <a:lnTo>
                          <a:pt x="13505" y="1697"/>
                        </a:lnTo>
                        <a:lnTo>
                          <a:pt x="13758" y="1608"/>
                        </a:lnTo>
                        <a:lnTo>
                          <a:pt x="14002" y="1514"/>
                        </a:lnTo>
                        <a:lnTo>
                          <a:pt x="14236" y="1418"/>
                        </a:lnTo>
                        <a:lnTo>
                          <a:pt x="14461" y="1316"/>
                        </a:lnTo>
                        <a:lnTo>
                          <a:pt x="14675" y="1212"/>
                        </a:lnTo>
                        <a:lnTo>
                          <a:pt x="14879" y="1104"/>
                        </a:lnTo>
                        <a:lnTo>
                          <a:pt x="15072" y="993"/>
                        </a:lnTo>
                        <a:lnTo>
                          <a:pt x="15253" y="879"/>
                        </a:lnTo>
                        <a:lnTo>
                          <a:pt x="15425" y="761"/>
                        </a:lnTo>
                        <a:lnTo>
                          <a:pt x="15583" y="641"/>
                        </a:lnTo>
                        <a:lnTo>
                          <a:pt x="15730" y="517"/>
                        </a:lnTo>
                        <a:lnTo>
                          <a:pt x="15864" y="392"/>
                        </a:lnTo>
                        <a:lnTo>
                          <a:pt x="15985" y="264"/>
                        </a:lnTo>
                        <a:lnTo>
                          <a:pt x="16094" y="133"/>
                        </a:lnTo>
                        <a:lnTo>
                          <a:pt x="16188" y="0"/>
                        </a:lnTo>
                        <a:lnTo>
                          <a:pt x="16188" y="2340"/>
                        </a:lnTo>
                        <a:lnTo>
                          <a:pt x="16189" y="2340"/>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00">
                      <a:solidFill>
                        <a:srgbClr val="1D1D1A"/>
                      </a:solidFill>
                      <a:latin typeface="Arial"/>
                      <a:ea typeface="Arial"/>
                      <a:cs typeface="Arial"/>
                      <a:sym typeface="Arial"/>
                    </a:endParaRPr>
                  </a:p>
                </p:txBody>
              </p:sp>
              <p:sp>
                <p:nvSpPr>
                  <p:cNvPr id="1634" name="Google Shape;1634;p25"/>
                  <p:cNvSpPr/>
                  <p:nvPr/>
                </p:nvSpPr>
                <p:spPr>
                  <a:xfrm>
                    <a:off x="-983298" y="1666240"/>
                    <a:ext cx="547688" cy="207963"/>
                  </a:xfrm>
                  <a:custGeom>
                    <a:rect b="b" l="l" r="r" t="t"/>
                    <a:pathLst>
                      <a:path extrusionOk="0" h="6154" w="16215">
                        <a:moveTo>
                          <a:pt x="8108" y="0"/>
                        </a:moveTo>
                        <a:lnTo>
                          <a:pt x="8524" y="4"/>
                        </a:lnTo>
                        <a:lnTo>
                          <a:pt x="8934" y="16"/>
                        </a:lnTo>
                        <a:lnTo>
                          <a:pt x="9340" y="36"/>
                        </a:lnTo>
                        <a:lnTo>
                          <a:pt x="9738" y="63"/>
                        </a:lnTo>
                        <a:lnTo>
                          <a:pt x="10129" y="97"/>
                        </a:lnTo>
                        <a:lnTo>
                          <a:pt x="10513" y="139"/>
                        </a:lnTo>
                        <a:lnTo>
                          <a:pt x="10890" y="187"/>
                        </a:lnTo>
                        <a:lnTo>
                          <a:pt x="11258" y="243"/>
                        </a:lnTo>
                        <a:lnTo>
                          <a:pt x="11617" y="305"/>
                        </a:lnTo>
                        <a:lnTo>
                          <a:pt x="11967" y="373"/>
                        </a:lnTo>
                        <a:lnTo>
                          <a:pt x="12306" y="447"/>
                        </a:lnTo>
                        <a:lnTo>
                          <a:pt x="12636" y="527"/>
                        </a:lnTo>
                        <a:lnTo>
                          <a:pt x="12953" y="613"/>
                        </a:lnTo>
                        <a:lnTo>
                          <a:pt x="13260" y="705"/>
                        </a:lnTo>
                        <a:lnTo>
                          <a:pt x="13554" y="801"/>
                        </a:lnTo>
                        <a:lnTo>
                          <a:pt x="13835" y="902"/>
                        </a:lnTo>
                        <a:lnTo>
                          <a:pt x="14105" y="1010"/>
                        </a:lnTo>
                        <a:lnTo>
                          <a:pt x="14359" y="1122"/>
                        </a:lnTo>
                        <a:lnTo>
                          <a:pt x="14601" y="1237"/>
                        </a:lnTo>
                        <a:lnTo>
                          <a:pt x="14828" y="1358"/>
                        </a:lnTo>
                        <a:lnTo>
                          <a:pt x="15038" y="1483"/>
                        </a:lnTo>
                        <a:lnTo>
                          <a:pt x="15234" y="1612"/>
                        </a:lnTo>
                        <a:lnTo>
                          <a:pt x="15413" y="1745"/>
                        </a:lnTo>
                        <a:lnTo>
                          <a:pt x="15577" y="1881"/>
                        </a:lnTo>
                        <a:lnTo>
                          <a:pt x="15721" y="2021"/>
                        </a:lnTo>
                        <a:lnTo>
                          <a:pt x="15849" y="2163"/>
                        </a:lnTo>
                        <a:lnTo>
                          <a:pt x="15959" y="2310"/>
                        </a:lnTo>
                        <a:lnTo>
                          <a:pt x="16050" y="2458"/>
                        </a:lnTo>
                        <a:lnTo>
                          <a:pt x="16122" y="2609"/>
                        </a:lnTo>
                        <a:lnTo>
                          <a:pt x="16173" y="2763"/>
                        </a:lnTo>
                        <a:lnTo>
                          <a:pt x="16205" y="2919"/>
                        </a:lnTo>
                        <a:lnTo>
                          <a:pt x="16215" y="3077"/>
                        </a:lnTo>
                        <a:lnTo>
                          <a:pt x="16205" y="3235"/>
                        </a:lnTo>
                        <a:lnTo>
                          <a:pt x="16173" y="3391"/>
                        </a:lnTo>
                        <a:lnTo>
                          <a:pt x="16122" y="3545"/>
                        </a:lnTo>
                        <a:lnTo>
                          <a:pt x="16050" y="3696"/>
                        </a:lnTo>
                        <a:lnTo>
                          <a:pt x="15959" y="3844"/>
                        </a:lnTo>
                        <a:lnTo>
                          <a:pt x="15849" y="3991"/>
                        </a:lnTo>
                        <a:lnTo>
                          <a:pt x="15721" y="4133"/>
                        </a:lnTo>
                        <a:lnTo>
                          <a:pt x="15577" y="4273"/>
                        </a:lnTo>
                        <a:lnTo>
                          <a:pt x="15413" y="4409"/>
                        </a:lnTo>
                        <a:lnTo>
                          <a:pt x="15234" y="4542"/>
                        </a:lnTo>
                        <a:lnTo>
                          <a:pt x="15038" y="4671"/>
                        </a:lnTo>
                        <a:lnTo>
                          <a:pt x="14828" y="4796"/>
                        </a:lnTo>
                        <a:lnTo>
                          <a:pt x="14601" y="4916"/>
                        </a:lnTo>
                        <a:lnTo>
                          <a:pt x="14359" y="5032"/>
                        </a:lnTo>
                        <a:lnTo>
                          <a:pt x="14105" y="5144"/>
                        </a:lnTo>
                        <a:lnTo>
                          <a:pt x="13835" y="5252"/>
                        </a:lnTo>
                        <a:lnTo>
                          <a:pt x="13554" y="5353"/>
                        </a:lnTo>
                        <a:lnTo>
                          <a:pt x="13260" y="5449"/>
                        </a:lnTo>
                        <a:lnTo>
                          <a:pt x="12953" y="5542"/>
                        </a:lnTo>
                        <a:lnTo>
                          <a:pt x="12636" y="5627"/>
                        </a:lnTo>
                        <a:lnTo>
                          <a:pt x="12306" y="5707"/>
                        </a:lnTo>
                        <a:lnTo>
                          <a:pt x="11967" y="5781"/>
                        </a:lnTo>
                        <a:lnTo>
                          <a:pt x="11617" y="5849"/>
                        </a:lnTo>
                        <a:lnTo>
                          <a:pt x="11258" y="5911"/>
                        </a:lnTo>
                        <a:lnTo>
                          <a:pt x="10890" y="5967"/>
                        </a:lnTo>
                        <a:lnTo>
                          <a:pt x="10513" y="6015"/>
                        </a:lnTo>
                        <a:lnTo>
                          <a:pt x="10129" y="6057"/>
                        </a:lnTo>
                        <a:lnTo>
                          <a:pt x="9738" y="6091"/>
                        </a:lnTo>
                        <a:lnTo>
                          <a:pt x="9340" y="6118"/>
                        </a:lnTo>
                        <a:lnTo>
                          <a:pt x="8934" y="6138"/>
                        </a:lnTo>
                        <a:lnTo>
                          <a:pt x="8524" y="6150"/>
                        </a:lnTo>
                        <a:lnTo>
                          <a:pt x="8108" y="6154"/>
                        </a:lnTo>
                        <a:lnTo>
                          <a:pt x="7691" y="6150"/>
                        </a:lnTo>
                        <a:lnTo>
                          <a:pt x="7281" y="6138"/>
                        </a:lnTo>
                        <a:lnTo>
                          <a:pt x="6875" y="6118"/>
                        </a:lnTo>
                        <a:lnTo>
                          <a:pt x="6477" y="6091"/>
                        </a:lnTo>
                        <a:lnTo>
                          <a:pt x="6086" y="6057"/>
                        </a:lnTo>
                        <a:lnTo>
                          <a:pt x="5701" y="6015"/>
                        </a:lnTo>
                        <a:lnTo>
                          <a:pt x="5325" y="5967"/>
                        </a:lnTo>
                        <a:lnTo>
                          <a:pt x="4957" y="5911"/>
                        </a:lnTo>
                        <a:lnTo>
                          <a:pt x="4598" y="5849"/>
                        </a:lnTo>
                        <a:lnTo>
                          <a:pt x="4248" y="5781"/>
                        </a:lnTo>
                        <a:lnTo>
                          <a:pt x="3909" y="5707"/>
                        </a:lnTo>
                        <a:lnTo>
                          <a:pt x="3579" y="5627"/>
                        </a:lnTo>
                        <a:lnTo>
                          <a:pt x="3262" y="5542"/>
                        </a:lnTo>
                        <a:lnTo>
                          <a:pt x="2955" y="5449"/>
                        </a:lnTo>
                        <a:lnTo>
                          <a:pt x="2661" y="5353"/>
                        </a:lnTo>
                        <a:lnTo>
                          <a:pt x="2380" y="5252"/>
                        </a:lnTo>
                        <a:lnTo>
                          <a:pt x="2110" y="5144"/>
                        </a:lnTo>
                        <a:lnTo>
                          <a:pt x="1856" y="5032"/>
                        </a:lnTo>
                        <a:lnTo>
                          <a:pt x="1614" y="4916"/>
                        </a:lnTo>
                        <a:lnTo>
                          <a:pt x="1387" y="4796"/>
                        </a:lnTo>
                        <a:lnTo>
                          <a:pt x="1177" y="4671"/>
                        </a:lnTo>
                        <a:lnTo>
                          <a:pt x="981" y="4542"/>
                        </a:lnTo>
                        <a:lnTo>
                          <a:pt x="802" y="4409"/>
                        </a:lnTo>
                        <a:lnTo>
                          <a:pt x="638" y="4273"/>
                        </a:lnTo>
                        <a:lnTo>
                          <a:pt x="494" y="4133"/>
                        </a:lnTo>
                        <a:lnTo>
                          <a:pt x="366" y="3991"/>
                        </a:lnTo>
                        <a:lnTo>
                          <a:pt x="256" y="3844"/>
                        </a:lnTo>
                        <a:lnTo>
                          <a:pt x="165" y="3696"/>
                        </a:lnTo>
                        <a:lnTo>
                          <a:pt x="93" y="3545"/>
                        </a:lnTo>
                        <a:lnTo>
                          <a:pt x="42" y="3391"/>
                        </a:lnTo>
                        <a:lnTo>
                          <a:pt x="10" y="3235"/>
                        </a:lnTo>
                        <a:lnTo>
                          <a:pt x="0" y="3077"/>
                        </a:lnTo>
                        <a:lnTo>
                          <a:pt x="10" y="2919"/>
                        </a:lnTo>
                        <a:lnTo>
                          <a:pt x="42" y="2763"/>
                        </a:lnTo>
                        <a:lnTo>
                          <a:pt x="93" y="2609"/>
                        </a:lnTo>
                        <a:lnTo>
                          <a:pt x="165" y="2458"/>
                        </a:lnTo>
                        <a:lnTo>
                          <a:pt x="256" y="2310"/>
                        </a:lnTo>
                        <a:lnTo>
                          <a:pt x="366" y="2163"/>
                        </a:lnTo>
                        <a:lnTo>
                          <a:pt x="494" y="2021"/>
                        </a:lnTo>
                        <a:lnTo>
                          <a:pt x="638" y="1881"/>
                        </a:lnTo>
                        <a:lnTo>
                          <a:pt x="802" y="1745"/>
                        </a:lnTo>
                        <a:lnTo>
                          <a:pt x="981" y="1612"/>
                        </a:lnTo>
                        <a:lnTo>
                          <a:pt x="1177" y="1483"/>
                        </a:lnTo>
                        <a:lnTo>
                          <a:pt x="1387" y="1358"/>
                        </a:lnTo>
                        <a:lnTo>
                          <a:pt x="1614" y="1237"/>
                        </a:lnTo>
                        <a:lnTo>
                          <a:pt x="1856" y="1122"/>
                        </a:lnTo>
                        <a:lnTo>
                          <a:pt x="2110" y="1010"/>
                        </a:lnTo>
                        <a:lnTo>
                          <a:pt x="2380" y="902"/>
                        </a:lnTo>
                        <a:lnTo>
                          <a:pt x="2661" y="801"/>
                        </a:lnTo>
                        <a:lnTo>
                          <a:pt x="2955" y="705"/>
                        </a:lnTo>
                        <a:lnTo>
                          <a:pt x="3262" y="613"/>
                        </a:lnTo>
                        <a:lnTo>
                          <a:pt x="3579" y="527"/>
                        </a:lnTo>
                        <a:lnTo>
                          <a:pt x="3909" y="447"/>
                        </a:lnTo>
                        <a:lnTo>
                          <a:pt x="4248" y="373"/>
                        </a:lnTo>
                        <a:lnTo>
                          <a:pt x="4598" y="305"/>
                        </a:lnTo>
                        <a:lnTo>
                          <a:pt x="4957" y="243"/>
                        </a:lnTo>
                        <a:lnTo>
                          <a:pt x="5325" y="187"/>
                        </a:lnTo>
                        <a:lnTo>
                          <a:pt x="5701" y="139"/>
                        </a:lnTo>
                        <a:lnTo>
                          <a:pt x="6086" y="97"/>
                        </a:lnTo>
                        <a:lnTo>
                          <a:pt x="6477" y="63"/>
                        </a:lnTo>
                        <a:lnTo>
                          <a:pt x="6875" y="36"/>
                        </a:lnTo>
                        <a:lnTo>
                          <a:pt x="7281" y="16"/>
                        </a:lnTo>
                        <a:lnTo>
                          <a:pt x="7691" y="4"/>
                        </a:lnTo>
                        <a:lnTo>
                          <a:pt x="8108" y="0"/>
                        </a:lnTo>
                        <a:close/>
                        <a:moveTo>
                          <a:pt x="3135" y="4675"/>
                        </a:moveTo>
                        <a:lnTo>
                          <a:pt x="3787" y="5515"/>
                        </a:lnTo>
                        <a:lnTo>
                          <a:pt x="6158" y="5404"/>
                        </a:lnTo>
                        <a:lnTo>
                          <a:pt x="5243" y="5179"/>
                        </a:lnTo>
                        <a:lnTo>
                          <a:pt x="7687" y="3759"/>
                        </a:lnTo>
                        <a:lnTo>
                          <a:pt x="6381" y="3535"/>
                        </a:lnTo>
                        <a:lnTo>
                          <a:pt x="3936" y="4880"/>
                        </a:lnTo>
                        <a:lnTo>
                          <a:pt x="3135" y="4675"/>
                        </a:lnTo>
                        <a:close/>
                        <a:moveTo>
                          <a:pt x="8154" y="2469"/>
                        </a:moveTo>
                        <a:lnTo>
                          <a:pt x="9497" y="2824"/>
                        </a:lnTo>
                        <a:lnTo>
                          <a:pt x="11792" y="1404"/>
                        </a:lnTo>
                        <a:lnTo>
                          <a:pt x="12688" y="1647"/>
                        </a:lnTo>
                        <a:lnTo>
                          <a:pt x="11979" y="767"/>
                        </a:lnTo>
                        <a:lnTo>
                          <a:pt x="9833" y="862"/>
                        </a:lnTo>
                        <a:lnTo>
                          <a:pt x="10617" y="1086"/>
                        </a:lnTo>
                        <a:lnTo>
                          <a:pt x="8154" y="2469"/>
                        </a:lnTo>
                        <a:close/>
                        <a:moveTo>
                          <a:pt x="13547" y="4824"/>
                        </a:moveTo>
                        <a:lnTo>
                          <a:pt x="9647" y="3871"/>
                        </a:lnTo>
                        <a:lnTo>
                          <a:pt x="9068" y="4264"/>
                        </a:lnTo>
                        <a:lnTo>
                          <a:pt x="9012" y="3235"/>
                        </a:lnTo>
                        <a:lnTo>
                          <a:pt x="11195" y="2918"/>
                        </a:lnTo>
                        <a:lnTo>
                          <a:pt x="10561" y="3254"/>
                        </a:lnTo>
                        <a:lnTo>
                          <a:pt x="14516" y="4133"/>
                        </a:lnTo>
                        <a:lnTo>
                          <a:pt x="13547" y="4824"/>
                        </a:lnTo>
                        <a:close/>
                        <a:moveTo>
                          <a:pt x="4534" y="3291"/>
                        </a:moveTo>
                        <a:lnTo>
                          <a:pt x="6885" y="3011"/>
                        </a:lnTo>
                        <a:lnTo>
                          <a:pt x="6773" y="1946"/>
                        </a:lnTo>
                        <a:lnTo>
                          <a:pt x="6176" y="2300"/>
                        </a:lnTo>
                        <a:lnTo>
                          <a:pt x="2463" y="1478"/>
                        </a:lnTo>
                        <a:lnTo>
                          <a:pt x="1325" y="2039"/>
                        </a:lnTo>
                        <a:lnTo>
                          <a:pt x="5019" y="2955"/>
                        </a:lnTo>
                        <a:lnTo>
                          <a:pt x="4534" y="3291"/>
                        </a:lnTo>
                        <a:close/>
                      </a:path>
                    </a:pathLst>
                  </a:custGeom>
                  <a:solidFill>
                    <a:srgbClr val="E1B15B"/>
                  </a:solidFill>
                  <a:ln>
                    <a:noFill/>
                  </a:ln>
                </p:spPr>
                <p:txBody>
                  <a:bodyPr anchorCtr="0" anchor="t" bIns="68800" lIns="137600" spcFirstLastPara="1" rIns="137600" wrap="square" tIns="68800">
                    <a:noAutofit/>
                  </a:bodyPr>
                  <a:lstStyle/>
                  <a:p>
                    <a:pPr indent="0" lvl="0" marL="0" marR="0" rtl="0" algn="l">
                      <a:spcBef>
                        <a:spcPts val="0"/>
                      </a:spcBef>
                      <a:spcAft>
                        <a:spcPts val="0"/>
                      </a:spcAft>
                      <a:buNone/>
                    </a:pPr>
                    <a:r>
                      <a:t/>
                    </a:r>
                    <a:endParaRPr sz="1000">
                      <a:solidFill>
                        <a:srgbClr val="1D1D1A"/>
                      </a:solidFill>
                      <a:latin typeface="Arial"/>
                      <a:ea typeface="Arial"/>
                      <a:cs typeface="Arial"/>
                      <a:sym typeface="Arial"/>
                    </a:endParaRPr>
                  </a:p>
                </p:txBody>
              </p:sp>
            </p:grpSp>
            <p:sp>
              <p:nvSpPr>
                <p:cNvPr id="1635" name="Google Shape;1635;p25"/>
                <p:cNvSpPr/>
                <p:nvPr/>
              </p:nvSpPr>
              <p:spPr>
                <a:xfrm>
                  <a:off x="4684394" y="1758831"/>
                  <a:ext cx="3570790" cy="511728"/>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600">
                      <a:solidFill>
                        <a:srgbClr val="C00000"/>
                      </a:solidFill>
                      <a:latin typeface="Arial"/>
                      <a:ea typeface="Arial"/>
                      <a:cs typeface="Arial"/>
                      <a:sym typeface="Arial"/>
                    </a:rPr>
                    <a:t>5G</a:t>
                  </a:r>
                  <a:r>
                    <a:rPr b="1" lang="en-US" sz="1200">
                      <a:solidFill>
                        <a:schemeClr val="dk1"/>
                      </a:solidFill>
                      <a:latin typeface="Arial"/>
                      <a:ea typeface="Arial"/>
                      <a:cs typeface="Arial"/>
                      <a:sym typeface="Arial"/>
                    </a:rPr>
                    <a:t> (UL: 230 Mbps; DL: 900 Mbps)</a:t>
                  </a:r>
                  <a:endParaRPr/>
                </a:p>
              </p:txBody>
            </p:sp>
            <p:sp>
              <p:nvSpPr>
                <p:cNvPr id="1627" name="Google Shape;1627;p25"/>
                <p:cNvSpPr/>
                <p:nvPr/>
              </p:nvSpPr>
              <p:spPr>
                <a:xfrm rot="5400000">
                  <a:off x="5958863" y="1593048"/>
                  <a:ext cx="967357" cy="2259474"/>
                </a:xfrm>
                <a:prstGeom prst="can">
                  <a:avLst>
                    <a:gd fmla="val 25000" name="adj"/>
                  </a:avLst>
                </a:prstGeom>
                <a:solidFill>
                  <a:srgbClr val="92D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050">
                    <a:solidFill>
                      <a:srgbClr val="1D1D1A"/>
                    </a:solidFill>
                    <a:latin typeface="Arial"/>
                    <a:ea typeface="Arial"/>
                    <a:cs typeface="Arial"/>
                    <a:sym typeface="Arial"/>
                  </a:endParaRPr>
                </a:p>
              </p:txBody>
            </p:sp>
            <p:sp>
              <p:nvSpPr>
                <p:cNvPr id="1636" name="Google Shape;1636;p25"/>
                <p:cNvSpPr/>
                <p:nvPr/>
              </p:nvSpPr>
              <p:spPr>
                <a:xfrm>
                  <a:off x="5386299" y="2338872"/>
                  <a:ext cx="1936566" cy="228899"/>
                </a:xfrm>
                <a:prstGeom prst="parallelogram">
                  <a:avLst>
                    <a:gd fmla="val 77059" name="adj"/>
                  </a:avLst>
                </a:prstGeom>
                <a:solidFill>
                  <a:srgbClr val="919188">
                    <a:alpha val="45882"/>
                  </a:srgbClr>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VTM， 太空舱</a:t>
                  </a:r>
                  <a:endParaRPr/>
                </a:p>
              </p:txBody>
            </p:sp>
            <p:sp>
              <p:nvSpPr>
                <p:cNvPr id="1637" name="Google Shape;1637;p25"/>
                <p:cNvSpPr/>
                <p:nvPr/>
              </p:nvSpPr>
              <p:spPr>
                <a:xfrm>
                  <a:off x="5386296" y="2615965"/>
                  <a:ext cx="1766322" cy="237057"/>
                </a:xfrm>
                <a:prstGeom prst="parallelogram">
                  <a:avLst>
                    <a:gd fmla="val 77059" name="adj"/>
                  </a:avLst>
                </a:prstGeom>
                <a:solidFill>
                  <a:srgbClr val="919188">
                    <a:alpha val="45882"/>
                  </a:srgbClr>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机器人， IoT</a:t>
                  </a:r>
                  <a:endParaRPr b="1" sz="1000">
                    <a:solidFill>
                      <a:schemeClr val="dk1"/>
                    </a:solidFill>
                    <a:latin typeface="Arial"/>
                    <a:ea typeface="Arial"/>
                    <a:cs typeface="Arial"/>
                    <a:sym typeface="Arial"/>
                  </a:endParaRPr>
                </a:p>
              </p:txBody>
            </p:sp>
            <p:sp>
              <p:nvSpPr>
                <p:cNvPr id="1638" name="Google Shape;1638;p25"/>
                <p:cNvSpPr/>
                <p:nvPr/>
              </p:nvSpPr>
              <p:spPr>
                <a:xfrm>
                  <a:off x="5351341" y="2910954"/>
                  <a:ext cx="1766322" cy="237057"/>
                </a:xfrm>
                <a:prstGeom prst="parallelogram">
                  <a:avLst>
                    <a:gd fmla="val 77059" name="adj"/>
                  </a:avLst>
                </a:prstGeom>
                <a:solidFill>
                  <a:srgbClr val="919188">
                    <a:alpha val="45882"/>
                  </a:srgbClr>
                </a:solidFill>
                <a:ln>
                  <a:noFill/>
                </a:ln>
              </p:spPr>
              <p:txBody>
                <a:bodyPr anchorCtr="0" anchor="ctr" bIns="33900" lIns="67825" spcFirstLastPara="1" rIns="67825" wrap="square" tIns="339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AI,   千人千面</a:t>
                  </a:r>
                  <a:endParaRPr/>
                </a:p>
              </p:txBody>
            </p:sp>
          </p:grpSp>
          <p:sp>
            <p:nvSpPr>
              <p:cNvPr id="1639" name="Google Shape;1639;p25"/>
              <p:cNvSpPr/>
              <p:nvPr/>
            </p:nvSpPr>
            <p:spPr>
              <a:xfrm>
                <a:off x="4797375" y="3312716"/>
                <a:ext cx="1812187" cy="511727"/>
              </a:xfrm>
              <a:prstGeom prst="rect">
                <a:avLst/>
              </a:prstGeom>
              <a:noFill/>
              <a:ln>
                <a:noFill/>
              </a:ln>
            </p:spPr>
            <p:txBody>
              <a:bodyPr anchorCtr="0" anchor="ctr" bIns="9700" lIns="9700" spcFirstLastPara="1" rIns="9700" wrap="square" tIns="9700">
                <a:no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结售汇业务</a:t>
                </a:r>
                <a:endParaRPr b="1" sz="1000">
                  <a:solidFill>
                    <a:schemeClr val="dk1"/>
                  </a:solidFill>
                  <a:latin typeface="Arial"/>
                  <a:ea typeface="Arial"/>
                  <a:cs typeface="Arial"/>
                  <a:sym typeface="Arial"/>
                </a:endParaRPr>
              </a:p>
            </p:txBody>
          </p:sp>
        </p:grpSp>
        <p:pic>
          <p:nvPicPr>
            <p:cNvPr id="1640" name="Google Shape;1640;p25"/>
            <p:cNvPicPr preferRelativeResize="0"/>
            <p:nvPr/>
          </p:nvPicPr>
          <p:blipFill rotWithShape="1">
            <a:blip r:embed="rId9">
              <a:alphaModFix/>
            </a:blip>
            <a:srcRect b="0" l="0" r="0" t="0"/>
            <a:stretch/>
          </p:blipFill>
          <p:spPr>
            <a:xfrm>
              <a:off x="737399" y="1987957"/>
              <a:ext cx="1920541" cy="1142029"/>
            </a:xfrm>
            <a:prstGeom prst="rect">
              <a:avLst/>
            </a:prstGeom>
            <a:noFill/>
            <a:ln>
              <a:noFill/>
            </a:ln>
          </p:spPr>
        </p:pic>
        <p:grpSp>
          <p:nvGrpSpPr>
            <p:cNvPr id="1641" name="Google Shape;1641;p25"/>
            <p:cNvGrpSpPr/>
            <p:nvPr/>
          </p:nvGrpSpPr>
          <p:grpSpPr>
            <a:xfrm>
              <a:off x="2034526" y="1366029"/>
              <a:ext cx="545372" cy="613861"/>
              <a:chOff x="5979435" y="1065284"/>
              <a:chExt cx="1353600" cy="1353600"/>
            </a:xfrm>
          </p:grpSpPr>
          <p:sp>
            <p:nvSpPr>
              <p:cNvPr id="1642" name="Google Shape;1642;p25"/>
              <p:cNvSpPr/>
              <p:nvPr/>
            </p:nvSpPr>
            <p:spPr>
              <a:xfrm>
                <a:off x="5979435" y="1065284"/>
                <a:ext cx="1353600" cy="1353600"/>
              </a:xfrm>
              <a:prstGeom prst="ellipse">
                <a:avLst/>
              </a:prstGeom>
              <a:solidFill>
                <a:schemeClr val="dk2"/>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rgbClr val="000000"/>
                  </a:solidFill>
                  <a:latin typeface="Arial"/>
                  <a:ea typeface="Arial"/>
                  <a:cs typeface="Arial"/>
                  <a:sym typeface="Arial"/>
                </a:endParaRPr>
              </a:p>
            </p:txBody>
          </p:sp>
          <p:grpSp>
            <p:nvGrpSpPr>
              <p:cNvPr id="1643" name="Google Shape;1643;p25"/>
              <p:cNvGrpSpPr/>
              <p:nvPr/>
            </p:nvGrpSpPr>
            <p:grpSpPr>
              <a:xfrm>
                <a:off x="6151845" y="1243203"/>
                <a:ext cx="1024810" cy="1140648"/>
                <a:chOff x="6308225" y="1493827"/>
                <a:chExt cx="715656" cy="796549"/>
              </a:xfrm>
            </p:grpSpPr>
            <p:grpSp>
              <p:nvGrpSpPr>
                <p:cNvPr id="1644" name="Google Shape;1644;p25"/>
                <p:cNvGrpSpPr/>
                <p:nvPr/>
              </p:nvGrpSpPr>
              <p:grpSpPr>
                <a:xfrm>
                  <a:off x="6446791" y="1493827"/>
                  <a:ext cx="443275" cy="499587"/>
                  <a:chOff x="683" y="627"/>
                  <a:chExt cx="372" cy="420"/>
                </a:xfrm>
              </p:grpSpPr>
              <p:sp>
                <p:nvSpPr>
                  <p:cNvPr id="1645" name="Google Shape;1645;p25"/>
                  <p:cNvSpPr/>
                  <p:nvPr/>
                </p:nvSpPr>
                <p:spPr>
                  <a:xfrm>
                    <a:off x="787" y="684"/>
                    <a:ext cx="38" cy="91"/>
                  </a:xfrm>
                  <a:custGeom>
                    <a:rect b="b" l="l" r="r" t="t"/>
                    <a:pathLst>
                      <a:path extrusionOk="0" h="332" w="139">
                        <a:moveTo>
                          <a:pt x="86" y="332"/>
                        </a:moveTo>
                        <a:lnTo>
                          <a:pt x="86" y="332"/>
                        </a:lnTo>
                        <a:cubicBezTo>
                          <a:pt x="94" y="332"/>
                          <a:pt x="102" y="329"/>
                          <a:pt x="109" y="322"/>
                        </a:cubicBezTo>
                        <a:cubicBezTo>
                          <a:pt x="121" y="310"/>
                          <a:pt x="122" y="289"/>
                          <a:pt x="109" y="277"/>
                        </a:cubicBezTo>
                        <a:cubicBezTo>
                          <a:pt x="83" y="250"/>
                          <a:pt x="68" y="216"/>
                          <a:pt x="67" y="180"/>
                        </a:cubicBezTo>
                        <a:cubicBezTo>
                          <a:pt x="65" y="135"/>
                          <a:pt x="86" y="92"/>
                          <a:pt x="123" y="62"/>
                        </a:cubicBezTo>
                        <a:cubicBezTo>
                          <a:pt x="137" y="51"/>
                          <a:pt x="139" y="31"/>
                          <a:pt x="128" y="17"/>
                        </a:cubicBezTo>
                        <a:cubicBezTo>
                          <a:pt x="117" y="3"/>
                          <a:pt x="97" y="0"/>
                          <a:pt x="83" y="12"/>
                        </a:cubicBezTo>
                        <a:cubicBezTo>
                          <a:pt x="29" y="54"/>
                          <a:pt x="0" y="116"/>
                          <a:pt x="2" y="182"/>
                        </a:cubicBezTo>
                        <a:cubicBezTo>
                          <a:pt x="4" y="235"/>
                          <a:pt x="25" y="284"/>
                          <a:pt x="63" y="322"/>
                        </a:cubicBezTo>
                        <a:cubicBezTo>
                          <a:pt x="69" y="329"/>
                          <a:pt x="78" y="332"/>
                          <a:pt x="86" y="332"/>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46" name="Google Shape;1646;p25"/>
                  <p:cNvSpPr/>
                  <p:nvPr/>
                </p:nvSpPr>
                <p:spPr>
                  <a:xfrm>
                    <a:off x="735" y="659"/>
                    <a:ext cx="48" cy="143"/>
                  </a:xfrm>
                  <a:custGeom>
                    <a:rect b="b" l="l" r="r" t="t"/>
                    <a:pathLst>
                      <a:path extrusionOk="0" h="522" w="173">
                        <a:moveTo>
                          <a:pt x="3" y="278"/>
                        </a:moveTo>
                        <a:lnTo>
                          <a:pt x="3" y="278"/>
                        </a:lnTo>
                        <a:cubicBezTo>
                          <a:pt x="6" y="366"/>
                          <a:pt x="42" y="449"/>
                          <a:pt x="107" y="513"/>
                        </a:cubicBezTo>
                        <a:cubicBezTo>
                          <a:pt x="113" y="519"/>
                          <a:pt x="121" y="522"/>
                          <a:pt x="129" y="522"/>
                        </a:cubicBezTo>
                        <a:cubicBezTo>
                          <a:pt x="138" y="522"/>
                          <a:pt x="146" y="519"/>
                          <a:pt x="152" y="512"/>
                        </a:cubicBezTo>
                        <a:cubicBezTo>
                          <a:pt x="165" y="500"/>
                          <a:pt x="165" y="479"/>
                          <a:pt x="152" y="467"/>
                        </a:cubicBezTo>
                        <a:cubicBezTo>
                          <a:pt x="100" y="415"/>
                          <a:pt x="70" y="347"/>
                          <a:pt x="67" y="275"/>
                        </a:cubicBezTo>
                        <a:cubicBezTo>
                          <a:pt x="65" y="194"/>
                          <a:pt x="97" y="118"/>
                          <a:pt x="159" y="60"/>
                        </a:cubicBezTo>
                        <a:cubicBezTo>
                          <a:pt x="172" y="48"/>
                          <a:pt x="173" y="27"/>
                          <a:pt x="160" y="14"/>
                        </a:cubicBezTo>
                        <a:cubicBezTo>
                          <a:pt x="148" y="1"/>
                          <a:pt x="128" y="0"/>
                          <a:pt x="115" y="13"/>
                        </a:cubicBezTo>
                        <a:cubicBezTo>
                          <a:pt x="40" y="82"/>
                          <a:pt x="0" y="179"/>
                          <a:pt x="3" y="27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47" name="Google Shape;1647;p25"/>
                  <p:cNvSpPr/>
                  <p:nvPr/>
                </p:nvSpPr>
                <p:spPr>
                  <a:xfrm>
                    <a:off x="683" y="634"/>
                    <a:ext cx="57" cy="196"/>
                  </a:xfrm>
                  <a:custGeom>
                    <a:rect b="b" l="l" r="r" t="t"/>
                    <a:pathLst>
                      <a:path extrusionOk="0" h="714" w="208">
                        <a:moveTo>
                          <a:pt x="149" y="705"/>
                        </a:moveTo>
                        <a:lnTo>
                          <a:pt x="149" y="705"/>
                        </a:lnTo>
                        <a:cubicBezTo>
                          <a:pt x="155" y="711"/>
                          <a:pt x="164" y="714"/>
                          <a:pt x="172" y="714"/>
                        </a:cubicBezTo>
                        <a:cubicBezTo>
                          <a:pt x="180" y="714"/>
                          <a:pt x="188" y="711"/>
                          <a:pt x="195" y="705"/>
                        </a:cubicBezTo>
                        <a:cubicBezTo>
                          <a:pt x="207" y="692"/>
                          <a:pt x="207" y="671"/>
                          <a:pt x="195" y="659"/>
                        </a:cubicBezTo>
                        <a:cubicBezTo>
                          <a:pt x="117" y="581"/>
                          <a:pt x="72" y="480"/>
                          <a:pt x="68" y="373"/>
                        </a:cubicBezTo>
                        <a:cubicBezTo>
                          <a:pt x="65" y="256"/>
                          <a:pt x="110" y="144"/>
                          <a:pt x="195" y="59"/>
                        </a:cubicBezTo>
                        <a:cubicBezTo>
                          <a:pt x="208" y="46"/>
                          <a:pt x="208" y="25"/>
                          <a:pt x="195" y="13"/>
                        </a:cubicBezTo>
                        <a:cubicBezTo>
                          <a:pt x="183" y="0"/>
                          <a:pt x="162" y="0"/>
                          <a:pt x="149" y="13"/>
                        </a:cubicBezTo>
                        <a:cubicBezTo>
                          <a:pt x="51" y="111"/>
                          <a:pt x="0" y="240"/>
                          <a:pt x="4" y="375"/>
                        </a:cubicBezTo>
                        <a:cubicBezTo>
                          <a:pt x="8" y="498"/>
                          <a:pt x="59" y="615"/>
                          <a:pt x="149" y="705"/>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48" name="Google Shape;1648;p25"/>
                  <p:cNvSpPr/>
                  <p:nvPr/>
                </p:nvSpPr>
                <p:spPr>
                  <a:xfrm>
                    <a:off x="913" y="687"/>
                    <a:ext cx="37" cy="91"/>
                  </a:xfrm>
                  <a:custGeom>
                    <a:rect b="b" l="l" r="r" t="t"/>
                    <a:pathLst>
                      <a:path extrusionOk="0" h="332" w="134">
                        <a:moveTo>
                          <a:pt x="12" y="321"/>
                        </a:moveTo>
                        <a:lnTo>
                          <a:pt x="12" y="321"/>
                        </a:lnTo>
                        <a:cubicBezTo>
                          <a:pt x="18" y="328"/>
                          <a:pt x="27" y="332"/>
                          <a:pt x="36" y="332"/>
                        </a:cubicBezTo>
                        <a:cubicBezTo>
                          <a:pt x="43" y="332"/>
                          <a:pt x="51" y="329"/>
                          <a:pt x="57" y="323"/>
                        </a:cubicBezTo>
                        <a:cubicBezTo>
                          <a:pt x="108" y="278"/>
                          <a:pt x="134" y="214"/>
                          <a:pt x="128" y="148"/>
                        </a:cubicBezTo>
                        <a:cubicBezTo>
                          <a:pt x="123" y="96"/>
                          <a:pt x="99" y="47"/>
                          <a:pt x="59" y="12"/>
                        </a:cubicBezTo>
                        <a:cubicBezTo>
                          <a:pt x="46" y="0"/>
                          <a:pt x="25" y="1"/>
                          <a:pt x="13" y="14"/>
                        </a:cubicBezTo>
                        <a:cubicBezTo>
                          <a:pt x="1" y="28"/>
                          <a:pt x="2" y="48"/>
                          <a:pt x="16" y="60"/>
                        </a:cubicBezTo>
                        <a:cubicBezTo>
                          <a:pt x="43" y="85"/>
                          <a:pt x="60" y="118"/>
                          <a:pt x="63" y="154"/>
                        </a:cubicBezTo>
                        <a:cubicBezTo>
                          <a:pt x="68" y="199"/>
                          <a:pt x="50" y="243"/>
                          <a:pt x="14" y="275"/>
                        </a:cubicBezTo>
                        <a:cubicBezTo>
                          <a:pt x="1" y="287"/>
                          <a:pt x="0" y="308"/>
                          <a:pt x="12" y="321"/>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49" name="Google Shape;1649;p25"/>
                  <p:cNvSpPr/>
                  <p:nvPr/>
                </p:nvSpPr>
                <p:spPr>
                  <a:xfrm>
                    <a:off x="952" y="657"/>
                    <a:ext cx="50" cy="143"/>
                  </a:xfrm>
                  <a:custGeom>
                    <a:rect b="b" l="l" r="r" t="t"/>
                    <a:pathLst>
                      <a:path extrusionOk="0" h="522" w="184">
                        <a:moveTo>
                          <a:pt x="111" y="247"/>
                        </a:moveTo>
                        <a:lnTo>
                          <a:pt x="111" y="247"/>
                        </a:lnTo>
                        <a:cubicBezTo>
                          <a:pt x="118" y="328"/>
                          <a:pt x="90" y="406"/>
                          <a:pt x="32" y="467"/>
                        </a:cubicBezTo>
                        <a:cubicBezTo>
                          <a:pt x="20" y="480"/>
                          <a:pt x="21" y="501"/>
                          <a:pt x="34" y="513"/>
                        </a:cubicBezTo>
                        <a:cubicBezTo>
                          <a:pt x="40" y="519"/>
                          <a:pt x="48" y="522"/>
                          <a:pt x="56" y="522"/>
                        </a:cubicBezTo>
                        <a:cubicBezTo>
                          <a:pt x="64" y="522"/>
                          <a:pt x="73" y="518"/>
                          <a:pt x="79" y="512"/>
                        </a:cubicBezTo>
                        <a:cubicBezTo>
                          <a:pt x="149" y="438"/>
                          <a:pt x="184" y="339"/>
                          <a:pt x="175" y="241"/>
                        </a:cubicBezTo>
                        <a:cubicBezTo>
                          <a:pt x="167" y="153"/>
                          <a:pt x="126" y="72"/>
                          <a:pt x="58" y="12"/>
                        </a:cubicBezTo>
                        <a:cubicBezTo>
                          <a:pt x="44" y="0"/>
                          <a:pt x="24" y="2"/>
                          <a:pt x="12" y="15"/>
                        </a:cubicBezTo>
                        <a:cubicBezTo>
                          <a:pt x="0" y="28"/>
                          <a:pt x="2" y="49"/>
                          <a:pt x="15" y="61"/>
                        </a:cubicBezTo>
                        <a:cubicBezTo>
                          <a:pt x="70" y="109"/>
                          <a:pt x="105" y="175"/>
                          <a:pt x="111" y="247"/>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50" name="Google Shape;1650;p25"/>
                  <p:cNvSpPr/>
                  <p:nvPr/>
                </p:nvSpPr>
                <p:spPr>
                  <a:xfrm>
                    <a:off x="991" y="627"/>
                    <a:ext cx="64" cy="195"/>
                  </a:xfrm>
                  <a:custGeom>
                    <a:rect b="b" l="l" r="r" t="t"/>
                    <a:pathLst>
                      <a:path extrusionOk="0" h="713" w="234">
                        <a:moveTo>
                          <a:pt x="157" y="338"/>
                        </a:moveTo>
                        <a:lnTo>
                          <a:pt x="157" y="338"/>
                        </a:lnTo>
                        <a:cubicBezTo>
                          <a:pt x="168" y="455"/>
                          <a:pt x="130" y="569"/>
                          <a:pt x="49" y="659"/>
                        </a:cubicBezTo>
                        <a:cubicBezTo>
                          <a:pt x="37" y="672"/>
                          <a:pt x="39" y="693"/>
                          <a:pt x="52" y="705"/>
                        </a:cubicBezTo>
                        <a:cubicBezTo>
                          <a:pt x="58" y="710"/>
                          <a:pt x="66" y="713"/>
                          <a:pt x="73" y="713"/>
                        </a:cubicBezTo>
                        <a:cubicBezTo>
                          <a:pt x="82" y="713"/>
                          <a:pt x="91" y="709"/>
                          <a:pt x="98" y="702"/>
                        </a:cubicBezTo>
                        <a:cubicBezTo>
                          <a:pt x="190" y="598"/>
                          <a:pt x="234" y="467"/>
                          <a:pt x="222" y="332"/>
                        </a:cubicBezTo>
                        <a:cubicBezTo>
                          <a:pt x="211" y="209"/>
                          <a:pt x="152" y="95"/>
                          <a:pt x="57" y="11"/>
                        </a:cubicBezTo>
                        <a:cubicBezTo>
                          <a:pt x="44" y="0"/>
                          <a:pt x="24" y="2"/>
                          <a:pt x="12" y="14"/>
                        </a:cubicBezTo>
                        <a:cubicBezTo>
                          <a:pt x="0" y="27"/>
                          <a:pt x="1" y="48"/>
                          <a:pt x="14" y="60"/>
                        </a:cubicBezTo>
                        <a:cubicBezTo>
                          <a:pt x="97" y="133"/>
                          <a:pt x="148" y="232"/>
                          <a:pt x="157" y="33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51" name="Google Shape;1651;p25"/>
                  <p:cNvSpPr/>
                  <p:nvPr/>
                </p:nvSpPr>
                <p:spPr>
                  <a:xfrm>
                    <a:off x="725" y="729"/>
                    <a:ext cx="284" cy="318"/>
                  </a:xfrm>
                  <a:custGeom>
                    <a:rect b="b" l="l" r="r" t="t"/>
                    <a:pathLst>
                      <a:path extrusionOk="0" h="1163" w="1038">
                        <a:moveTo>
                          <a:pt x="486" y="560"/>
                        </a:moveTo>
                        <a:lnTo>
                          <a:pt x="486" y="560"/>
                        </a:lnTo>
                        <a:lnTo>
                          <a:pt x="406" y="505"/>
                        </a:lnTo>
                        <a:cubicBezTo>
                          <a:pt x="402" y="502"/>
                          <a:pt x="397" y="500"/>
                          <a:pt x="393" y="499"/>
                        </a:cubicBezTo>
                        <a:lnTo>
                          <a:pt x="486" y="365"/>
                        </a:lnTo>
                        <a:lnTo>
                          <a:pt x="486" y="560"/>
                        </a:lnTo>
                        <a:close/>
                        <a:moveTo>
                          <a:pt x="646" y="500"/>
                        </a:moveTo>
                        <a:lnTo>
                          <a:pt x="646" y="500"/>
                        </a:lnTo>
                        <a:cubicBezTo>
                          <a:pt x="642" y="500"/>
                          <a:pt x="637" y="502"/>
                          <a:pt x="633" y="505"/>
                        </a:cubicBezTo>
                        <a:lnTo>
                          <a:pt x="553" y="560"/>
                        </a:lnTo>
                        <a:lnTo>
                          <a:pt x="553" y="364"/>
                        </a:lnTo>
                        <a:lnTo>
                          <a:pt x="646" y="500"/>
                        </a:lnTo>
                        <a:close/>
                        <a:moveTo>
                          <a:pt x="486" y="688"/>
                        </a:moveTo>
                        <a:lnTo>
                          <a:pt x="486" y="688"/>
                        </a:lnTo>
                        <a:lnTo>
                          <a:pt x="486" y="1083"/>
                        </a:lnTo>
                        <a:lnTo>
                          <a:pt x="106" y="951"/>
                        </a:lnTo>
                        <a:lnTo>
                          <a:pt x="486" y="688"/>
                        </a:lnTo>
                        <a:close/>
                        <a:moveTo>
                          <a:pt x="681" y="549"/>
                        </a:moveTo>
                        <a:lnTo>
                          <a:pt x="681" y="549"/>
                        </a:lnTo>
                        <a:lnTo>
                          <a:pt x="873" y="829"/>
                        </a:lnTo>
                        <a:lnTo>
                          <a:pt x="578" y="624"/>
                        </a:lnTo>
                        <a:lnTo>
                          <a:pt x="671" y="560"/>
                        </a:lnTo>
                        <a:cubicBezTo>
                          <a:pt x="675" y="557"/>
                          <a:pt x="678" y="553"/>
                          <a:pt x="681" y="549"/>
                        </a:cubicBezTo>
                        <a:close/>
                        <a:moveTo>
                          <a:pt x="368" y="560"/>
                        </a:moveTo>
                        <a:lnTo>
                          <a:pt x="368" y="560"/>
                        </a:lnTo>
                        <a:lnTo>
                          <a:pt x="461" y="624"/>
                        </a:lnTo>
                        <a:lnTo>
                          <a:pt x="165" y="829"/>
                        </a:lnTo>
                        <a:lnTo>
                          <a:pt x="358" y="549"/>
                        </a:lnTo>
                        <a:cubicBezTo>
                          <a:pt x="361" y="553"/>
                          <a:pt x="364" y="557"/>
                          <a:pt x="368" y="560"/>
                        </a:cubicBezTo>
                        <a:close/>
                        <a:moveTo>
                          <a:pt x="379" y="403"/>
                        </a:moveTo>
                        <a:lnTo>
                          <a:pt x="379" y="403"/>
                        </a:lnTo>
                        <a:lnTo>
                          <a:pt x="6" y="942"/>
                        </a:lnTo>
                        <a:cubicBezTo>
                          <a:pt x="6" y="942"/>
                          <a:pt x="6" y="942"/>
                          <a:pt x="5" y="942"/>
                        </a:cubicBezTo>
                        <a:cubicBezTo>
                          <a:pt x="4" y="944"/>
                          <a:pt x="3" y="946"/>
                          <a:pt x="2" y="949"/>
                        </a:cubicBezTo>
                        <a:cubicBezTo>
                          <a:pt x="2" y="949"/>
                          <a:pt x="2" y="949"/>
                          <a:pt x="2" y="949"/>
                        </a:cubicBezTo>
                        <a:cubicBezTo>
                          <a:pt x="1" y="951"/>
                          <a:pt x="1" y="953"/>
                          <a:pt x="0" y="956"/>
                        </a:cubicBezTo>
                        <a:cubicBezTo>
                          <a:pt x="0" y="956"/>
                          <a:pt x="0" y="957"/>
                          <a:pt x="0" y="958"/>
                        </a:cubicBezTo>
                        <a:cubicBezTo>
                          <a:pt x="0" y="959"/>
                          <a:pt x="0" y="961"/>
                          <a:pt x="0" y="963"/>
                        </a:cubicBezTo>
                        <a:cubicBezTo>
                          <a:pt x="0" y="963"/>
                          <a:pt x="0" y="964"/>
                          <a:pt x="0" y="965"/>
                        </a:cubicBezTo>
                        <a:cubicBezTo>
                          <a:pt x="0" y="967"/>
                          <a:pt x="1" y="968"/>
                          <a:pt x="1" y="970"/>
                        </a:cubicBezTo>
                        <a:cubicBezTo>
                          <a:pt x="1" y="970"/>
                          <a:pt x="1" y="971"/>
                          <a:pt x="1" y="971"/>
                        </a:cubicBezTo>
                        <a:cubicBezTo>
                          <a:pt x="2" y="972"/>
                          <a:pt x="2" y="972"/>
                          <a:pt x="2" y="972"/>
                        </a:cubicBezTo>
                        <a:cubicBezTo>
                          <a:pt x="3" y="974"/>
                          <a:pt x="3" y="975"/>
                          <a:pt x="4" y="976"/>
                        </a:cubicBezTo>
                        <a:cubicBezTo>
                          <a:pt x="4" y="977"/>
                          <a:pt x="5" y="978"/>
                          <a:pt x="5" y="979"/>
                        </a:cubicBezTo>
                        <a:cubicBezTo>
                          <a:pt x="5" y="979"/>
                          <a:pt x="6" y="980"/>
                          <a:pt x="6" y="980"/>
                        </a:cubicBezTo>
                        <a:cubicBezTo>
                          <a:pt x="6" y="980"/>
                          <a:pt x="7" y="981"/>
                          <a:pt x="7" y="982"/>
                        </a:cubicBezTo>
                        <a:cubicBezTo>
                          <a:pt x="8" y="983"/>
                          <a:pt x="9" y="984"/>
                          <a:pt x="10" y="985"/>
                        </a:cubicBezTo>
                        <a:cubicBezTo>
                          <a:pt x="11" y="986"/>
                          <a:pt x="12" y="987"/>
                          <a:pt x="13" y="987"/>
                        </a:cubicBezTo>
                        <a:cubicBezTo>
                          <a:pt x="14" y="988"/>
                          <a:pt x="15" y="989"/>
                          <a:pt x="17" y="990"/>
                        </a:cubicBezTo>
                        <a:cubicBezTo>
                          <a:pt x="18" y="990"/>
                          <a:pt x="19" y="991"/>
                          <a:pt x="20" y="991"/>
                        </a:cubicBezTo>
                        <a:cubicBezTo>
                          <a:pt x="21" y="992"/>
                          <a:pt x="21" y="992"/>
                          <a:pt x="22" y="992"/>
                        </a:cubicBezTo>
                        <a:lnTo>
                          <a:pt x="508" y="1162"/>
                        </a:lnTo>
                        <a:cubicBezTo>
                          <a:pt x="509" y="1162"/>
                          <a:pt x="509" y="1162"/>
                          <a:pt x="509" y="1162"/>
                        </a:cubicBezTo>
                        <a:cubicBezTo>
                          <a:pt x="510" y="1162"/>
                          <a:pt x="511" y="1162"/>
                          <a:pt x="513" y="1163"/>
                        </a:cubicBezTo>
                        <a:cubicBezTo>
                          <a:pt x="513" y="1163"/>
                          <a:pt x="514" y="1163"/>
                          <a:pt x="514" y="1163"/>
                        </a:cubicBezTo>
                        <a:cubicBezTo>
                          <a:pt x="516" y="1163"/>
                          <a:pt x="518" y="1163"/>
                          <a:pt x="519" y="1163"/>
                        </a:cubicBezTo>
                        <a:cubicBezTo>
                          <a:pt x="521" y="1163"/>
                          <a:pt x="523" y="1163"/>
                          <a:pt x="525" y="1163"/>
                        </a:cubicBezTo>
                        <a:cubicBezTo>
                          <a:pt x="525" y="1163"/>
                          <a:pt x="526" y="1163"/>
                          <a:pt x="526" y="1163"/>
                        </a:cubicBezTo>
                        <a:cubicBezTo>
                          <a:pt x="527" y="1162"/>
                          <a:pt x="529" y="1162"/>
                          <a:pt x="530" y="1162"/>
                        </a:cubicBezTo>
                        <a:cubicBezTo>
                          <a:pt x="530" y="1162"/>
                          <a:pt x="530" y="1162"/>
                          <a:pt x="530" y="1162"/>
                        </a:cubicBezTo>
                        <a:lnTo>
                          <a:pt x="623" y="1129"/>
                        </a:lnTo>
                        <a:cubicBezTo>
                          <a:pt x="636" y="1145"/>
                          <a:pt x="655" y="1155"/>
                          <a:pt x="677" y="1155"/>
                        </a:cubicBezTo>
                        <a:cubicBezTo>
                          <a:pt x="715" y="1155"/>
                          <a:pt x="746" y="1123"/>
                          <a:pt x="746" y="1085"/>
                        </a:cubicBezTo>
                        <a:cubicBezTo>
                          <a:pt x="746" y="1047"/>
                          <a:pt x="715" y="1016"/>
                          <a:pt x="677" y="1016"/>
                        </a:cubicBezTo>
                        <a:cubicBezTo>
                          <a:pt x="646" y="1016"/>
                          <a:pt x="621" y="1036"/>
                          <a:pt x="611" y="1063"/>
                        </a:cubicBezTo>
                        <a:lnTo>
                          <a:pt x="553" y="1083"/>
                        </a:lnTo>
                        <a:lnTo>
                          <a:pt x="553" y="688"/>
                        </a:lnTo>
                        <a:lnTo>
                          <a:pt x="932" y="951"/>
                        </a:lnTo>
                        <a:lnTo>
                          <a:pt x="888" y="966"/>
                        </a:lnTo>
                        <a:cubicBezTo>
                          <a:pt x="877" y="956"/>
                          <a:pt x="862" y="950"/>
                          <a:pt x="845" y="950"/>
                        </a:cubicBezTo>
                        <a:cubicBezTo>
                          <a:pt x="807" y="950"/>
                          <a:pt x="776" y="982"/>
                          <a:pt x="776" y="1020"/>
                        </a:cubicBezTo>
                        <a:cubicBezTo>
                          <a:pt x="776" y="1058"/>
                          <a:pt x="807" y="1089"/>
                          <a:pt x="845" y="1089"/>
                        </a:cubicBezTo>
                        <a:cubicBezTo>
                          <a:pt x="881" y="1089"/>
                          <a:pt x="910" y="1062"/>
                          <a:pt x="914" y="1027"/>
                        </a:cubicBezTo>
                        <a:lnTo>
                          <a:pt x="1015" y="992"/>
                        </a:lnTo>
                        <a:cubicBezTo>
                          <a:pt x="1016" y="992"/>
                          <a:pt x="1017" y="992"/>
                          <a:pt x="1018" y="991"/>
                        </a:cubicBezTo>
                        <a:cubicBezTo>
                          <a:pt x="1019" y="991"/>
                          <a:pt x="1020" y="990"/>
                          <a:pt x="1021" y="990"/>
                        </a:cubicBezTo>
                        <a:cubicBezTo>
                          <a:pt x="1022" y="989"/>
                          <a:pt x="1023" y="988"/>
                          <a:pt x="1024" y="987"/>
                        </a:cubicBezTo>
                        <a:cubicBezTo>
                          <a:pt x="1025" y="987"/>
                          <a:pt x="1026" y="986"/>
                          <a:pt x="1027" y="985"/>
                        </a:cubicBezTo>
                        <a:cubicBezTo>
                          <a:pt x="1028" y="984"/>
                          <a:pt x="1029" y="983"/>
                          <a:pt x="1030" y="982"/>
                        </a:cubicBezTo>
                        <a:cubicBezTo>
                          <a:pt x="1031" y="981"/>
                          <a:pt x="1031" y="981"/>
                          <a:pt x="1032" y="980"/>
                        </a:cubicBezTo>
                        <a:cubicBezTo>
                          <a:pt x="1032" y="980"/>
                          <a:pt x="1032" y="979"/>
                          <a:pt x="1032" y="979"/>
                        </a:cubicBezTo>
                        <a:cubicBezTo>
                          <a:pt x="1033" y="978"/>
                          <a:pt x="1033" y="977"/>
                          <a:pt x="1034" y="976"/>
                        </a:cubicBezTo>
                        <a:cubicBezTo>
                          <a:pt x="1035" y="975"/>
                          <a:pt x="1035" y="974"/>
                          <a:pt x="1036" y="972"/>
                        </a:cubicBezTo>
                        <a:cubicBezTo>
                          <a:pt x="1036" y="972"/>
                          <a:pt x="1036" y="972"/>
                          <a:pt x="1036" y="971"/>
                        </a:cubicBezTo>
                        <a:cubicBezTo>
                          <a:pt x="1036" y="971"/>
                          <a:pt x="1036" y="970"/>
                          <a:pt x="1036" y="970"/>
                        </a:cubicBezTo>
                        <a:cubicBezTo>
                          <a:pt x="1037" y="968"/>
                          <a:pt x="1037" y="967"/>
                          <a:pt x="1037" y="965"/>
                        </a:cubicBezTo>
                        <a:cubicBezTo>
                          <a:pt x="1038" y="964"/>
                          <a:pt x="1038" y="963"/>
                          <a:pt x="1038" y="963"/>
                        </a:cubicBezTo>
                        <a:cubicBezTo>
                          <a:pt x="1038" y="961"/>
                          <a:pt x="1038" y="959"/>
                          <a:pt x="1038" y="958"/>
                        </a:cubicBezTo>
                        <a:cubicBezTo>
                          <a:pt x="1038" y="957"/>
                          <a:pt x="1038" y="956"/>
                          <a:pt x="1037" y="956"/>
                        </a:cubicBezTo>
                        <a:cubicBezTo>
                          <a:pt x="1037" y="951"/>
                          <a:pt x="1035" y="946"/>
                          <a:pt x="1032" y="942"/>
                        </a:cubicBezTo>
                        <a:cubicBezTo>
                          <a:pt x="1032" y="942"/>
                          <a:pt x="1032" y="942"/>
                          <a:pt x="1032" y="942"/>
                        </a:cubicBezTo>
                        <a:lnTo>
                          <a:pt x="663" y="406"/>
                        </a:lnTo>
                        <a:cubicBezTo>
                          <a:pt x="689" y="417"/>
                          <a:pt x="721" y="416"/>
                          <a:pt x="748" y="399"/>
                        </a:cubicBezTo>
                        <a:lnTo>
                          <a:pt x="650" y="244"/>
                        </a:lnTo>
                        <a:cubicBezTo>
                          <a:pt x="621" y="262"/>
                          <a:pt x="606" y="294"/>
                          <a:pt x="607" y="325"/>
                        </a:cubicBezTo>
                        <a:lnTo>
                          <a:pt x="553" y="246"/>
                        </a:lnTo>
                        <a:lnTo>
                          <a:pt x="553" y="34"/>
                        </a:lnTo>
                        <a:cubicBezTo>
                          <a:pt x="553" y="15"/>
                          <a:pt x="538" y="0"/>
                          <a:pt x="519" y="0"/>
                        </a:cubicBezTo>
                        <a:cubicBezTo>
                          <a:pt x="501" y="0"/>
                          <a:pt x="486" y="15"/>
                          <a:pt x="486" y="34"/>
                        </a:cubicBezTo>
                        <a:lnTo>
                          <a:pt x="486" y="248"/>
                        </a:lnTo>
                        <a:lnTo>
                          <a:pt x="428" y="332"/>
                        </a:lnTo>
                        <a:cubicBezTo>
                          <a:pt x="432" y="298"/>
                          <a:pt x="416" y="263"/>
                          <a:pt x="386" y="244"/>
                        </a:cubicBezTo>
                        <a:lnTo>
                          <a:pt x="288" y="399"/>
                        </a:lnTo>
                        <a:cubicBezTo>
                          <a:pt x="316" y="417"/>
                          <a:pt x="351" y="417"/>
                          <a:pt x="379" y="403"/>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grpSp>
            <p:sp>
              <p:nvSpPr>
                <p:cNvPr id="1652" name="Google Shape;1652;p25"/>
                <p:cNvSpPr txBox="1"/>
                <p:nvPr/>
              </p:nvSpPr>
              <p:spPr>
                <a:xfrm>
                  <a:off x="6308225" y="2018651"/>
                  <a:ext cx="715656" cy="2717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1D1D1A"/>
                      </a:solidFill>
                      <a:latin typeface="Arial"/>
                      <a:ea typeface="Arial"/>
                      <a:cs typeface="Arial"/>
                      <a:sym typeface="Arial"/>
                    </a:rPr>
                    <a:t>5G</a:t>
                  </a:r>
                  <a:endParaRPr b="1" sz="1100">
                    <a:solidFill>
                      <a:srgbClr val="1D1D1A"/>
                    </a:solidFill>
                    <a:latin typeface="Arial"/>
                    <a:ea typeface="Arial"/>
                    <a:cs typeface="Arial"/>
                    <a:sym typeface="Arial"/>
                  </a:endParaRPr>
                </a:p>
              </p:txBody>
            </p:sp>
          </p:grpSp>
        </p:grpSp>
        <p:sp>
          <p:nvSpPr>
            <p:cNvPr id="1653" name="Google Shape;1653;p25"/>
            <p:cNvSpPr/>
            <p:nvPr/>
          </p:nvSpPr>
          <p:spPr>
            <a:xfrm rot="-8382584">
              <a:off x="1657656" y="1778973"/>
              <a:ext cx="170656" cy="537461"/>
            </a:xfrm>
            <a:custGeom>
              <a:rect b="b" l="l" r="r" t="t"/>
              <a:pathLst>
                <a:path extrusionOk="0" h="16420" w="11380">
                  <a:moveTo>
                    <a:pt x="4913" y="0"/>
                  </a:moveTo>
                  <a:lnTo>
                    <a:pt x="11380" y="9251"/>
                  </a:lnTo>
                  <a:lnTo>
                    <a:pt x="8661" y="9251"/>
                  </a:lnTo>
                  <a:lnTo>
                    <a:pt x="8667" y="9270"/>
                  </a:lnTo>
                  <a:lnTo>
                    <a:pt x="4712" y="9270"/>
                  </a:lnTo>
                  <a:lnTo>
                    <a:pt x="6491" y="16420"/>
                  </a:lnTo>
                  <a:lnTo>
                    <a:pt x="0" y="7132"/>
                  </a:lnTo>
                  <a:lnTo>
                    <a:pt x="6689" y="7132"/>
                  </a:lnTo>
                  <a:lnTo>
                    <a:pt x="4913" y="0"/>
                  </a:lnTo>
                  <a:close/>
                </a:path>
              </a:pathLst>
            </a:custGeom>
            <a:solidFill>
              <a:srgbClr val="C00000"/>
            </a:solidFill>
            <a:ln>
              <a:noFill/>
            </a:ln>
          </p:spPr>
          <p:txBody>
            <a:bodyPr anchorCtr="0" anchor="t" bIns="45700" lIns="91400" spcFirstLastPara="1" rIns="91400" wrap="square" tIns="45700">
              <a:noAutofit/>
            </a:bodyPr>
            <a:lstStyle/>
            <a:p>
              <a:pPr indent="0" lvl="0" marL="0" marR="0" rtl="0" algn="l">
                <a:spcBef>
                  <a:spcPts val="0"/>
                </a:spcBef>
                <a:spcAft>
                  <a:spcPts val="0"/>
                </a:spcAft>
                <a:buNone/>
              </a:pPr>
              <a:r>
                <a:t/>
              </a:r>
              <a:endParaRPr sz="1799">
                <a:solidFill>
                  <a:srgbClr val="1D1D1A"/>
                </a:solidFill>
                <a:latin typeface="Calibri"/>
                <a:ea typeface="Calibri"/>
                <a:cs typeface="Calibri"/>
                <a:sym typeface="Calibri"/>
              </a:endParaRPr>
            </a:p>
          </p:txBody>
        </p:sp>
      </p:grpSp>
      <p:sp>
        <p:nvSpPr>
          <p:cNvPr id="1654" name="Google Shape;1654;p25"/>
          <p:cNvSpPr/>
          <p:nvPr/>
        </p:nvSpPr>
        <p:spPr>
          <a:xfrm>
            <a:off x="12112979" y="2739646"/>
            <a:ext cx="1434451" cy="29463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lt1"/>
                </a:solidFill>
                <a:latin typeface="Arial"/>
                <a:ea typeface="Arial"/>
                <a:cs typeface="Arial"/>
                <a:sym typeface="Arial"/>
              </a:rPr>
              <a:t>2M</a:t>
            </a:r>
            <a:endParaRPr b="1" sz="800">
              <a:solidFill>
                <a:schemeClr val="lt1"/>
              </a:solidFill>
              <a:latin typeface="Arial"/>
              <a:ea typeface="Arial"/>
              <a:cs typeface="Arial"/>
              <a:sym typeface="Arial"/>
            </a:endParaRPr>
          </a:p>
        </p:txBody>
      </p:sp>
      <p:sp>
        <p:nvSpPr>
          <p:cNvPr id="1655" name="Google Shape;1655;p25"/>
          <p:cNvSpPr/>
          <p:nvPr/>
        </p:nvSpPr>
        <p:spPr>
          <a:xfrm>
            <a:off x="8330407" y="1201992"/>
            <a:ext cx="2454661" cy="193626"/>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sz="1600">
              <a:solidFill>
                <a:srgbClr val="C7000B"/>
              </a:solidFill>
              <a:latin typeface="Arial"/>
              <a:ea typeface="Arial"/>
              <a:cs typeface="Arial"/>
              <a:sym typeface="Arial"/>
            </a:endParaRPr>
          </a:p>
        </p:txBody>
      </p:sp>
      <p:sp>
        <p:nvSpPr>
          <p:cNvPr id="1656" name="Google Shape;1656;p25"/>
          <p:cNvSpPr/>
          <p:nvPr/>
        </p:nvSpPr>
        <p:spPr>
          <a:xfrm>
            <a:off x="7294553" y="1638677"/>
            <a:ext cx="3007891" cy="193626"/>
          </a:xfrm>
          <a:prstGeom prst="rect">
            <a:avLst/>
          </a:prstGeom>
          <a:noFill/>
          <a:ln>
            <a:noFill/>
          </a:ln>
        </p:spPr>
        <p:txBody>
          <a:bodyPr anchorCtr="1" anchor="ctr" bIns="0" lIns="0" spcFirstLastPara="1" rIns="0" wrap="square" tIns="0">
            <a:noAutofit/>
          </a:bodyPr>
          <a:lstStyle/>
          <a:p>
            <a:pPr indent="0" lvl="0" marL="0" marR="0" rtl="0" algn="l">
              <a:spcBef>
                <a:spcPts val="0"/>
              </a:spcBef>
              <a:spcAft>
                <a:spcPts val="0"/>
              </a:spcAft>
              <a:buNone/>
            </a:pPr>
            <a:r>
              <a:rPr b="1" lang="en-US" sz="1200">
                <a:solidFill>
                  <a:srgbClr val="C7000B"/>
                </a:solidFill>
                <a:latin typeface="Arial"/>
                <a:ea typeface="Arial"/>
                <a:cs typeface="Arial"/>
                <a:sym typeface="Arial"/>
              </a:rPr>
              <a:t>5G上行，100x带宽</a:t>
            </a:r>
            <a:r>
              <a:rPr b="1" lang="en-US" sz="1200">
                <a:solidFill>
                  <a:schemeClr val="dk1"/>
                </a:solidFill>
                <a:latin typeface="Arial"/>
                <a:ea typeface="Arial"/>
                <a:cs typeface="Arial"/>
                <a:sym typeface="Arial"/>
              </a:rPr>
              <a:t>，毫秒级时延</a:t>
            </a:r>
            <a:endParaRPr sz="1200">
              <a:solidFill>
                <a:schemeClr val="dk1"/>
              </a:solidFill>
              <a:latin typeface="Arial"/>
              <a:ea typeface="Arial"/>
              <a:cs typeface="Arial"/>
              <a:sym typeface="Arial"/>
            </a:endParaRPr>
          </a:p>
        </p:txBody>
      </p:sp>
      <p:sp>
        <p:nvSpPr>
          <p:cNvPr id="1657" name="Google Shape;1657;p25"/>
          <p:cNvSpPr/>
          <p:nvPr/>
        </p:nvSpPr>
        <p:spPr>
          <a:xfrm>
            <a:off x="7055173" y="3286122"/>
            <a:ext cx="3007891" cy="193626"/>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1100">
                <a:solidFill>
                  <a:srgbClr val="C7000B"/>
                </a:solidFill>
                <a:latin typeface="Arial"/>
                <a:ea typeface="Arial"/>
                <a:cs typeface="Arial"/>
                <a:sym typeface="Arial"/>
              </a:rPr>
              <a:t>1天通网：</a:t>
            </a:r>
            <a:r>
              <a:rPr b="1" lang="en-US" sz="1100">
                <a:solidFill>
                  <a:schemeClr val="dk1"/>
                </a:solidFill>
                <a:latin typeface="Arial"/>
                <a:ea typeface="Arial"/>
                <a:cs typeface="Arial"/>
                <a:sym typeface="Arial"/>
              </a:rPr>
              <a:t>免布线，即插即用</a:t>
            </a:r>
            <a:endParaRPr sz="1100">
              <a:solidFill>
                <a:schemeClr val="dk1"/>
              </a:solidFill>
              <a:latin typeface="Arial"/>
              <a:ea typeface="Arial"/>
              <a:cs typeface="Arial"/>
              <a:sym typeface="Arial"/>
            </a:endParaRPr>
          </a:p>
        </p:txBody>
      </p:sp>
      <p:sp>
        <p:nvSpPr>
          <p:cNvPr id="1658" name="Google Shape;1658;p25"/>
          <p:cNvSpPr/>
          <p:nvPr/>
        </p:nvSpPr>
        <p:spPr>
          <a:xfrm>
            <a:off x="7594370" y="1153567"/>
            <a:ext cx="3770551" cy="330979"/>
          </a:xfrm>
          <a:prstGeom prst="rect">
            <a:avLst/>
          </a:prstGeom>
          <a:solidFill>
            <a:srgbClr val="C1C1C1">
              <a:alpha val="5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rgbClr val="C00000"/>
                </a:solidFill>
                <a:latin typeface="Arial"/>
                <a:ea typeface="Arial"/>
                <a:cs typeface="Arial"/>
                <a:sym typeface="Arial"/>
              </a:rPr>
              <a:t>客户价值</a:t>
            </a:r>
            <a:endParaRPr b="1" sz="1400">
              <a:solidFill>
                <a:srgbClr val="C00000"/>
              </a:solidFill>
              <a:latin typeface="Arial"/>
              <a:ea typeface="Arial"/>
              <a:cs typeface="Arial"/>
              <a:sym typeface="Arial"/>
            </a:endParaRPr>
          </a:p>
        </p:txBody>
      </p:sp>
      <p:sp>
        <p:nvSpPr>
          <p:cNvPr id="1659" name="Google Shape;1659;p25"/>
          <p:cNvSpPr/>
          <p:nvPr/>
        </p:nvSpPr>
        <p:spPr>
          <a:xfrm>
            <a:off x="7594370" y="4740278"/>
            <a:ext cx="3770551" cy="1505612"/>
          </a:xfrm>
          <a:prstGeom prst="rect">
            <a:avLst/>
          </a:prstGeom>
          <a:gradFill>
            <a:gsLst>
              <a:gs pos="0">
                <a:srgbClr val="868686">
                  <a:alpha val="47843"/>
                </a:srgbClr>
              </a:gs>
              <a:gs pos="50000">
                <a:srgbClr val="C2C2C2">
                  <a:alpha val="38823"/>
                </a:srgbClr>
              </a:gs>
              <a:gs pos="100000">
                <a:srgbClr val="E8E8E8">
                  <a:alpha val="67058"/>
                </a:srgbClr>
              </a:gs>
            </a:gsLst>
            <a:lin ang="18900000" scaled="0"/>
          </a:gradFill>
          <a:ln>
            <a:noFill/>
          </a:ln>
        </p:spPr>
        <p:txBody>
          <a:bodyPr anchorCtr="0" anchor="t" bIns="45700" lIns="91425" spcFirstLastPara="1" rIns="91425" wrap="square" tIns="45700">
            <a:noAutofit/>
          </a:bodyPr>
          <a:lstStyle/>
          <a:p>
            <a:pPr indent="0" lvl="0" marL="0" marR="0" rtl="0" algn="l">
              <a:lnSpc>
                <a:spcPct val="137500"/>
              </a:lnSpc>
              <a:spcBef>
                <a:spcPts val="0"/>
              </a:spcBef>
              <a:spcAft>
                <a:spcPts val="0"/>
              </a:spcAft>
              <a:buNone/>
            </a:pPr>
            <a:r>
              <a:t/>
            </a:r>
            <a:endParaRPr sz="1600">
              <a:solidFill>
                <a:srgbClr val="1D1D1A"/>
              </a:solidFill>
              <a:latin typeface="Microsoft Yahei"/>
              <a:ea typeface="Microsoft Yahei"/>
              <a:cs typeface="Microsoft Yahei"/>
              <a:sym typeface="Microsoft Yahei"/>
            </a:endParaRPr>
          </a:p>
        </p:txBody>
      </p:sp>
      <p:grpSp>
        <p:nvGrpSpPr>
          <p:cNvPr id="1660" name="Google Shape;1660;p25"/>
          <p:cNvGrpSpPr/>
          <p:nvPr/>
        </p:nvGrpSpPr>
        <p:grpSpPr>
          <a:xfrm>
            <a:off x="7897833" y="2036692"/>
            <a:ext cx="696417" cy="714580"/>
            <a:chOff x="5979435" y="1065284"/>
            <a:chExt cx="1353600" cy="1353600"/>
          </a:xfrm>
        </p:grpSpPr>
        <p:sp>
          <p:nvSpPr>
            <p:cNvPr id="1661" name="Google Shape;1661;p25"/>
            <p:cNvSpPr/>
            <p:nvPr/>
          </p:nvSpPr>
          <p:spPr>
            <a:xfrm>
              <a:off x="5979435" y="1065284"/>
              <a:ext cx="1353600" cy="1353600"/>
            </a:xfrm>
            <a:prstGeom prst="ellipse">
              <a:avLst/>
            </a:prstGeom>
            <a:solidFill>
              <a:schemeClr val="dk2"/>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rgbClr val="000000"/>
                </a:solidFill>
                <a:latin typeface="Arial"/>
                <a:ea typeface="Arial"/>
                <a:cs typeface="Arial"/>
                <a:sym typeface="Arial"/>
              </a:endParaRPr>
            </a:p>
          </p:txBody>
        </p:sp>
        <p:grpSp>
          <p:nvGrpSpPr>
            <p:cNvPr id="1662" name="Google Shape;1662;p25"/>
            <p:cNvGrpSpPr/>
            <p:nvPr/>
          </p:nvGrpSpPr>
          <p:grpSpPr>
            <a:xfrm>
              <a:off x="6151845" y="1243203"/>
              <a:ext cx="1024810" cy="1140648"/>
              <a:chOff x="6308225" y="1493827"/>
              <a:chExt cx="715656" cy="796549"/>
            </a:xfrm>
          </p:grpSpPr>
          <p:grpSp>
            <p:nvGrpSpPr>
              <p:cNvPr id="1663" name="Google Shape;1663;p25"/>
              <p:cNvGrpSpPr/>
              <p:nvPr/>
            </p:nvGrpSpPr>
            <p:grpSpPr>
              <a:xfrm>
                <a:off x="6446791" y="1493827"/>
                <a:ext cx="443275" cy="499587"/>
                <a:chOff x="683" y="627"/>
                <a:chExt cx="372" cy="420"/>
              </a:xfrm>
            </p:grpSpPr>
            <p:sp>
              <p:nvSpPr>
                <p:cNvPr id="1664" name="Google Shape;1664;p25"/>
                <p:cNvSpPr/>
                <p:nvPr/>
              </p:nvSpPr>
              <p:spPr>
                <a:xfrm>
                  <a:off x="787" y="684"/>
                  <a:ext cx="38" cy="91"/>
                </a:xfrm>
                <a:custGeom>
                  <a:rect b="b" l="l" r="r" t="t"/>
                  <a:pathLst>
                    <a:path extrusionOk="0" h="332" w="139">
                      <a:moveTo>
                        <a:pt x="86" y="332"/>
                      </a:moveTo>
                      <a:lnTo>
                        <a:pt x="86" y="332"/>
                      </a:lnTo>
                      <a:cubicBezTo>
                        <a:pt x="94" y="332"/>
                        <a:pt x="102" y="329"/>
                        <a:pt x="109" y="322"/>
                      </a:cubicBezTo>
                      <a:cubicBezTo>
                        <a:pt x="121" y="310"/>
                        <a:pt x="122" y="289"/>
                        <a:pt x="109" y="277"/>
                      </a:cubicBezTo>
                      <a:cubicBezTo>
                        <a:pt x="83" y="250"/>
                        <a:pt x="68" y="216"/>
                        <a:pt x="67" y="180"/>
                      </a:cubicBezTo>
                      <a:cubicBezTo>
                        <a:pt x="65" y="135"/>
                        <a:pt x="86" y="92"/>
                        <a:pt x="123" y="62"/>
                      </a:cubicBezTo>
                      <a:cubicBezTo>
                        <a:pt x="137" y="51"/>
                        <a:pt x="139" y="31"/>
                        <a:pt x="128" y="17"/>
                      </a:cubicBezTo>
                      <a:cubicBezTo>
                        <a:pt x="117" y="3"/>
                        <a:pt x="97" y="0"/>
                        <a:pt x="83" y="12"/>
                      </a:cubicBezTo>
                      <a:cubicBezTo>
                        <a:pt x="29" y="54"/>
                        <a:pt x="0" y="116"/>
                        <a:pt x="2" y="182"/>
                      </a:cubicBezTo>
                      <a:cubicBezTo>
                        <a:pt x="4" y="235"/>
                        <a:pt x="25" y="284"/>
                        <a:pt x="63" y="322"/>
                      </a:cubicBezTo>
                      <a:cubicBezTo>
                        <a:pt x="69" y="329"/>
                        <a:pt x="78" y="332"/>
                        <a:pt x="86" y="332"/>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65" name="Google Shape;1665;p25"/>
                <p:cNvSpPr/>
                <p:nvPr/>
              </p:nvSpPr>
              <p:spPr>
                <a:xfrm>
                  <a:off x="735" y="659"/>
                  <a:ext cx="48" cy="143"/>
                </a:xfrm>
                <a:custGeom>
                  <a:rect b="b" l="l" r="r" t="t"/>
                  <a:pathLst>
                    <a:path extrusionOk="0" h="522" w="173">
                      <a:moveTo>
                        <a:pt x="3" y="278"/>
                      </a:moveTo>
                      <a:lnTo>
                        <a:pt x="3" y="278"/>
                      </a:lnTo>
                      <a:cubicBezTo>
                        <a:pt x="6" y="366"/>
                        <a:pt x="42" y="449"/>
                        <a:pt x="107" y="513"/>
                      </a:cubicBezTo>
                      <a:cubicBezTo>
                        <a:pt x="113" y="519"/>
                        <a:pt x="121" y="522"/>
                        <a:pt x="129" y="522"/>
                      </a:cubicBezTo>
                      <a:cubicBezTo>
                        <a:pt x="138" y="522"/>
                        <a:pt x="146" y="519"/>
                        <a:pt x="152" y="512"/>
                      </a:cubicBezTo>
                      <a:cubicBezTo>
                        <a:pt x="165" y="500"/>
                        <a:pt x="165" y="479"/>
                        <a:pt x="152" y="467"/>
                      </a:cubicBezTo>
                      <a:cubicBezTo>
                        <a:pt x="100" y="415"/>
                        <a:pt x="70" y="347"/>
                        <a:pt x="67" y="275"/>
                      </a:cubicBezTo>
                      <a:cubicBezTo>
                        <a:pt x="65" y="194"/>
                        <a:pt x="97" y="118"/>
                        <a:pt x="159" y="60"/>
                      </a:cubicBezTo>
                      <a:cubicBezTo>
                        <a:pt x="172" y="48"/>
                        <a:pt x="173" y="27"/>
                        <a:pt x="160" y="14"/>
                      </a:cubicBezTo>
                      <a:cubicBezTo>
                        <a:pt x="148" y="1"/>
                        <a:pt x="128" y="0"/>
                        <a:pt x="115" y="13"/>
                      </a:cubicBezTo>
                      <a:cubicBezTo>
                        <a:pt x="40" y="82"/>
                        <a:pt x="0" y="179"/>
                        <a:pt x="3" y="27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66" name="Google Shape;1666;p25"/>
                <p:cNvSpPr/>
                <p:nvPr/>
              </p:nvSpPr>
              <p:spPr>
                <a:xfrm>
                  <a:off x="683" y="634"/>
                  <a:ext cx="57" cy="196"/>
                </a:xfrm>
                <a:custGeom>
                  <a:rect b="b" l="l" r="r" t="t"/>
                  <a:pathLst>
                    <a:path extrusionOk="0" h="714" w="208">
                      <a:moveTo>
                        <a:pt x="149" y="705"/>
                      </a:moveTo>
                      <a:lnTo>
                        <a:pt x="149" y="705"/>
                      </a:lnTo>
                      <a:cubicBezTo>
                        <a:pt x="155" y="711"/>
                        <a:pt x="164" y="714"/>
                        <a:pt x="172" y="714"/>
                      </a:cubicBezTo>
                      <a:cubicBezTo>
                        <a:pt x="180" y="714"/>
                        <a:pt x="188" y="711"/>
                        <a:pt x="195" y="705"/>
                      </a:cubicBezTo>
                      <a:cubicBezTo>
                        <a:pt x="207" y="692"/>
                        <a:pt x="207" y="671"/>
                        <a:pt x="195" y="659"/>
                      </a:cubicBezTo>
                      <a:cubicBezTo>
                        <a:pt x="117" y="581"/>
                        <a:pt x="72" y="480"/>
                        <a:pt x="68" y="373"/>
                      </a:cubicBezTo>
                      <a:cubicBezTo>
                        <a:pt x="65" y="256"/>
                        <a:pt x="110" y="144"/>
                        <a:pt x="195" y="59"/>
                      </a:cubicBezTo>
                      <a:cubicBezTo>
                        <a:pt x="208" y="46"/>
                        <a:pt x="208" y="25"/>
                        <a:pt x="195" y="13"/>
                      </a:cubicBezTo>
                      <a:cubicBezTo>
                        <a:pt x="183" y="0"/>
                        <a:pt x="162" y="0"/>
                        <a:pt x="149" y="13"/>
                      </a:cubicBezTo>
                      <a:cubicBezTo>
                        <a:pt x="51" y="111"/>
                        <a:pt x="0" y="240"/>
                        <a:pt x="4" y="375"/>
                      </a:cubicBezTo>
                      <a:cubicBezTo>
                        <a:pt x="8" y="498"/>
                        <a:pt x="59" y="615"/>
                        <a:pt x="149" y="705"/>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67" name="Google Shape;1667;p25"/>
                <p:cNvSpPr/>
                <p:nvPr/>
              </p:nvSpPr>
              <p:spPr>
                <a:xfrm>
                  <a:off x="913" y="687"/>
                  <a:ext cx="37" cy="91"/>
                </a:xfrm>
                <a:custGeom>
                  <a:rect b="b" l="l" r="r" t="t"/>
                  <a:pathLst>
                    <a:path extrusionOk="0" h="332" w="134">
                      <a:moveTo>
                        <a:pt x="12" y="321"/>
                      </a:moveTo>
                      <a:lnTo>
                        <a:pt x="12" y="321"/>
                      </a:lnTo>
                      <a:cubicBezTo>
                        <a:pt x="18" y="328"/>
                        <a:pt x="27" y="332"/>
                        <a:pt x="36" y="332"/>
                      </a:cubicBezTo>
                      <a:cubicBezTo>
                        <a:pt x="43" y="332"/>
                        <a:pt x="51" y="329"/>
                        <a:pt x="57" y="323"/>
                      </a:cubicBezTo>
                      <a:cubicBezTo>
                        <a:pt x="108" y="278"/>
                        <a:pt x="134" y="214"/>
                        <a:pt x="128" y="148"/>
                      </a:cubicBezTo>
                      <a:cubicBezTo>
                        <a:pt x="123" y="96"/>
                        <a:pt x="99" y="47"/>
                        <a:pt x="59" y="12"/>
                      </a:cubicBezTo>
                      <a:cubicBezTo>
                        <a:pt x="46" y="0"/>
                        <a:pt x="25" y="1"/>
                        <a:pt x="13" y="14"/>
                      </a:cubicBezTo>
                      <a:cubicBezTo>
                        <a:pt x="1" y="28"/>
                        <a:pt x="2" y="48"/>
                        <a:pt x="16" y="60"/>
                      </a:cubicBezTo>
                      <a:cubicBezTo>
                        <a:pt x="43" y="85"/>
                        <a:pt x="60" y="118"/>
                        <a:pt x="63" y="154"/>
                      </a:cubicBezTo>
                      <a:cubicBezTo>
                        <a:pt x="68" y="199"/>
                        <a:pt x="50" y="243"/>
                        <a:pt x="14" y="275"/>
                      </a:cubicBezTo>
                      <a:cubicBezTo>
                        <a:pt x="1" y="287"/>
                        <a:pt x="0" y="308"/>
                        <a:pt x="12" y="321"/>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68" name="Google Shape;1668;p25"/>
                <p:cNvSpPr/>
                <p:nvPr/>
              </p:nvSpPr>
              <p:spPr>
                <a:xfrm>
                  <a:off x="952" y="657"/>
                  <a:ext cx="50" cy="143"/>
                </a:xfrm>
                <a:custGeom>
                  <a:rect b="b" l="l" r="r" t="t"/>
                  <a:pathLst>
                    <a:path extrusionOk="0" h="522" w="184">
                      <a:moveTo>
                        <a:pt x="111" y="247"/>
                      </a:moveTo>
                      <a:lnTo>
                        <a:pt x="111" y="247"/>
                      </a:lnTo>
                      <a:cubicBezTo>
                        <a:pt x="118" y="328"/>
                        <a:pt x="90" y="406"/>
                        <a:pt x="32" y="467"/>
                      </a:cubicBezTo>
                      <a:cubicBezTo>
                        <a:pt x="20" y="480"/>
                        <a:pt x="21" y="501"/>
                        <a:pt x="34" y="513"/>
                      </a:cubicBezTo>
                      <a:cubicBezTo>
                        <a:pt x="40" y="519"/>
                        <a:pt x="48" y="522"/>
                        <a:pt x="56" y="522"/>
                      </a:cubicBezTo>
                      <a:cubicBezTo>
                        <a:pt x="64" y="522"/>
                        <a:pt x="73" y="518"/>
                        <a:pt x="79" y="512"/>
                      </a:cubicBezTo>
                      <a:cubicBezTo>
                        <a:pt x="149" y="438"/>
                        <a:pt x="184" y="339"/>
                        <a:pt x="175" y="241"/>
                      </a:cubicBezTo>
                      <a:cubicBezTo>
                        <a:pt x="167" y="153"/>
                        <a:pt x="126" y="72"/>
                        <a:pt x="58" y="12"/>
                      </a:cubicBezTo>
                      <a:cubicBezTo>
                        <a:pt x="44" y="0"/>
                        <a:pt x="24" y="2"/>
                        <a:pt x="12" y="15"/>
                      </a:cubicBezTo>
                      <a:cubicBezTo>
                        <a:pt x="0" y="28"/>
                        <a:pt x="2" y="49"/>
                        <a:pt x="15" y="61"/>
                      </a:cubicBezTo>
                      <a:cubicBezTo>
                        <a:pt x="70" y="109"/>
                        <a:pt x="105" y="175"/>
                        <a:pt x="111" y="247"/>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69" name="Google Shape;1669;p25"/>
                <p:cNvSpPr/>
                <p:nvPr/>
              </p:nvSpPr>
              <p:spPr>
                <a:xfrm>
                  <a:off x="991" y="627"/>
                  <a:ext cx="64" cy="195"/>
                </a:xfrm>
                <a:custGeom>
                  <a:rect b="b" l="l" r="r" t="t"/>
                  <a:pathLst>
                    <a:path extrusionOk="0" h="713" w="234">
                      <a:moveTo>
                        <a:pt x="157" y="338"/>
                      </a:moveTo>
                      <a:lnTo>
                        <a:pt x="157" y="338"/>
                      </a:lnTo>
                      <a:cubicBezTo>
                        <a:pt x="168" y="455"/>
                        <a:pt x="130" y="569"/>
                        <a:pt x="49" y="659"/>
                      </a:cubicBezTo>
                      <a:cubicBezTo>
                        <a:pt x="37" y="672"/>
                        <a:pt x="39" y="693"/>
                        <a:pt x="52" y="705"/>
                      </a:cubicBezTo>
                      <a:cubicBezTo>
                        <a:pt x="58" y="710"/>
                        <a:pt x="66" y="713"/>
                        <a:pt x="73" y="713"/>
                      </a:cubicBezTo>
                      <a:cubicBezTo>
                        <a:pt x="82" y="713"/>
                        <a:pt x="91" y="709"/>
                        <a:pt x="98" y="702"/>
                      </a:cubicBezTo>
                      <a:cubicBezTo>
                        <a:pt x="190" y="598"/>
                        <a:pt x="234" y="467"/>
                        <a:pt x="222" y="332"/>
                      </a:cubicBezTo>
                      <a:cubicBezTo>
                        <a:pt x="211" y="209"/>
                        <a:pt x="152" y="95"/>
                        <a:pt x="57" y="11"/>
                      </a:cubicBezTo>
                      <a:cubicBezTo>
                        <a:pt x="44" y="0"/>
                        <a:pt x="24" y="2"/>
                        <a:pt x="12" y="14"/>
                      </a:cubicBezTo>
                      <a:cubicBezTo>
                        <a:pt x="0" y="27"/>
                        <a:pt x="1" y="48"/>
                        <a:pt x="14" y="60"/>
                      </a:cubicBezTo>
                      <a:cubicBezTo>
                        <a:pt x="97" y="133"/>
                        <a:pt x="148" y="232"/>
                        <a:pt x="157" y="338"/>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sp>
              <p:nvSpPr>
                <p:cNvPr id="1670" name="Google Shape;1670;p25"/>
                <p:cNvSpPr/>
                <p:nvPr/>
              </p:nvSpPr>
              <p:spPr>
                <a:xfrm>
                  <a:off x="725" y="729"/>
                  <a:ext cx="284" cy="318"/>
                </a:xfrm>
                <a:custGeom>
                  <a:rect b="b" l="l" r="r" t="t"/>
                  <a:pathLst>
                    <a:path extrusionOk="0" h="1163" w="1038">
                      <a:moveTo>
                        <a:pt x="486" y="560"/>
                      </a:moveTo>
                      <a:lnTo>
                        <a:pt x="486" y="560"/>
                      </a:lnTo>
                      <a:lnTo>
                        <a:pt x="406" y="505"/>
                      </a:lnTo>
                      <a:cubicBezTo>
                        <a:pt x="402" y="502"/>
                        <a:pt x="397" y="500"/>
                        <a:pt x="393" y="499"/>
                      </a:cubicBezTo>
                      <a:lnTo>
                        <a:pt x="486" y="365"/>
                      </a:lnTo>
                      <a:lnTo>
                        <a:pt x="486" y="560"/>
                      </a:lnTo>
                      <a:close/>
                      <a:moveTo>
                        <a:pt x="646" y="500"/>
                      </a:moveTo>
                      <a:lnTo>
                        <a:pt x="646" y="500"/>
                      </a:lnTo>
                      <a:cubicBezTo>
                        <a:pt x="642" y="500"/>
                        <a:pt x="637" y="502"/>
                        <a:pt x="633" y="505"/>
                      </a:cubicBezTo>
                      <a:lnTo>
                        <a:pt x="553" y="560"/>
                      </a:lnTo>
                      <a:lnTo>
                        <a:pt x="553" y="364"/>
                      </a:lnTo>
                      <a:lnTo>
                        <a:pt x="646" y="500"/>
                      </a:lnTo>
                      <a:close/>
                      <a:moveTo>
                        <a:pt x="486" y="688"/>
                      </a:moveTo>
                      <a:lnTo>
                        <a:pt x="486" y="688"/>
                      </a:lnTo>
                      <a:lnTo>
                        <a:pt x="486" y="1083"/>
                      </a:lnTo>
                      <a:lnTo>
                        <a:pt x="106" y="951"/>
                      </a:lnTo>
                      <a:lnTo>
                        <a:pt x="486" y="688"/>
                      </a:lnTo>
                      <a:close/>
                      <a:moveTo>
                        <a:pt x="681" y="549"/>
                      </a:moveTo>
                      <a:lnTo>
                        <a:pt x="681" y="549"/>
                      </a:lnTo>
                      <a:lnTo>
                        <a:pt x="873" y="829"/>
                      </a:lnTo>
                      <a:lnTo>
                        <a:pt x="578" y="624"/>
                      </a:lnTo>
                      <a:lnTo>
                        <a:pt x="671" y="560"/>
                      </a:lnTo>
                      <a:cubicBezTo>
                        <a:pt x="675" y="557"/>
                        <a:pt x="678" y="553"/>
                        <a:pt x="681" y="549"/>
                      </a:cubicBezTo>
                      <a:close/>
                      <a:moveTo>
                        <a:pt x="368" y="560"/>
                      </a:moveTo>
                      <a:lnTo>
                        <a:pt x="368" y="560"/>
                      </a:lnTo>
                      <a:lnTo>
                        <a:pt x="461" y="624"/>
                      </a:lnTo>
                      <a:lnTo>
                        <a:pt x="165" y="829"/>
                      </a:lnTo>
                      <a:lnTo>
                        <a:pt x="358" y="549"/>
                      </a:lnTo>
                      <a:cubicBezTo>
                        <a:pt x="361" y="553"/>
                        <a:pt x="364" y="557"/>
                        <a:pt x="368" y="560"/>
                      </a:cubicBezTo>
                      <a:close/>
                      <a:moveTo>
                        <a:pt x="379" y="403"/>
                      </a:moveTo>
                      <a:lnTo>
                        <a:pt x="379" y="403"/>
                      </a:lnTo>
                      <a:lnTo>
                        <a:pt x="6" y="942"/>
                      </a:lnTo>
                      <a:cubicBezTo>
                        <a:pt x="6" y="942"/>
                        <a:pt x="6" y="942"/>
                        <a:pt x="5" y="942"/>
                      </a:cubicBezTo>
                      <a:cubicBezTo>
                        <a:pt x="4" y="944"/>
                        <a:pt x="3" y="946"/>
                        <a:pt x="2" y="949"/>
                      </a:cubicBezTo>
                      <a:cubicBezTo>
                        <a:pt x="2" y="949"/>
                        <a:pt x="2" y="949"/>
                        <a:pt x="2" y="949"/>
                      </a:cubicBezTo>
                      <a:cubicBezTo>
                        <a:pt x="1" y="951"/>
                        <a:pt x="1" y="953"/>
                        <a:pt x="0" y="956"/>
                      </a:cubicBezTo>
                      <a:cubicBezTo>
                        <a:pt x="0" y="956"/>
                        <a:pt x="0" y="957"/>
                        <a:pt x="0" y="958"/>
                      </a:cubicBezTo>
                      <a:cubicBezTo>
                        <a:pt x="0" y="959"/>
                        <a:pt x="0" y="961"/>
                        <a:pt x="0" y="963"/>
                      </a:cubicBezTo>
                      <a:cubicBezTo>
                        <a:pt x="0" y="963"/>
                        <a:pt x="0" y="964"/>
                        <a:pt x="0" y="965"/>
                      </a:cubicBezTo>
                      <a:cubicBezTo>
                        <a:pt x="0" y="967"/>
                        <a:pt x="1" y="968"/>
                        <a:pt x="1" y="970"/>
                      </a:cubicBezTo>
                      <a:cubicBezTo>
                        <a:pt x="1" y="970"/>
                        <a:pt x="1" y="971"/>
                        <a:pt x="1" y="971"/>
                      </a:cubicBezTo>
                      <a:cubicBezTo>
                        <a:pt x="2" y="972"/>
                        <a:pt x="2" y="972"/>
                        <a:pt x="2" y="972"/>
                      </a:cubicBezTo>
                      <a:cubicBezTo>
                        <a:pt x="3" y="974"/>
                        <a:pt x="3" y="975"/>
                        <a:pt x="4" y="976"/>
                      </a:cubicBezTo>
                      <a:cubicBezTo>
                        <a:pt x="4" y="977"/>
                        <a:pt x="5" y="978"/>
                        <a:pt x="5" y="979"/>
                      </a:cubicBezTo>
                      <a:cubicBezTo>
                        <a:pt x="5" y="979"/>
                        <a:pt x="6" y="980"/>
                        <a:pt x="6" y="980"/>
                      </a:cubicBezTo>
                      <a:cubicBezTo>
                        <a:pt x="6" y="980"/>
                        <a:pt x="7" y="981"/>
                        <a:pt x="7" y="982"/>
                      </a:cubicBezTo>
                      <a:cubicBezTo>
                        <a:pt x="8" y="983"/>
                        <a:pt x="9" y="984"/>
                        <a:pt x="10" y="985"/>
                      </a:cubicBezTo>
                      <a:cubicBezTo>
                        <a:pt x="11" y="986"/>
                        <a:pt x="12" y="987"/>
                        <a:pt x="13" y="987"/>
                      </a:cubicBezTo>
                      <a:cubicBezTo>
                        <a:pt x="14" y="988"/>
                        <a:pt x="15" y="989"/>
                        <a:pt x="17" y="990"/>
                      </a:cubicBezTo>
                      <a:cubicBezTo>
                        <a:pt x="18" y="990"/>
                        <a:pt x="19" y="991"/>
                        <a:pt x="20" y="991"/>
                      </a:cubicBezTo>
                      <a:cubicBezTo>
                        <a:pt x="21" y="992"/>
                        <a:pt x="21" y="992"/>
                        <a:pt x="22" y="992"/>
                      </a:cubicBezTo>
                      <a:lnTo>
                        <a:pt x="508" y="1162"/>
                      </a:lnTo>
                      <a:cubicBezTo>
                        <a:pt x="509" y="1162"/>
                        <a:pt x="509" y="1162"/>
                        <a:pt x="509" y="1162"/>
                      </a:cubicBezTo>
                      <a:cubicBezTo>
                        <a:pt x="510" y="1162"/>
                        <a:pt x="511" y="1162"/>
                        <a:pt x="513" y="1163"/>
                      </a:cubicBezTo>
                      <a:cubicBezTo>
                        <a:pt x="513" y="1163"/>
                        <a:pt x="514" y="1163"/>
                        <a:pt x="514" y="1163"/>
                      </a:cubicBezTo>
                      <a:cubicBezTo>
                        <a:pt x="516" y="1163"/>
                        <a:pt x="518" y="1163"/>
                        <a:pt x="519" y="1163"/>
                      </a:cubicBezTo>
                      <a:cubicBezTo>
                        <a:pt x="521" y="1163"/>
                        <a:pt x="523" y="1163"/>
                        <a:pt x="525" y="1163"/>
                      </a:cubicBezTo>
                      <a:cubicBezTo>
                        <a:pt x="525" y="1163"/>
                        <a:pt x="526" y="1163"/>
                        <a:pt x="526" y="1163"/>
                      </a:cubicBezTo>
                      <a:cubicBezTo>
                        <a:pt x="527" y="1162"/>
                        <a:pt x="529" y="1162"/>
                        <a:pt x="530" y="1162"/>
                      </a:cubicBezTo>
                      <a:cubicBezTo>
                        <a:pt x="530" y="1162"/>
                        <a:pt x="530" y="1162"/>
                        <a:pt x="530" y="1162"/>
                      </a:cubicBezTo>
                      <a:lnTo>
                        <a:pt x="623" y="1129"/>
                      </a:lnTo>
                      <a:cubicBezTo>
                        <a:pt x="636" y="1145"/>
                        <a:pt x="655" y="1155"/>
                        <a:pt x="677" y="1155"/>
                      </a:cubicBezTo>
                      <a:cubicBezTo>
                        <a:pt x="715" y="1155"/>
                        <a:pt x="746" y="1123"/>
                        <a:pt x="746" y="1085"/>
                      </a:cubicBezTo>
                      <a:cubicBezTo>
                        <a:pt x="746" y="1047"/>
                        <a:pt x="715" y="1016"/>
                        <a:pt x="677" y="1016"/>
                      </a:cubicBezTo>
                      <a:cubicBezTo>
                        <a:pt x="646" y="1016"/>
                        <a:pt x="621" y="1036"/>
                        <a:pt x="611" y="1063"/>
                      </a:cubicBezTo>
                      <a:lnTo>
                        <a:pt x="553" y="1083"/>
                      </a:lnTo>
                      <a:lnTo>
                        <a:pt x="553" y="688"/>
                      </a:lnTo>
                      <a:lnTo>
                        <a:pt x="932" y="951"/>
                      </a:lnTo>
                      <a:lnTo>
                        <a:pt x="888" y="966"/>
                      </a:lnTo>
                      <a:cubicBezTo>
                        <a:pt x="877" y="956"/>
                        <a:pt x="862" y="950"/>
                        <a:pt x="845" y="950"/>
                      </a:cubicBezTo>
                      <a:cubicBezTo>
                        <a:pt x="807" y="950"/>
                        <a:pt x="776" y="982"/>
                        <a:pt x="776" y="1020"/>
                      </a:cubicBezTo>
                      <a:cubicBezTo>
                        <a:pt x="776" y="1058"/>
                        <a:pt x="807" y="1089"/>
                        <a:pt x="845" y="1089"/>
                      </a:cubicBezTo>
                      <a:cubicBezTo>
                        <a:pt x="881" y="1089"/>
                        <a:pt x="910" y="1062"/>
                        <a:pt x="914" y="1027"/>
                      </a:cubicBezTo>
                      <a:lnTo>
                        <a:pt x="1015" y="992"/>
                      </a:lnTo>
                      <a:cubicBezTo>
                        <a:pt x="1016" y="992"/>
                        <a:pt x="1017" y="992"/>
                        <a:pt x="1018" y="991"/>
                      </a:cubicBezTo>
                      <a:cubicBezTo>
                        <a:pt x="1019" y="991"/>
                        <a:pt x="1020" y="990"/>
                        <a:pt x="1021" y="990"/>
                      </a:cubicBezTo>
                      <a:cubicBezTo>
                        <a:pt x="1022" y="989"/>
                        <a:pt x="1023" y="988"/>
                        <a:pt x="1024" y="987"/>
                      </a:cubicBezTo>
                      <a:cubicBezTo>
                        <a:pt x="1025" y="987"/>
                        <a:pt x="1026" y="986"/>
                        <a:pt x="1027" y="985"/>
                      </a:cubicBezTo>
                      <a:cubicBezTo>
                        <a:pt x="1028" y="984"/>
                        <a:pt x="1029" y="983"/>
                        <a:pt x="1030" y="982"/>
                      </a:cubicBezTo>
                      <a:cubicBezTo>
                        <a:pt x="1031" y="981"/>
                        <a:pt x="1031" y="981"/>
                        <a:pt x="1032" y="980"/>
                      </a:cubicBezTo>
                      <a:cubicBezTo>
                        <a:pt x="1032" y="980"/>
                        <a:pt x="1032" y="979"/>
                        <a:pt x="1032" y="979"/>
                      </a:cubicBezTo>
                      <a:cubicBezTo>
                        <a:pt x="1033" y="978"/>
                        <a:pt x="1033" y="977"/>
                        <a:pt x="1034" y="976"/>
                      </a:cubicBezTo>
                      <a:cubicBezTo>
                        <a:pt x="1035" y="975"/>
                        <a:pt x="1035" y="974"/>
                        <a:pt x="1036" y="972"/>
                      </a:cubicBezTo>
                      <a:cubicBezTo>
                        <a:pt x="1036" y="972"/>
                        <a:pt x="1036" y="972"/>
                        <a:pt x="1036" y="971"/>
                      </a:cubicBezTo>
                      <a:cubicBezTo>
                        <a:pt x="1036" y="971"/>
                        <a:pt x="1036" y="970"/>
                        <a:pt x="1036" y="970"/>
                      </a:cubicBezTo>
                      <a:cubicBezTo>
                        <a:pt x="1037" y="968"/>
                        <a:pt x="1037" y="967"/>
                        <a:pt x="1037" y="965"/>
                      </a:cubicBezTo>
                      <a:cubicBezTo>
                        <a:pt x="1038" y="964"/>
                        <a:pt x="1038" y="963"/>
                        <a:pt x="1038" y="963"/>
                      </a:cubicBezTo>
                      <a:cubicBezTo>
                        <a:pt x="1038" y="961"/>
                        <a:pt x="1038" y="959"/>
                        <a:pt x="1038" y="958"/>
                      </a:cubicBezTo>
                      <a:cubicBezTo>
                        <a:pt x="1038" y="957"/>
                        <a:pt x="1038" y="956"/>
                        <a:pt x="1037" y="956"/>
                      </a:cubicBezTo>
                      <a:cubicBezTo>
                        <a:pt x="1037" y="951"/>
                        <a:pt x="1035" y="946"/>
                        <a:pt x="1032" y="942"/>
                      </a:cubicBezTo>
                      <a:cubicBezTo>
                        <a:pt x="1032" y="942"/>
                        <a:pt x="1032" y="942"/>
                        <a:pt x="1032" y="942"/>
                      </a:cubicBezTo>
                      <a:lnTo>
                        <a:pt x="663" y="406"/>
                      </a:lnTo>
                      <a:cubicBezTo>
                        <a:pt x="689" y="417"/>
                        <a:pt x="721" y="416"/>
                        <a:pt x="748" y="399"/>
                      </a:cubicBezTo>
                      <a:lnTo>
                        <a:pt x="650" y="244"/>
                      </a:lnTo>
                      <a:cubicBezTo>
                        <a:pt x="621" y="262"/>
                        <a:pt x="606" y="294"/>
                        <a:pt x="607" y="325"/>
                      </a:cubicBezTo>
                      <a:lnTo>
                        <a:pt x="553" y="246"/>
                      </a:lnTo>
                      <a:lnTo>
                        <a:pt x="553" y="34"/>
                      </a:lnTo>
                      <a:cubicBezTo>
                        <a:pt x="553" y="15"/>
                        <a:pt x="538" y="0"/>
                        <a:pt x="519" y="0"/>
                      </a:cubicBezTo>
                      <a:cubicBezTo>
                        <a:pt x="501" y="0"/>
                        <a:pt x="486" y="15"/>
                        <a:pt x="486" y="34"/>
                      </a:cubicBezTo>
                      <a:lnTo>
                        <a:pt x="486" y="248"/>
                      </a:lnTo>
                      <a:lnTo>
                        <a:pt x="428" y="332"/>
                      </a:lnTo>
                      <a:cubicBezTo>
                        <a:pt x="432" y="298"/>
                        <a:pt x="416" y="263"/>
                        <a:pt x="386" y="244"/>
                      </a:cubicBezTo>
                      <a:lnTo>
                        <a:pt x="288" y="399"/>
                      </a:lnTo>
                      <a:cubicBezTo>
                        <a:pt x="316" y="417"/>
                        <a:pt x="351" y="417"/>
                        <a:pt x="379" y="403"/>
                      </a:cubicBezTo>
                      <a:close/>
                    </a:path>
                  </a:pathLst>
                </a:custGeom>
                <a:solidFill>
                  <a:srgbClr val="3C3C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1600">
                    <a:solidFill>
                      <a:srgbClr val="3C3C3B"/>
                    </a:solidFill>
                    <a:latin typeface="Arial"/>
                    <a:ea typeface="Arial"/>
                    <a:cs typeface="Arial"/>
                    <a:sym typeface="Arial"/>
                  </a:endParaRPr>
                </a:p>
              </p:txBody>
            </p:sp>
          </p:grpSp>
          <p:sp>
            <p:nvSpPr>
              <p:cNvPr id="1671" name="Google Shape;1671;p25"/>
              <p:cNvSpPr txBox="1"/>
              <p:nvPr/>
            </p:nvSpPr>
            <p:spPr>
              <a:xfrm>
                <a:off x="6308225" y="2018651"/>
                <a:ext cx="715656" cy="2717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1D1D1A"/>
                    </a:solidFill>
                    <a:latin typeface="Arial"/>
                    <a:ea typeface="Arial"/>
                    <a:cs typeface="Arial"/>
                    <a:sym typeface="Arial"/>
                  </a:rPr>
                  <a:t>5G</a:t>
                </a:r>
                <a:endParaRPr b="1" sz="1100">
                  <a:solidFill>
                    <a:srgbClr val="1D1D1A"/>
                  </a:solidFill>
                  <a:latin typeface="Arial"/>
                  <a:ea typeface="Arial"/>
                  <a:cs typeface="Arial"/>
                  <a:sym typeface="Arial"/>
                </a:endParaRPr>
              </a:p>
            </p:txBody>
          </p:sp>
        </p:grpSp>
      </p:grpSp>
      <p:grpSp>
        <p:nvGrpSpPr>
          <p:cNvPr id="1672" name="Google Shape;1672;p25"/>
          <p:cNvGrpSpPr/>
          <p:nvPr/>
        </p:nvGrpSpPr>
        <p:grpSpPr>
          <a:xfrm>
            <a:off x="8921344" y="2000633"/>
            <a:ext cx="2381444" cy="903498"/>
            <a:chOff x="9224617" y="1907778"/>
            <a:chExt cx="1941062" cy="510735"/>
          </a:xfrm>
        </p:grpSpPr>
        <p:sp>
          <p:nvSpPr>
            <p:cNvPr id="1673" name="Google Shape;1673;p25"/>
            <p:cNvSpPr/>
            <p:nvPr/>
          </p:nvSpPr>
          <p:spPr>
            <a:xfrm>
              <a:off x="9268662" y="2203430"/>
              <a:ext cx="253861" cy="163161"/>
            </a:xfrm>
            <a:prstGeom prst="rect">
              <a:avLst/>
            </a:prstGeom>
            <a:solidFill>
              <a:srgbClr val="A3A3A3"/>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900">
                  <a:solidFill>
                    <a:schemeClr val="dk2"/>
                  </a:solidFill>
                  <a:latin typeface="Arial"/>
                  <a:ea typeface="Arial"/>
                  <a:cs typeface="Arial"/>
                  <a:sym typeface="Arial"/>
                </a:rPr>
                <a:t>2M</a:t>
              </a:r>
              <a:endParaRPr sz="900">
                <a:solidFill>
                  <a:schemeClr val="dk2"/>
                </a:solidFill>
                <a:latin typeface="Arial"/>
                <a:ea typeface="Arial"/>
                <a:cs typeface="Arial"/>
                <a:sym typeface="Arial"/>
              </a:endParaRPr>
            </a:p>
          </p:txBody>
        </p:sp>
        <p:sp>
          <p:nvSpPr>
            <p:cNvPr id="1674" name="Google Shape;1674;p25"/>
            <p:cNvSpPr/>
            <p:nvPr/>
          </p:nvSpPr>
          <p:spPr>
            <a:xfrm>
              <a:off x="9268662" y="1956153"/>
              <a:ext cx="1502543" cy="163161"/>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dk2"/>
                </a:solidFill>
                <a:latin typeface="Arial"/>
                <a:ea typeface="Arial"/>
                <a:cs typeface="Arial"/>
                <a:sym typeface="Arial"/>
              </a:endParaRPr>
            </a:p>
          </p:txBody>
        </p:sp>
        <p:sp>
          <p:nvSpPr>
            <p:cNvPr id="1675" name="Google Shape;1675;p25"/>
            <p:cNvSpPr/>
            <p:nvPr/>
          </p:nvSpPr>
          <p:spPr>
            <a:xfrm>
              <a:off x="9224617" y="1943694"/>
              <a:ext cx="1624674" cy="182681"/>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2"/>
                  </a:solidFill>
                  <a:latin typeface="Arial"/>
                  <a:ea typeface="Arial"/>
                  <a:cs typeface="Arial"/>
                  <a:sym typeface="Arial"/>
                </a:rPr>
                <a:t>DL：900M，UL：230M</a:t>
              </a:r>
              <a:endParaRPr b="1" sz="800">
                <a:solidFill>
                  <a:schemeClr val="dk2"/>
                </a:solidFill>
                <a:latin typeface="Arial"/>
                <a:ea typeface="Arial"/>
                <a:cs typeface="Arial"/>
                <a:sym typeface="Arial"/>
              </a:endParaRPr>
            </a:p>
          </p:txBody>
        </p:sp>
        <p:sp>
          <p:nvSpPr>
            <p:cNvPr id="1676" name="Google Shape;1676;p25"/>
            <p:cNvSpPr/>
            <p:nvPr/>
          </p:nvSpPr>
          <p:spPr>
            <a:xfrm>
              <a:off x="10586544" y="1907778"/>
              <a:ext cx="579135" cy="29463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5G</a:t>
              </a:r>
              <a:endParaRPr b="1" sz="800">
                <a:solidFill>
                  <a:schemeClr val="dk1"/>
                </a:solidFill>
                <a:latin typeface="Arial"/>
                <a:ea typeface="Arial"/>
                <a:cs typeface="Arial"/>
                <a:sym typeface="Arial"/>
              </a:endParaRPr>
            </a:p>
          </p:txBody>
        </p:sp>
        <p:sp>
          <p:nvSpPr>
            <p:cNvPr id="1677" name="Google Shape;1677;p25"/>
            <p:cNvSpPr/>
            <p:nvPr/>
          </p:nvSpPr>
          <p:spPr>
            <a:xfrm>
              <a:off x="9224617" y="2122791"/>
              <a:ext cx="900838" cy="29572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专线</a:t>
              </a:r>
              <a:endParaRPr b="1" sz="800">
                <a:solidFill>
                  <a:schemeClr val="dk1"/>
                </a:solidFill>
                <a:latin typeface="Arial"/>
                <a:ea typeface="Arial"/>
                <a:cs typeface="Arial"/>
                <a:sym typeface="Arial"/>
              </a:endParaRPr>
            </a:p>
          </p:txBody>
        </p:sp>
      </p:grpSp>
      <p:sp>
        <p:nvSpPr>
          <p:cNvPr id="1678" name="Google Shape;1678;p25"/>
          <p:cNvSpPr/>
          <p:nvPr/>
        </p:nvSpPr>
        <p:spPr>
          <a:xfrm>
            <a:off x="8343672" y="3062943"/>
            <a:ext cx="2454661" cy="26908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sz="1600">
              <a:solidFill>
                <a:srgbClr val="C7000B"/>
              </a:solidFill>
              <a:latin typeface="Arial"/>
              <a:ea typeface="Arial"/>
              <a:cs typeface="Arial"/>
              <a:sym typeface="Arial"/>
            </a:endParaRPr>
          </a:p>
        </p:txBody>
      </p:sp>
      <p:grpSp>
        <p:nvGrpSpPr>
          <p:cNvPr id="1679" name="Google Shape;1679;p25"/>
          <p:cNvGrpSpPr/>
          <p:nvPr/>
        </p:nvGrpSpPr>
        <p:grpSpPr>
          <a:xfrm>
            <a:off x="8928187" y="3567407"/>
            <a:ext cx="2395306" cy="888500"/>
            <a:chOff x="9224617" y="1890417"/>
            <a:chExt cx="1952361" cy="502258"/>
          </a:xfrm>
        </p:grpSpPr>
        <p:sp>
          <p:nvSpPr>
            <p:cNvPr id="1680" name="Google Shape;1680;p25"/>
            <p:cNvSpPr/>
            <p:nvPr/>
          </p:nvSpPr>
          <p:spPr>
            <a:xfrm>
              <a:off x="9268662" y="2203430"/>
              <a:ext cx="1307070" cy="163161"/>
            </a:xfrm>
            <a:prstGeom prst="rect">
              <a:avLst/>
            </a:prstGeom>
            <a:solidFill>
              <a:srgbClr val="A3A3A3"/>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lang="en-US" sz="900">
                  <a:solidFill>
                    <a:schemeClr val="dk2"/>
                  </a:solidFill>
                  <a:latin typeface="Arial"/>
                  <a:ea typeface="Arial"/>
                  <a:cs typeface="Arial"/>
                  <a:sym typeface="Arial"/>
                </a:rPr>
                <a:t>30天</a:t>
              </a:r>
              <a:endParaRPr/>
            </a:p>
          </p:txBody>
        </p:sp>
        <p:sp>
          <p:nvSpPr>
            <p:cNvPr id="1681" name="Google Shape;1681;p25"/>
            <p:cNvSpPr/>
            <p:nvPr/>
          </p:nvSpPr>
          <p:spPr>
            <a:xfrm>
              <a:off x="9268662" y="1956153"/>
              <a:ext cx="324000" cy="163161"/>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dk2"/>
                </a:solidFill>
                <a:latin typeface="Arial"/>
                <a:ea typeface="Arial"/>
                <a:cs typeface="Arial"/>
                <a:sym typeface="Arial"/>
              </a:endParaRPr>
            </a:p>
          </p:txBody>
        </p:sp>
        <p:sp>
          <p:nvSpPr>
            <p:cNvPr id="1682" name="Google Shape;1682;p25"/>
            <p:cNvSpPr/>
            <p:nvPr/>
          </p:nvSpPr>
          <p:spPr>
            <a:xfrm>
              <a:off x="9224617" y="1929630"/>
              <a:ext cx="390021" cy="210806"/>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800">
                  <a:solidFill>
                    <a:schemeClr val="dk2"/>
                  </a:solidFill>
                  <a:latin typeface="Arial"/>
                  <a:ea typeface="Arial"/>
                  <a:cs typeface="Arial"/>
                  <a:sym typeface="Arial"/>
                </a:rPr>
                <a:t>1天</a:t>
              </a:r>
              <a:endParaRPr b="1" sz="800">
                <a:solidFill>
                  <a:schemeClr val="dk2"/>
                </a:solidFill>
                <a:latin typeface="Arial"/>
                <a:ea typeface="Arial"/>
                <a:cs typeface="Arial"/>
                <a:sym typeface="Arial"/>
              </a:endParaRPr>
            </a:p>
          </p:txBody>
        </p:sp>
        <p:sp>
          <p:nvSpPr>
            <p:cNvPr id="1683" name="Google Shape;1683;p25"/>
            <p:cNvSpPr/>
            <p:nvPr/>
          </p:nvSpPr>
          <p:spPr>
            <a:xfrm>
              <a:off x="9442948" y="1890417"/>
              <a:ext cx="579135" cy="29463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5G</a:t>
              </a:r>
              <a:endParaRPr b="1" sz="800">
                <a:solidFill>
                  <a:schemeClr val="dk1"/>
                </a:solidFill>
                <a:latin typeface="Arial"/>
                <a:ea typeface="Arial"/>
                <a:cs typeface="Arial"/>
                <a:sym typeface="Arial"/>
              </a:endParaRPr>
            </a:p>
          </p:txBody>
        </p:sp>
        <p:sp>
          <p:nvSpPr>
            <p:cNvPr id="1684" name="Google Shape;1684;p25"/>
            <p:cNvSpPr/>
            <p:nvPr/>
          </p:nvSpPr>
          <p:spPr>
            <a:xfrm>
              <a:off x="10276140" y="2167620"/>
              <a:ext cx="900838" cy="225055"/>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专线</a:t>
              </a:r>
              <a:endParaRPr b="1" sz="800">
                <a:solidFill>
                  <a:schemeClr val="dk1"/>
                </a:solidFill>
                <a:latin typeface="Arial"/>
                <a:ea typeface="Arial"/>
                <a:cs typeface="Arial"/>
                <a:sym typeface="Arial"/>
              </a:endParaRPr>
            </a:p>
          </p:txBody>
        </p:sp>
      </p:grpSp>
      <p:sp>
        <p:nvSpPr>
          <p:cNvPr id="1685" name="Google Shape;1685;p25"/>
          <p:cNvSpPr/>
          <p:nvPr/>
        </p:nvSpPr>
        <p:spPr>
          <a:xfrm>
            <a:off x="8343672" y="4670505"/>
            <a:ext cx="2454661" cy="26908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sz="1600">
              <a:solidFill>
                <a:srgbClr val="C7000B"/>
              </a:solidFill>
              <a:latin typeface="Arial"/>
              <a:ea typeface="Arial"/>
              <a:cs typeface="Arial"/>
              <a:sym typeface="Arial"/>
            </a:endParaRPr>
          </a:p>
        </p:txBody>
      </p:sp>
      <p:sp>
        <p:nvSpPr>
          <p:cNvPr id="1686" name="Google Shape;1686;p25"/>
          <p:cNvSpPr/>
          <p:nvPr/>
        </p:nvSpPr>
        <p:spPr>
          <a:xfrm>
            <a:off x="7390022" y="4820058"/>
            <a:ext cx="3170719" cy="165081"/>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rPr b="1" lang="en-US" sz="1100">
                <a:solidFill>
                  <a:srgbClr val="C7000B"/>
                </a:solidFill>
                <a:latin typeface="Arial"/>
                <a:ea typeface="Arial"/>
                <a:cs typeface="Arial"/>
                <a:sym typeface="Arial"/>
              </a:rPr>
              <a:t>最优体验：</a:t>
            </a:r>
            <a:r>
              <a:rPr b="1" lang="en-US" sz="1100">
                <a:solidFill>
                  <a:schemeClr val="dk1"/>
                </a:solidFill>
                <a:latin typeface="Arial"/>
                <a:ea typeface="Arial"/>
                <a:cs typeface="Arial"/>
                <a:sym typeface="Arial"/>
              </a:rPr>
              <a:t>SD-WAN使能应用级智能选路</a:t>
            </a:r>
            <a:endParaRPr sz="1100">
              <a:solidFill>
                <a:schemeClr val="dk1"/>
              </a:solidFill>
              <a:latin typeface="Arial"/>
              <a:ea typeface="Arial"/>
              <a:cs typeface="Arial"/>
              <a:sym typeface="Arial"/>
            </a:endParaRPr>
          </a:p>
        </p:txBody>
      </p:sp>
      <p:grpSp>
        <p:nvGrpSpPr>
          <p:cNvPr id="1687" name="Google Shape;1687;p25"/>
          <p:cNvGrpSpPr/>
          <p:nvPr/>
        </p:nvGrpSpPr>
        <p:grpSpPr>
          <a:xfrm>
            <a:off x="7851472" y="3672264"/>
            <a:ext cx="759624" cy="733502"/>
            <a:chOff x="8070805" y="3301553"/>
            <a:chExt cx="561070" cy="733502"/>
          </a:xfrm>
        </p:grpSpPr>
        <p:sp>
          <p:nvSpPr>
            <p:cNvPr id="1688" name="Google Shape;1688;p25"/>
            <p:cNvSpPr/>
            <p:nvPr/>
          </p:nvSpPr>
          <p:spPr>
            <a:xfrm>
              <a:off x="8070805" y="3301553"/>
              <a:ext cx="561070" cy="733502"/>
            </a:xfrm>
            <a:prstGeom prst="ellipse">
              <a:avLst/>
            </a:prstGeom>
            <a:solidFill>
              <a:schemeClr val="dk2"/>
            </a:solidFill>
            <a:ln cap="flat" cmpd="sng" w="9525">
              <a:solidFill>
                <a:srgbClr val="0000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50">
                <a:solidFill>
                  <a:srgbClr val="000000"/>
                </a:solidFill>
                <a:latin typeface="Arial"/>
                <a:ea typeface="Arial"/>
                <a:cs typeface="Arial"/>
                <a:sym typeface="Arial"/>
              </a:endParaRPr>
            </a:p>
          </p:txBody>
        </p:sp>
        <p:sp>
          <p:nvSpPr>
            <p:cNvPr id="1689" name="Google Shape;1689;p25"/>
            <p:cNvSpPr/>
            <p:nvPr/>
          </p:nvSpPr>
          <p:spPr>
            <a:xfrm>
              <a:off x="8208231" y="3497131"/>
              <a:ext cx="302205" cy="391865"/>
            </a:xfrm>
            <a:custGeom>
              <a:rect b="b" l="l" r="r" t="t"/>
              <a:pathLst>
                <a:path extrusionOk="0" h="470" w="588">
                  <a:moveTo>
                    <a:pt x="276" y="0"/>
                  </a:moveTo>
                  <a:lnTo>
                    <a:pt x="276" y="0"/>
                  </a:lnTo>
                  <a:lnTo>
                    <a:pt x="304" y="2"/>
                  </a:lnTo>
                  <a:lnTo>
                    <a:pt x="330" y="8"/>
                  </a:lnTo>
                  <a:lnTo>
                    <a:pt x="354" y="18"/>
                  </a:lnTo>
                  <a:lnTo>
                    <a:pt x="376" y="30"/>
                  </a:lnTo>
                  <a:lnTo>
                    <a:pt x="396" y="46"/>
                  </a:lnTo>
                  <a:lnTo>
                    <a:pt x="414" y="66"/>
                  </a:lnTo>
                  <a:lnTo>
                    <a:pt x="430" y="88"/>
                  </a:lnTo>
                  <a:lnTo>
                    <a:pt x="442" y="110"/>
                  </a:lnTo>
                  <a:lnTo>
                    <a:pt x="442" y="110"/>
                  </a:lnTo>
                  <a:lnTo>
                    <a:pt x="448" y="110"/>
                  </a:lnTo>
                  <a:lnTo>
                    <a:pt x="448" y="110"/>
                  </a:lnTo>
                  <a:lnTo>
                    <a:pt x="462" y="112"/>
                  </a:lnTo>
                  <a:lnTo>
                    <a:pt x="476" y="114"/>
                  </a:lnTo>
                  <a:lnTo>
                    <a:pt x="490" y="116"/>
                  </a:lnTo>
                  <a:lnTo>
                    <a:pt x="502" y="122"/>
                  </a:lnTo>
                  <a:lnTo>
                    <a:pt x="514" y="128"/>
                  </a:lnTo>
                  <a:lnTo>
                    <a:pt x="526" y="134"/>
                  </a:lnTo>
                  <a:lnTo>
                    <a:pt x="536" y="142"/>
                  </a:lnTo>
                  <a:lnTo>
                    <a:pt x="546" y="152"/>
                  </a:lnTo>
                  <a:lnTo>
                    <a:pt x="556" y="162"/>
                  </a:lnTo>
                  <a:lnTo>
                    <a:pt x="564" y="172"/>
                  </a:lnTo>
                  <a:lnTo>
                    <a:pt x="570" y="184"/>
                  </a:lnTo>
                  <a:lnTo>
                    <a:pt x="576" y="196"/>
                  </a:lnTo>
                  <a:lnTo>
                    <a:pt x="582" y="208"/>
                  </a:lnTo>
                  <a:lnTo>
                    <a:pt x="584" y="222"/>
                  </a:lnTo>
                  <a:lnTo>
                    <a:pt x="586" y="236"/>
                  </a:lnTo>
                  <a:lnTo>
                    <a:pt x="588" y="250"/>
                  </a:lnTo>
                  <a:lnTo>
                    <a:pt x="588" y="250"/>
                  </a:lnTo>
                  <a:lnTo>
                    <a:pt x="586" y="270"/>
                  </a:lnTo>
                  <a:lnTo>
                    <a:pt x="582" y="290"/>
                  </a:lnTo>
                  <a:lnTo>
                    <a:pt x="576" y="308"/>
                  </a:lnTo>
                  <a:lnTo>
                    <a:pt x="566" y="324"/>
                  </a:lnTo>
                  <a:lnTo>
                    <a:pt x="554" y="340"/>
                  </a:lnTo>
                  <a:lnTo>
                    <a:pt x="542" y="354"/>
                  </a:lnTo>
                  <a:lnTo>
                    <a:pt x="526" y="366"/>
                  </a:lnTo>
                  <a:lnTo>
                    <a:pt x="510" y="376"/>
                  </a:lnTo>
                  <a:lnTo>
                    <a:pt x="510" y="376"/>
                  </a:lnTo>
                  <a:lnTo>
                    <a:pt x="516" y="354"/>
                  </a:lnTo>
                  <a:lnTo>
                    <a:pt x="518" y="332"/>
                  </a:lnTo>
                  <a:lnTo>
                    <a:pt x="518" y="318"/>
                  </a:lnTo>
                  <a:lnTo>
                    <a:pt x="492" y="314"/>
                  </a:lnTo>
                  <a:lnTo>
                    <a:pt x="486" y="286"/>
                  </a:lnTo>
                  <a:lnTo>
                    <a:pt x="508" y="272"/>
                  </a:lnTo>
                  <a:lnTo>
                    <a:pt x="502" y="258"/>
                  </a:lnTo>
                  <a:lnTo>
                    <a:pt x="502" y="258"/>
                  </a:lnTo>
                  <a:lnTo>
                    <a:pt x="490" y="238"/>
                  </a:lnTo>
                  <a:lnTo>
                    <a:pt x="474" y="218"/>
                  </a:lnTo>
                  <a:lnTo>
                    <a:pt x="464" y="208"/>
                  </a:lnTo>
                  <a:lnTo>
                    <a:pt x="444" y="224"/>
                  </a:lnTo>
                  <a:lnTo>
                    <a:pt x="418" y="208"/>
                  </a:lnTo>
                  <a:lnTo>
                    <a:pt x="426" y="182"/>
                  </a:lnTo>
                  <a:lnTo>
                    <a:pt x="412" y="178"/>
                  </a:lnTo>
                  <a:lnTo>
                    <a:pt x="412" y="178"/>
                  </a:lnTo>
                  <a:lnTo>
                    <a:pt x="388" y="170"/>
                  </a:lnTo>
                  <a:lnTo>
                    <a:pt x="362" y="168"/>
                  </a:lnTo>
                  <a:lnTo>
                    <a:pt x="348" y="168"/>
                  </a:lnTo>
                  <a:lnTo>
                    <a:pt x="346" y="194"/>
                  </a:lnTo>
                  <a:lnTo>
                    <a:pt x="316" y="200"/>
                  </a:lnTo>
                  <a:lnTo>
                    <a:pt x="302" y="178"/>
                  </a:lnTo>
                  <a:lnTo>
                    <a:pt x="290" y="184"/>
                  </a:lnTo>
                  <a:lnTo>
                    <a:pt x="290" y="184"/>
                  </a:lnTo>
                  <a:lnTo>
                    <a:pt x="268" y="196"/>
                  </a:lnTo>
                  <a:lnTo>
                    <a:pt x="248" y="212"/>
                  </a:lnTo>
                  <a:lnTo>
                    <a:pt x="238" y="222"/>
                  </a:lnTo>
                  <a:lnTo>
                    <a:pt x="254" y="242"/>
                  </a:lnTo>
                  <a:lnTo>
                    <a:pt x="238" y="268"/>
                  </a:lnTo>
                  <a:lnTo>
                    <a:pt x="212" y="260"/>
                  </a:lnTo>
                  <a:lnTo>
                    <a:pt x="208" y="274"/>
                  </a:lnTo>
                  <a:lnTo>
                    <a:pt x="208" y="274"/>
                  </a:lnTo>
                  <a:lnTo>
                    <a:pt x="202" y="298"/>
                  </a:lnTo>
                  <a:lnTo>
                    <a:pt x="198" y="322"/>
                  </a:lnTo>
                  <a:lnTo>
                    <a:pt x="198" y="338"/>
                  </a:lnTo>
                  <a:lnTo>
                    <a:pt x="224" y="340"/>
                  </a:lnTo>
                  <a:lnTo>
                    <a:pt x="230" y="370"/>
                  </a:lnTo>
                  <a:lnTo>
                    <a:pt x="208" y="382"/>
                  </a:lnTo>
                  <a:lnTo>
                    <a:pt x="212" y="390"/>
                  </a:lnTo>
                  <a:lnTo>
                    <a:pt x="116" y="390"/>
                  </a:lnTo>
                  <a:lnTo>
                    <a:pt x="116" y="390"/>
                  </a:lnTo>
                  <a:lnTo>
                    <a:pt x="104" y="390"/>
                  </a:lnTo>
                  <a:lnTo>
                    <a:pt x="94" y="388"/>
                  </a:lnTo>
                  <a:lnTo>
                    <a:pt x="72" y="380"/>
                  </a:lnTo>
                  <a:lnTo>
                    <a:pt x="52" y="370"/>
                  </a:lnTo>
                  <a:lnTo>
                    <a:pt x="34" y="356"/>
                  </a:lnTo>
                  <a:lnTo>
                    <a:pt x="20" y="338"/>
                  </a:lnTo>
                  <a:lnTo>
                    <a:pt x="10" y="318"/>
                  </a:lnTo>
                  <a:lnTo>
                    <a:pt x="4" y="296"/>
                  </a:lnTo>
                  <a:lnTo>
                    <a:pt x="2" y="286"/>
                  </a:lnTo>
                  <a:lnTo>
                    <a:pt x="0" y="274"/>
                  </a:lnTo>
                  <a:lnTo>
                    <a:pt x="0" y="274"/>
                  </a:lnTo>
                  <a:lnTo>
                    <a:pt x="2" y="252"/>
                  </a:lnTo>
                  <a:lnTo>
                    <a:pt x="8" y="232"/>
                  </a:lnTo>
                  <a:lnTo>
                    <a:pt x="16" y="214"/>
                  </a:lnTo>
                  <a:lnTo>
                    <a:pt x="28" y="198"/>
                  </a:lnTo>
                  <a:lnTo>
                    <a:pt x="42" y="184"/>
                  </a:lnTo>
                  <a:lnTo>
                    <a:pt x="60" y="172"/>
                  </a:lnTo>
                  <a:lnTo>
                    <a:pt x="78" y="164"/>
                  </a:lnTo>
                  <a:lnTo>
                    <a:pt x="98" y="158"/>
                  </a:lnTo>
                  <a:lnTo>
                    <a:pt x="98" y="158"/>
                  </a:lnTo>
                  <a:lnTo>
                    <a:pt x="100" y="142"/>
                  </a:lnTo>
                  <a:lnTo>
                    <a:pt x="104" y="126"/>
                  </a:lnTo>
                  <a:lnTo>
                    <a:pt x="110" y="110"/>
                  </a:lnTo>
                  <a:lnTo>
                    <a:pt x="116" y="96"/>
                  </a:lnTo>
                  <a:lnTo>
                    <a:pt x="124" y="82"/>
                  </a:lnTo>
                  <a:lnTo>
                    <a:pt x="134" y="70"/>
                  </a:lnTo>
                  <a:lnTo>
                    <a:pt x="144" y="56"/>
                  </a:lnTo>
                  <a:lnTo>
                    <a:pt x="156" y="46"/>
                  </a:lnTo>
                  <a:lnTo>
                    <a:pt x="168" y="36"/>
                  </a:lnTo>
                  <a:lnTo>
                    <a:pt x="182" y="26"/>
                  </a:lnTo>
                  <a:lnTo>
                    <a:pt x="196" y="18"/>
                  </a:lnTo>
                  <a:lnTo>
                    <a:pt x="210" y="12"/>
                  </a:lnTo>
                  <a:lnTo>
                    <a:pt x="226" y="6"/>
                  </a:lnTo>
                  <a:lnTo>
                    <a:pt x="242" y="2"/>
                  </a:lnTo>
                  <a:lnTo>
                    <a:pt x="258" y="0"/>
                  </a:lnTo>
                  <a:lnTo>
                    <a:pt x="276" y="0"/>
                  </a:lnTo>
                  <a:lnTo>
                    <a:pt x="276" y="0"/>
                  </a:lnTo>
                  <a:close/>
                  <a:moveTo>
                    <a:pt x="462" y="228"/>
                  </a:moveTo>
                  <a:lnTo>
                    <a:pt x="462" y="228"/>
                  </a:lnTo>
                  <a:lnTo>
                    <a:pt x="476" y="246"/>
                  </a:lnTo>
                  <a:lnTo>
                    <a:pt x="488" y="266"/>
                  </a:lnTo>
                  <a:lnTo>
                    <a:pt x="468" y="278"/>
                  </a:lnTo>
                  <a:lnTo>
                    <a:pt x="480" y="328"/>
                  </a:lnTo>
                  <a:lnTo>
                    <a:pt x="502" y="332"/>
                  </a:lnTo>
                  <a:lnTo>
                    <a:pt x="502" y="332"/>
                  </a:lnTo>
                  <a:lnTo>
                    <a:pt x="500" y="354"/>
                  </a:lnTo>
                  <a:lnTo>
                    <a:pt x="494" y="376"/>
                  </a:lnTo>
                  <a:lnTo>
                    <a:pt x="472" y="370"/>
                  </a:lnTo>
                  <a:lnTo>
                    <a:pt x="442" y="414"/>
                  </a:lnTo>
                  <a:lnTo>
                    <a:pt x="456" y="432"/>
                  </a:lnTo>
                  <a:lnTo>
                    <a:pt x="456" y="432"/>
                  </a:lnTo>
                  <a:lnTo>
                    <a:pt x="440" y="446"/>
                  </a:lnTo>
                  <a:lnTo>
                    <a:pt x="420" y="456"/>
                  </a:lnTo>
                  <a:lnTo>
                    <a:pt x="408" y="438"/>
                  </a:lnTo>
                  <a:lnTo>
                    <a:pt x="356" y="448"/>
                  </a:lnTo>
                  <a:lnTo>
                    <a:pt x="354" y="470"/>
                  </a:lnTo>
                  <a:lnTo>
                    <a:pt x="354" y="470"/>
                  </a:lnTo>
                  <a:lnTo>
                    <a:pt x="332" y="468"/>
                  </a:lnTo>
                  <a:lnTo>
                    <a:pt x="310" y="462"/>
                  </a:lnTo>
                  <a:lnTo>
                    <a:pt x="316" y="440"/>
                  </a:lnTo>
                  <a:lnTo>
                    <a:pt x="272" y="412"/>
                  </a:lnTo>
                  <a:lnTo>
                    <a:pt x="254" y="426"/>
                  </a:lnTo>
                  <a:lnTo>
                    <a:pt x="254" y="426"/>
                  </a:lnTo>
                  <a:lnTo>
                    <a:pt x="240" y="408"/>
                  </a:lnTo>
                  <a:lnTo>
                    <a:pt x="228" y="390"/>
                  </a:lnTo>
                  <a:lnTo>
                    <a:pt x="248" y="378"/>
                  </a:lnTo>
                  <a:lnTo>
                    <a:pt x="238" y="326"/>
                  </a:lnTo>
                  <a:lnTo>
                    <a:pt x="214" y="324"/>
                  </a:lnTo>
                  <a:lnTo>
                    <a:pt x="214" y="324"/>
                  </a:lnTo>
                  <a:lnTo>
                    <a:pt x="218" y="302"/>
                  </a:lnTo>
                  <a:lnTo>
                    <a:pt x="222" y="280"/>
                  </a:lnTo>
                  <a:lnTo>
                    <a:pt x="246" y="286"/>
                  </a:lnTo>
                  <a:lnTo>
                    <a:pt x="274" y="240"/>
                  </a:lnTo>
                  <a:lnTo>
                    <a:pt x="260" y="222"/>
                  </a:lnTo>
                  <a:lnTo>
                    <a:pt x="260" y="222"/>
                  </a:lnTo>
                  <a:lnTo>
                    <a:pt x="278" y="208"/>
                  </a:lnTo>
                  <a:lnTo>
                    <a:pt x="296" y="198"/>
                  </a:lnTo>
                  <a:lnTo>
                    <a:pt x="308" y="218"/>
                  </a:lnTo>
                  <a:lnTo>
                    <a:pt x="360" y="206"/>
                  </a:lnTo>
                  <a:lnTo>
                    <a:pt x="362" y="184"/>
                  </a:lnTo>
                  <a:lnTo>
                    <a:pt x="362" y="184"/>
                  </a:lnTo>
                  <a:lnTo>
                    <a:pt x="384" y="186"/>
                  </a:lnTo>
                  <a:lnTo>
                    <a:pt x="406" y="192"/>
                  </a:lnTo>
                  <a:lnTo>
                    <a:pt x="400" y="214"/>
                  </a:lnTo>
                  <a:lnTo>
                    <a:pt x="444" y="244"/>
                  </a:lnTo>
                  <a:lnTo>
                    <a:pt x="462" y="228"/>
                  </a:lnTo>
                  <a:lnTo>
                    <a:pt x="462" y="228"/>
                  </a:lnTo>
                  <a:close/>
                  <a:moveTo>
                    <a:pt x="392" y="274"/>
                  </a:moveTo>
                  <a:lnTo>
                    <a:pt x="392" y="274"/>
                  </a:lnTo>
                  <a:lnTo>
                    <a:pt x="402" y="282"/>
                  </a:lnTo>
                  <a:lnTo>
                    <a:pt x="410" y="292"/>
                  </a:lnTo>
                  <a:lnTo>
                    <a:pt x="416" y="304"/>
                  </a:lnTo>
                  <a:lnTo>
                    <a:pt x="420" y="314"/>
                  </a:lnTo>
                  <a:lnTo>
                    <a:pt x="420" y="314"/>
                  </a:lnTo>
                  <a:lnTo>
                    <a:pt x="420" y="326"/>
                  </a:lnTo>
                  <a:lnTo>
                    <a:pt x="420" y="338"/>
                  </a:lnTo>
                  <a:lnTo>
                    <a:pt x="416" y="350"/>
                  </a:lnTo>
                  <a:lnTo>
                    <a:pt x="410" y="362"/>
                  </a:lnTo>
                  <a:lnTo>
                    <a:pt x="410" y="362"/>
                  </a:lnTo>
                  <a:lnTo>
                    <a:pt x="402" y="372"/>
                  </a:lnTo>
                  <a:lnTo>
                    <a:pt x="394" y="380"/>
                  </a:lnTo>
                  <a:lnTo>
                    <a:pt x="382" y="386"/>
                  </a:lnTo>
                  <a:lnTo>
                    <a:pt x="372" y="388"/>
                  </a:lnTo>
                  <a:lnTo>
                    <a:pt x="372" y="388"/>
                  </a:lnTo>
                  <a:lnTo>
                    <a:pt x="360" y="390"/>
                  </a:lnTo>
                  <a:lnTo>
                    <a:pt x="348" y="388"/>
                  </a:lnTo>
                  <a:lnTo>
                    <a:pt x="336" y="386"/>
                  </a:lnTo>
                  <a:lnTo>
                    <a:pt x="324" y="380"/>
                  </a:lnTo>
                  <a:lnTo>
                    <a:pt x="324" y="380"/>
                  </a:lnTo>
                  <a:lnTo>
                    <a:pt x="314" y="372"/>
                  </a:lnTo>
                  <a:lnTo>
                    <a:pt x="306" y="362"/>
                  </a:lnTo>
                  <a:lnTo>
                    <a:pt x="300" y="352"/>
                  </a:lnTo>
                  <a:lnTo>
                    <a:pt x="298" y="340"/>
                  </a:lnTo>
                  <a:lnTo>
                    <a:pt x="298" y="340"/>
                  </a:lnTo>
                  <a:lnTo>
                    <a:pt x="296" y="328"/>
                  </a:lnTo>
                  <a:lnTo>
                    <a:pt x="296" y="316"/>
                  </a:lnTo>
                  <a:lnTo>
                    <a:pt x="300" y="304"/>
                  </a:lnTo>
                  <a:lnTo>
                    <a:pt x="306" y="294"/>
                  </a:lnTo>
                  <a:lnTo>
                    <a:pt x="306" y="294"/>
                  </a:lnTo>
                  <a:lnTo>
                    <a:pt x="314" y="284"/>
                  </a:lnTo>
                  <a:lnTo>
                    <a:pt x="324" y="276"/>
                  </a:lnTo>
                  <a:lnTo>
                    <a:pt x="334" y="270"/>
                  </a:lnTo>
                  <a:lnTo>
                    <a:pt x="346" y="266"/>
                  </a:lnTo>
                  <a:lnTo>
                    <a:pt x="346" y="266"/>
                  </a:lnTo>
                  <a:lnTo>
                    <a:pt x="358" y="264"/>
                  </a:lnTo>
                  <a:lnTo>
                    <a:pt x="370" y="266"/>
                  </a:lnTo>
                  <a:lnTo>
                    <a:pt x="382" y="270"/>
                  </a:lnTo>
                  <a:lnTo>
                    <a:pt x="392" y="274"/>
                  </a:lnTo>
                  <a:lnTo>
                    <a:pt x="392" y="274"/>
                  </a:lnTo>
                  <a:close/>
                  <a:moveTo>
                    <a:pt x="396" y="320"/>
                  </a:moveTo>
                  <a:lnTo>
                    <a:pt x="396" y="320"/>
                  </a:lnTo>
                  <a:lnTo>
                    <a:pt x="394" y="312"/>
                  </a:lnTo>
                  <a:lnTo>
                    <a:pt x="390" y="306"/>
                  </a:lnTo>
                  <a:lnTo>
                    <a:pt x="386" y="300"/>
                  </a:lnTo>
                  <a:lnTo>
                    <a:pt x="380" y="296"/>
                  </a:lnTo>
                  <a:lnTo>
                    <a:pt x="380" y="296"/>
                  </a:lnTo>
                  <a:lnTo>
                    <a:pt x="372" y="292"/>
                  </a:lnTo>
                  <a:lnTo>
                    <a:pt x="366" y="290"/>
                  </a:lnTo>
                  <a:lnTo>
                    <a:pt x="358" y="288"/>
                  </a:lnTo>
                  <a:lnTo>
                    <a:pt x="350" y="290"/>
                  </a:lnTo>
                  <a:lnTo>
                    <a:pt x="350" y="290"/>
                  </a:lnTo>
                  <a:lnTo>
                    <a:pt x="344" y="292"/>
                  </a:lnTo>
                  <a:lnTo>
                    <a:pt x="336" y="296"/>
                  </a:lnTo>
                  <a:lnTo>
                    <a:pt x="330" y="300"/>
                  </a:lnTo>
                  <a:lnTo>
                    <a:pt x="326" y="306"/>
                  </a:lnTo>
                  <a:lnTo>
                    <a:pt x="326" y="306"/>
                  </a:lnTo>
                  <a:lnTo>
                    <a:pt x="322" y="314"/>
                  </a:lnTo>
                  <a:lnTo>
                    <a:pt x="320" y="320"/>
                  </a:lnTo>
                  <a:lnTo>
                    <a:pt x="320" y="328"/>
                  </a:lnTo>
                  <a:lnTo>
                    <a:pt x="320" y="336"/>
                  </a:lnTo>
                  <a:lnTo>
                    <a:pt x="320" y="336"/>
                  </a:lnTo>
                  <a:lnTo>
                    <a:pt x="322" y="342"/>
                  </a:lnTo>
                  <a:lnTo>
                    <a:pt x="326" y="348"/>
                  </a:lnTo>
                  <a:lnTo>
                    <a:pt x="332" y="354"/>
                  </a:lnTo>
                  <a:lnTo>
                    <a:pt x="338" y="360"/>
                  </a:lnTo>
                  <a:lnTo>
                    <a:pt x="338" y="360"/>
                  </a:lnTo>
                  <a:lnTo>
                    <a:pt x="344" y="364"/>
                  </a:lnTo>
                  <a:lnTo>
                    <a:pt x="352" y="366"/>
                  </a:lnTo>
                  <a:lnTo>
                    <a:pt x="358" y="366"/>
                  </a:lnTo>
                  <a:lnTo>
                    <a:pt x="366" y="366"/>
                  </a:lnTo>
                  <a:lnTo>
                    <a:pt x="366" y="366"/>
                  </a:lnTo>
                  <a:lnTo>
                    <a:pt x="374" y="362"/>
                  </a:lnTo>
                  <a:lnTo>
                    <a:pt x="380" y="360"/>
                  </a:lnTo>
                  <a:lnTo>
                    <a:pt x="386" y="354"/>
                  </a:lnTo>
                  <a:lnTo>
                    <a:pt x="390" y="348"/>
                  </a:lnTo>
                  <a:lnTo>
                    <a:pt x="390" y="348"/>
                  </a:lnTo>
                  <a:lnTo>
                    <a:pt x="394" y="342"/>
                  </a:lnTo>
                  <a:lnTo>
                    <a:pt x="396" y="334"/>
                  </a:lnTo>
                  <a:lnTo>
                    <a:pt x="396" y="326"/>
                  </a:lnTo>
                  <a:lnTo>
                    <a:pt x="396" y="320"/>
                  </a:lnTo>
                  <a:lnTo>
                    <a:pt x="396" y="320"/>
                  </a:lnTo>
                  <a:close/>
                  <a:moveTo>
                    <a:pt x="398" y="268"/>
                  </a:moveTo>
                  <a:lnTo>
                    <a:pt x="398" y="268"/>
                  </a:lnTo>
                  <a:lnTo>
                    <a:pt x="408" y="276"/>
                  </a:lnTo>
                  <a:lnTo>
                    <a:pt x="418" y="288"/>
                  </a:lnTo>
                  <a:lnTo>
                    <a:pt x="424" y="300"/>
                  </a:lnTo>
                  <a:lnTo>
                    <a:pt x="428" y="312"/>
                  </a:lnTo>
                  <a:lnTo>
                    <a:pt x="430" y="326"/>
                  </a:lnTo>
                  <a:lnTo>
                    <a:pt x="430" y="340"/>
                  </a:lnTo>
                  <a:lnTo>
                    <a:pt x="426" y="354"/>
                  </a:lnTo>
                  <a:lnTo>
                    <a:pt x="418" y="366"/>
                  </a:lnTo>
                  <a:lnTo>
                    <a:pt x="418" y="366"/>
                  </a:lnTo>
                  <a:lnTo>
                    <a:pt x="410" y="378"/>
                  </a:lnTo>
                  <a:lnTo>
                    <a:pt x="398" y="388"/>
                  </a:lnTo>
                  <a:lnTo>
                    <a:pt x="386" y="394"/>
                  </a:lnTo>
                  <a:lnTo>
                    <a:pt x="374" y="398"/>
                  </a:lnTo>
                  <a:lnTo>
                    <a:pt x="360" y="400"/>
                  </a:lnTo>
                  <a:lnTo>
                    <a:pt x="346" y="398"/>
                  </a:lnTo>
                  <a:lnTo>
                    <a:pt x="332" y="394"/>
                  </a:lnTo>
                  <a:lnTo>
                    <a:pt x="318" y="388"/>
                  </a:lnTo>
                  <a:lnTo>
                    <a:pt x="318" y="388"/>
                  </a:lnTo>
                  <a:lnTo>
                    <a:pt x="308" y="378"/>
                  </a:lnTo>
                  <a:lnTo>
                    <a:pt x="298" y="368"/>
                  </a:lnTo>
                  <a:lnTo>
                    <a:pt x="292" y="356"/>
                  </a:lnTo>
                  <a:lnTo>
                    <a:pt x="288" y="342"/>
                  </a:lnTo>
                  <a:lnTo>
                    <a:pt x="286" y="328"/>
                  </a:lnTo>
                  <a:lnTo>
                    <a:pt x="288" y="314"/>
                  </a:lnTo>
                  <a:lnTo>
                    <a:pt x="292" y="302"/>
                  </a:lnTo>
                  <a:lnTo>
                    <a:pt x="298" y="288"/>
                  </a:lnTo>
                  <a:lnTo>
                    <a:pt x="298" y="288"/>
                  </a:lnTo>
                  <a:lnTo>
                    <a:pt x="308" y="276"/>
                  </a:lnTo>
                  <a:lnTo>
                    <a:pt x="318" y="268"/>
                  </a:lnTo>
                  <a:lnTo>
                    <a:pt x="330" y="262"/>
                  </a:lnTo>
                  <a:lnTo>
                    <a:pt x="344" y="256"/>
                  </a:lnTo>
                  <a:lnTo>
                    <a:pt x="358" y="256"/>
                  </a:lnTo>
                  <a:lnTo>
                    <a:pt x="370" y="256"/>
                  </a:lnTo>
                  <a:lnTo>
                    <a:pt x="384" y="260"/>
                  </a:lnTo>
                  <a:lnTo>
                    <a:pt x="398" y="268"/>
                  </a:lnTo>
                  <a:lnTo>
                    <a:pt x="398" y="268"/>
                  </a:lnTo>
                  <a:close/>
                </a:path>
              </a:pathLst>
            </a:custGeom>
            <a:solidFill>
              <a:srgbClr val="4C4C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90" name="Google Shape;1690;p25"/>
          <p:cNvSpPr/>
          <p:nvPr/>
        </p:nvSpPr>
        <p:spPr>
          <a:xfrm>
            <a:off x="7679286" y="1904893"/>
            <a:ext cx="3600346" cy="987371"/>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1691" name="Google Shape;1691;p25"/>
          <p:cNvSpPr/>
          <p:nvPr/>
        </p:nvSpPr>
        <p:spPr>
          <a:xfrm>
            <a:off x="7692154" y="3535244"/>
            <a:ext cx="3600346" cy="987371"/>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sp>
        <p:nvSpPr>
          <p:cNvPr id="1692" name="Google Shape;1692;p25"/>
          <p:cNvSpPr/>
          <p:nvPr/>
        </p:nvSpPr>
        <p:spPr>
          <a:xfrm>
            <a:off x="7681956" y="5096109"/>
            <a:ext cx="3600346" cy="987371"/>
          </a:xfrm>
          <a:prstGeom prst="roundRect">
            <a:avLst>
              <a:gd fmla="val 2211" name="adj"/>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cxnSp>
        <p:nvCxnSpPr>
          <p:cNvPr id="1693" name="Google Shape;1693;p25"/>
          <p:cNvCxnSpPr/>
          <p:nvPr/>
        </p:nvCxnSpPr>
        <p:spPr>
          <a:xfrm>
            <a:off x="7826644" y="5247683"/>
            <a:ext cx="1340797" cy="0"/>
          </a:xfrm>
          <a:prstGeom prst="straightConnector1">
            <a:avLst/>
          </a:prstGeom>
          <a:noFill/>
          <a:ln cap="flat" cmpd="sng" w="9525">
            <a:solidFill>
              <a:schemeClr val="dk1"/>
            </a:solidFill>
            <a:prstDash val="solid"/>
            <a:miter lim="8000"/>
            <a:headEnd len="sm" w="sm" type="none"/>
            <a:tailEnd len="sm" w="sm" type="none"/>
          </a:ln>
        </p:spPr>
      </p:cxnSp>
      <p:cxnSp>
        <p:nvCxnSpPr>
          <p:cNvPr id="1694" name="Google Shape;1694;p25"/>
          <p:cNvCxnSpPr/>
          <p:nvPr/>
        </p:nvCxnSpPr>
        <p:spPr>
          <a:xfrm>
            <a:off x="8272757" y="5671261"/>
            <a:ext cx="923295" cy="0"/>
          </a:xfrm>
          <a:prstGeom prst="straightConnector1">
            <a:avLst/>
          </a:prstGeom>
          <a:noFill/>
          <a:ln cap="flat" cmpd="sng" w="9525">
            <a:solidFill>
              <a:schemeClr val="dk1"/>
            </a:solidFill>
            <a:prstDash val="solid"/>
            <a:miter lim="8000"/>
            <a:headEnd len="sm" w="sm" type="none"/>
            <a:tailEnd len="sm" w="sm" type="none"/>
          </a:ln>
        </p:spPr>
      </p:cxnSp>
      <p:cxnSp>
        <p:nvCxnSpPr>
          <p:cNvPr id="1695" name="Google Shape;1695;p25"/>
          <p:cNvCxnSpPr/>
          <p:nvPr/>
        </p:nvCxnSpPr>
        <p:spPr>
          <a:xfrm>
            <a:off x="8272757" y="5677732"/>
            <a:ext cx="255301" cy="174098"/>
          </a:xfrm>
          <a:prstGeom prst="straightConnector1">
            <a:avLst/>
          </a:prstGeom>
          <a:noFill/>
          <a:ln cap="flat" cmpd="sng" w="9525">
            <a:solidFill>
              <a:schemeClr val="dk1"/>
            </a:solidFill>
            <a:prstDash val="solid"/>
            <a:miter lim="8000"/>
            <a:headEnd len="sm" w="sm" type="none"/>
            <a:tailEnd len="sm" w="sm" type="none"/>
          </a:ln>
        </p:spPr>
      </p:cxnSp>
      <p:cxnSp>
        <p:nvCxnSpPr>
          <p:cNvPr id="1696" name="Google Shape;1696;p25"/>
          <p:cNvCxnSpPr/>
          <p:nvPr/>
        </p:nvCxnSpPr>
        <p:spPr>
          <a:xfrm>
            <a:off x="8020112" y="5677732"/>
            <a:ext cx="432253" cy="294767"/>
          </a:xfrm>
          <a:prstGeom prst="straightConnector1">
            <a:avLst/>
          </a:prstGeom>
          <a:noFill/>
          <a:ln cap="flat" cmpd="sng" w="9525">
            <a:solidFill>
              <a:schemeClr val="dk1"/>
            </a:solidFill>
            <a:prstDash val="solid"/>
            <a:miter lim="8000"/>
            <a:headEnd len="sm" w="sm" type="none"/>
            <a:tailEnd len="sm" w="sm" type="none"/>
          </a:ln>
        </p:spPr>
      </p:cxnSp>
      <p:cxnSp>
        <p:nvCxnSpPr>
          <p:cNvPr id="1697" name="Google Shape;1697;p25"/>
          <p:cNvCxnSpPr/>
          <p:nvPr/>
        </p:nvCxnSpPr>
        <p:spPr>
          <a:xfrm>
            <a:off x="7826644" y="5677732"/>
            <a:ext cx="194214" cy="0"/>
          </a:xfrm>
          <a:prstGeom prst="straightConnector1">
            <a:avLst/>
          </a:prstGeom>
          <a:noFill/>
          <a:ln cap="flat" cmpd="sng" w="9525">
            <a:solidFill>
              <a:schemeClr val="dk1"/>
            </a:solidFill>
            <a:prstDash val="solid"/>
            <a:miter lim="8000"/>
            <a:headEnd len="sm" w="sm" type="none"/>
            <a:tailEnd len="sm" w="sm" type="none"/>
          </a:ln>
        </p:spPr>
      </p:cxnSp>
      <p:grpSp>
        <p:nvGrpSpPr>
          <p:cNvPr id="1698" name="Google Shape;1698;p25"/>
          <p:cNvGrpSpPr/>
          <p:nvPr/>
        </p:nvGrpSpPr>
        <p:grpSpPr>
          <a:xfrm>
            <a:off x="9822219" y="5468073"/>
            <a:ext cx="1125306" cy="203188"/>
            <a:chOff x="10069359" y="3927949"/>
            <a:chExt cx="950922" cy="150867"/>
          </a:xfrm>
        </p:grpSpPr>
        <p:cxnSp>
          <p:nvCxnSpPr>
            <p:cNvPr id="1699" name="Google Shape;1699;p25"/>
            <p:cNvCxnSpPr/>
            <p:nvPr/>
          </p:nvCxnSpPr>
          <p:spPr>
            <a:xfrm>
              <a:off x="10069360" y="3927949"/>
              <a:ext cx="950921" cy="0"/>
            </a:xfrm>
            <a:prstGeom prst="straightConnector1">
              <a:avLst/>
            </a:prstGeom>
            <a:noFill/>
            <a:ln cap="flat" cmpd="sng" w="9525">
              <a:solidFill>
                <a:schemeClr val="dk1"/>
              </a:solidFill>
              <a:prstDash val="solid"/>
              <a:miter lim="8000"/>
              <a:headEnd len="sm" w="sm" type="none"/>
              <a:tailEnd len="sm" w="sm" type="none"/>
            </a:ln>
          </p:spPr>
        </p:cxnSp>
        <p:cxnSp>
          <p:nvCxnSpPr>
            <p:cNvPr id="1700" name="Google Shape;1700;p25"/>
            <p:cNvCxnSpPr/>
            <p:nvPr/>
          </p:nvCxnSpPr>
          <p:spPr>
            <a:xfrm>
              <a:off x="10069359" y="4078816"/>
              <a:ext cx="950921" cy="0"/>
            </a:xfrm>
            <a:prstGeom prst="straightConnector1">
              <a:avLst/>
            </a:prstGeom>
            <a:noFill/>
            <a:ln cap="flat" cmpd="sng" w="9525">
              <a:solidFill>
                <a:schemeClr val="dk1"/>
              </a:solidFill>
              <a:prstDash val="solid"/>
              <a:miter lim="8000"/>
              <a:headEnd len="sm" w="sm" type="none"/>
              <a:tailEnd len="sm" w="sm" type="none"/>
            </a:ln>
          </p:spPr>
        </p:cxnSp>
      </p:grpSp>
      <p:grpSp>
        <p:nvGrpSpPr>
          <p:cNvPr id="1701" name="Google Shape;1701;p25"/>
          <p:cNvGrpSpPr/>
          <p:nvPr/>
        </p:nvGrpSpPr>
        <p:grpSpPr>
          <a:xfrm>
            <a:off x="7869400" y="5290214"/>
            <a:ext cx="195096" cy="129926"/>
            <a:chOff x="4194175" y="5092700"/>
            <a:chExt cx="1374775" cy="658813"/>
          </a:xfrm>
        </p:grpSpPr>
        <p:sp>
          <p:nvSpPr>
            <p:cNvPr id="1702" name="Google Shape;1702;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03" name="Google Shape;1703;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704" name="Google Shape;1704;p25"/>
          <p:cNvGrpSpPr/>
          <p:nvPr/>
        </p:nvGrpSpPr>
        <p:grpSpPr>
          <a:xfrm>
            <a:off x="8185421" y="5290214"/>
            <a:ext cx="195096" cy="129926"/>
            <a:chOff x="4194175" y="5092700"/>
            <a:chExt cx="1374775" cy="658813"/>
          </a:xfrm>
        </p:grpSpPr>
        <p:sp>
          <p:nvSpPr>
            <p:cNvPr id="1705" name="Google Shape;1705;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06" name="Google Shape;1706;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707" name="Google Shape;1707;p25"/>
          <p:cNvGrpSpPr/>
          <p:nvPr/>
        </p:nvGrpSpPr>
        <p:grpSpPr>
          <a:xfrm>
            <a:off x="8501442" y="5290214"/>
            <a:ext cx="195096" cy="129926"/>
            <a:chOff x="4194175" y="5092700"/>
            <a:chExt cx="1374775" cy="658813"/>
          </a:xfrm>
        </p:grpSpPr>
        <p:sp>
          <p:nvSpPr>
            <p:cNvPr id="1708" name="Google Shape;1708;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09" name="Google Shape;1709;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grpSp>
        <p:nvGrpSpPr>
          <p:cNvPr id="1710" name="Google Shape;1710;p25"/>
          <p:cNvGrpSpPr/>
          <p:nvPr/>
        </p:nvGrpSpPr>
        <p:grpSpPr>
          <a:xfrm>
            <a:off x="8817462" y="5290214"/>
            <a:ext cx="195096" cy="129926"/>
            <a:chOff x="4194175" y="5092700"/>
            <a:chExt cx="1374775" cy="658813"/>
          </a:xfrm>
        </p:grpSpPr>
        <p:sp>
          <p:nvSpPr>
            <p:cNvPr id="1711" name="Google Shape;1711;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2" name="Google Shape;1712;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713" name="Google Shape;1713;p25"/>
          <p:cNvSpPr/>
          <p:nvPr/>
        </p:nvSpPr>
        <p:spPr>
          <a:xfrm>
            <a:off x="8214727" y="5496266"/>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4" name="Google Shape;1714;p25"/>
          <p:cNvSpPr/>
          <p:nvPr/>
        </p:nvSpPr>
        <p:spPr>
          <a:xfrm>
            <a:off x="8533736" y="5496266"/>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5" name="Google Shape;1715;p25"/>
          <p:cNvSpPr/>
          <p:nvPr/>
        </p:nvSpPr>
        <p:spPr>
          <a:xfrm>
            <a:off x="8851068" y="5496266"/>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6" name="Google Shape;1716;p25"/>
          <p:cNvSpPr/>
          <p:nvPr/>
        </p:nvSpPr>
        <p:spPr>
          <a:xfrm rot="1481409">
            <a:off x="7967585" y="5556320"/>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7" name="Google Shape;1717;p25"/>
          <p:cNvSpPr/>
          <p:nvPr/>
        </p:nvSpPr>
        <p:spPr>
          <a:xfrm rot="1481409">
            <a:off x="8188624" y="5707126"/>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8" name="Google Shape;1718;p25"/>
          <p:cNvSpPr/>
          <p:nvPr/>
        </p:nvSpPr>
        <p:spPr>
          <a:xfrm>
            <a:off x="9949619" y="5496266"/>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19" name="Google Shape;1719;p25"/>
          <p:cNvSpPr/>
          <p:nvPr/>
        </p:nvSpPr>
        <p:spPr>
          <a:xfrm>
            <a:off x="10133158" y="5505998"/>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nvGrpSpPr>
          <p:cNvPr id="1720" name="Google Shape;1720;p25"/>
          <p:cNvGrpSpPr/>
          <p:nvPr/>
        </p:nvGrpSpPr>
        <p:grpSpPr>
          <a:xfrm rot="-822137">
            <a:off x="10313929" y="5505998"/>
            <a:ext cx="195096" cy="129926"/>
            <a:chOff x="4194175" y="5092700"/>
            <a:chExt cx="1374775" cy="658813"/>
          </a:xfrm>
        </p:grpSpPr>
        <p:sp>
          <p:nvSpPr>
            <p:cNvPr id="1721" name="Google Shape;1721;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22" name="Google Shape;1722;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723" name="Google Shape;1723;p25"/>
          <p:cNvSpPr/>
          <p:nvPr/>
        </p:nvSpPr>
        <p:spPr>
          <a:xfrm rot="570419">
            <a:off x="10514391" y="5514225"/>
            <a:ext cx="142895" cy="106450"/>
          </a:xfrm>
          <a:custGeom>
            <a:rect b="b" l="l" r="r" t="t"/>
            <a:pathLst>
              <a:path extrusionOk="0" h="8964" w="16722">
                <a:moveTo>
                  <a:pt x="739" y="5453"/>
                </a:moveTo>
                <a:lnTo>
                  <a:pt x="647" y="5822"/>
                </a:lnTo>
                <a:lnTo>
                  <a:pt x="554" y="6192"/>
                </a:lnTo>
                <a:lnTo>
                  <a:pt x="462" y="6839"/>
                </a:lnTo>
                <a:lnTo>
                  <a:pt x="185" y="6931"/>
                </a:lnTo>
                <a:lnTo>
                  <a:pt x="277" y="7855"/>
                </a:lnTo>
                <a:lnTo>
                  <a:pt x="832" y="7763"/>
                </a:lnTo>
                <a:lnTo>
                  <a:pt x="832" y="7486"/>
                </a:lnTo>
                <a:lnTo>
                  <a:pt x="924" y="7208"/>
                </a:lnTo>
                <a:lnTo>
                  <a:pt x="1109" y="7024"/>
                </a:lnTo>
                <a:lnTo>
                  <a:pt x="1294" y="6746"/>
                </a:lnTo>
                <a:lnTo>
                  <a:pt x="1478" y="6562"/>
                </a:lnTo>
                <a:lnTo>
                  <a:pt x="1756" y="6469"/>
                </a:lnTo>
                <a:lnTo>
                  <a:pt x="2033" y="6377"/>
                </a:lnTo>
                <a:lnTo>
                  <a:pt x="2310" y="6284"/>
                </a:lnTo>
                <a:lnTo>
                  <a:pt x="2587" y="6377"/>
                </a:lnTo>
                <a:lnTo>
                  <a:pt x="2864" y="6469"/>
                </a:lnTo>
                <a:lnTo>
                  <a:pt x="3326" y="6746"/>
                </a:lnTo>
                <a:lnTo>
                  <a:pt x="3604" y="7208"/>
                </a:lnTo>
                <a:lnTo>
                  <a:pt x="3696" y="7486"/>
                </a:lnTo>
                <a:lnTo>
                  <a:pt x="3696" y="7763"/>
                </a:lnTo>
                <a:lnTo>
                  <a:pt x="3696" y="8040"/>
                </a:lnTo>
                <a:lnTo>
                  <a:pt x="3973" y="8040"/>
                </a:lnTo>
                <a:lnTo>
                  <a:pt x="3973" y="7855"/>
                </a:lnTo>
                <a:lnTo>
                  <a:pt x="3973" y="3973"/>
                </a:lnTo>
                <a:lnTo>
                  <a:pt x="4066" y="3789"/>
                </a:lnTo>
                <a:lnTo>
                  <a:pt x="4249" y="3696"/>
                </a:lnTo>
                <a:lnTo>
                  <a:pt x="6097" y="3696"/>
                </a:lnTo>
                <a:lnTo>
                  <a:pt x="6282" y="3789"/>
                </a:lnTo>
                <a:lnTo>
                  <a:pt x="6374" y="3973"/>
                </a:lnTo>
                <a:lnTo>
                  <a:pt x="6374" y="7855"/>
                </a:lnTo>
                <a:lnTo>
                  <a:pt x="6374" y="8040"/>
                </a:lnTo>
                <a:lnTo>
                  <a:pt x="12103" y="8040"/>
                </a:lnTo>
                <a:lnTo>
                  <a:pt x="12011" y="7763"/>
                </a:lnTo>
                <a:lnTo>
                  <a:pt x="12103" y="7486"/>
                </a:lnTo>
                <a:lnTo>
                  <a:pt x="12196" y="7208"/>
                </a:lnTo>
                <a:lnTo>
                  <a:pt x="12473" y="6746"/>
                </a:lnTo>
                <a:lnTo>
                  <a:pt x="12934" y="6469"/>
                </a:lnTo>
                <a:lnTo>
                  <a:pt x="13211" y="6377"/>
                </a:lnTo>
                <a:lnTo>
                  <a:pt x="13488" y="6377"/>
                </a:lnTo>
                <a:lnTo>
                  <a:pt x="13765" y="6377"/>
                </a:lnTo>
                <a:lnTo>
                  <a:pt x="14043" y="6469"/>
                </a:lnTo>
                <a:lnTo>
                  <a:pt x="14504" y="6746"/>
                </a:lnTo>
                <a:lnTo>
                  <a:pt x="14874" y="7208"/>
                </a:lnTo>
                <a:lnTo>
                  <a:pt x="14966" y="7486"/>
                </a:lnTo>
                <a:lnTo>
                  <a:pt x="14966" y="7763"/>
                </a:lnTo>
                <a:lnTo>
                  <a:pt x="14966" y="8040"/>
                </a:lnTo>
                <a:lnTo>
                  <a:pt x="16075" y="8040"/>
                </a:lnTo>
                <a:lnTo>
                  <a:pt x="16722" y="7855"/>
                </a:lnTo>
                <a:lnTo>
                  <a:pt x="16722" y="7116"/>
                </a:lnTo>
                <a:lnTo>
                  <a:pt x="16260" y="6839"/>
                </a:lnTo>
                <a:lnTo>
                  <a:pt x="16260" y="3234"/>
                </a:lnTo>
                <a:lnTo>
                  <a:pt x="16260" y="0"/>
                </a:lnTo>
                <a:lnTo>
                  <a:pt x="1940" y="0"/>
                </a:lnTo>
                <a:lnTo>
                  <a:pt x="1756" y="92"/>
                </a:lnTo>
                <a:lnTo>
                  <a:pt x="1571" y="277"/>
                </a:lnTo>
                <a:lnTo>
                  <a:pt x="1478" y="462"/>
                </a:lnTo>
                <a:lnTo>
                  <a:pt x="1478" y="739"/>
                </a:lnTo>
                <a:lnTo>
                  <a:pt x="1478" y="5268"/>
                </a:lnTo>
                <a:lnTo>
                  <a:pt x="739" y="5453"/>
                </a:lnTo>
                <a:close/>
                <a:moveTo>
                  <a:pt x="14966" y="8225"/>
                </a:moveTo>
                <a:lnTo>
                  <a:pt x="16168" y="8225"/>
                </a:lnTo>
                <a:lnTo>
                  <a:pt x="16168" y="8502"/>
                </a:lnTo>
                <a:lnTo>
                  <a:pt x="14966" y="8502"/>
                </a:lnTo>
                <a:lnTo>
                  <a:pt x="14966" y="8225"/>
                </a:lnTo>
                <a:close/>
                <a:moveTo>
                  <a:pt x="13488" y="6654"/>
                </a:moveTo>
                <a:lnTo>
                  <a:pt x="13950" y="6746"/>
                </a:lnTo>
                <a:lnTo>
                  <a:pt x="14320" y="7024"/>
                </a:lnTo>
                <a:lnTo>
                  <a:pt x="14597" y="7393"/>
                </a:lnTo>
                <a:lnTo>
                  <a:pt x="14689" y="7763"/>
                </a:lnTo>
                <a:lnTo>
                  <a:pt x="14597" y="8225"/>
                </a:lnTo>
                <a:lnTo>
                  <a:pt x="14320" y="8594"/>
                </a:lnTo>
                <a:lnTo>
                  <a:pt x="13950" y="8872"/>
                </a:lnTo>
                <a:lnTo>
                  <a:pt x="13488" y="8964"/>
                </a:lnTo>
                <a:lnTo>
                  <a:pt x="13026" y="8872"/>
                </a:lnTo>
                <a:lnTo>
                  <a:pt x="12658" y="8594"/>
                </a:lnTo>
                <a:lnTo>
                  <a:pt x="12473" y="8225"/>
                </a:lnTo>
                <a:lnTo>
                  <a:pt x="12380" y="7763"/>
                </a:lnTo>
                <a:lnTo>
                  <a:pt x="12473" y="7393"/>
                </a:lnTo>
                <a:lnTo>
                  <a:pt x="12658" y="7024"/>
                </a:lnTo>
                <a:lnTo>
                  <a:pt x="13026" y="6746"/>
                </a:lnTo>
                <a:lnTo>
                  <a:pt x="13488" y="6654"/>
                </a:lnTo>
                <a:close/>
                <a:moveTo>
                  <a:pt x="13488" y="7208"/>
                </a:moveTo>
                <a:lnTo>
                  <a:pt x="13765" y="7208"/>
                </a:lnTo>
                <a:lnTo>
                  <a:pt x="13950" y="7393"/>
                </a:lnTo>
                <a:lnTo>
                  <a:pt x="14043" y="7578"/>
                </a:lnTo>
                <a:lnTo>
                  <a:pt x="14135" y="7763"/>
                </a:lnTo>
                <a:lnTo>
                  <a:pt x="14043" y="8040"/>
                </a:lnTo>
                <a:lnTo>
                  <a:pt x="13950" y="8225"/>
                </a:lnTo>
                <a:lnTo>
                  <a:pt x="13765" y="8410"/>
                </a:lnTo>
                <a:lnTo>
                  <a:pt x="13488" y="8410"/>
                </a:lnTo>
                <a:lnTo>
                  <a:pt x="13211" y="8410"/>
                </a:lnTo>
                <a:lnTo>
                  <a:pt x="13026" y="8225"/>
                </a:lnTo>
                <a:lnTo>
                  <a:pt x="12934" y="8040"/>
                </a:lnTo>
                <a:lnTo>
                  <a:pt x="12841" y="7763"/>
                </a:lnTo>
                <a:lnTo>
                  <a:pt x="12934" y="7578"/>
                </a:lnTo>
                <a:lnTo>
                  <a:pt x="13026" y="7393"/>
                </a:lnTo>
                <a:lnTo>
                  <a:pt x="13211" y="7208"/>
                </a:lnTo>
                <a:lnTo>
                  <a:pt x="13488" y="7208"/>
                </a:lnTo>
                <a:close/>
                <a:moveTo>
                  <a:pt x="924" y="8132"/>
                </a:moveTo>
                <a:lnTo>
                  <a:pt x="0" y="8132"/>
                </a:lnTo>
                <a:lnTo>
                  <a:pt x="0" y="8410"/>
                </a:lnTo>
                <a:lnTo>
                  <a:pt x="924" y="8410"/>
                </a:lnTo>
                <a:lnTo>
                  <a:pt x="924" y="8132"/>
                </a:lnTo>
                <a:close/>
                <a:moveTo>
                  <a:pt x="6836" y="3789"/>
                </a:moveTo>
                <a:lnTo>
                  <a:pt x="8592" y="3789"/>
                </a:lnTo>
                <a:lnTo>
                  <a:pt x="8592" y="4991"/>
                </a:lnTo>
                <a:lnTo>
                  <a:pt x="6836" y="4991"/>
                </a:lnTo>
                <a:lnTo>
                  <a:pt x="6836" y="3789"/>
                </a:lnTo>
                <a:close/>
                <a:moveTo>
                  <a:pt x="13396" y="3789"/>
                </a:moveTo>
                <a:lnTo>
                  <a:pt x="15151" y="3789"/>
                </a:lnTo>
                <a:lnTo>
                  <a:pt x="15151" y="4991"/>
                </a:lnTo>
                <a:lnTo>
                  <a:pt x="13396" y="4991"/>
                </a:lnTo>
                <a:lnTo>
                  <a:pt x="13396" y="3789"/>
                </a:lnTo>
                <a:close/>
                <a:moveTo>
                  <a:pt x="11179" y="3789"/>
                </a:moveTo>
                <a:lnTo>
                  <a:pt x="12934" y="3789"/>
                </a:lnTo>
                <a:lnTo>
                  <a:pt x="12934" y="4991"/>
                </a:lnTo>
                <a:lnTo>
                  <a:pt x="11179" y="4991"/>
                </a:lnTo>
                <a:lnTo>
                  <a:pt x="11179" y="3789"/>
                </a:lnTo>
                <a:close/>
                <a:moveTo>
                  <a:pt x="9054" y="3789"/>
                </a:moveTo>
                <a:lnTo>
                  <a:pt x="10810" y="3789"/>
                </a:lnTo>
                <a:lnTo>
                  <a:pt x="10810" y="4991"/>
                </a:lnTo>
                <a:lnTo>
                  <a:pt x="9054" y="4991"/>
                </a:lnTo>
                <a:lnTo>
                  <a:pt x="9054" y="3789"/>
                </a:lnTo>
                <a:close/>
                <a:moveTo>
                  <a:pt x="5635" y="4066"/>
                </a:moveTo>
                <a:lnTo>
                  <a:pt x="5820" y="4158"/>
                </a:lnTo>
                <a:lnTo>
                  <a:pt x="5913" y="4343"/>
                </a:lnTo>
                <a:lnTo>
                  <a:pt x="5913" y="7486"/>
                </a:lnTo>
                <a:lnTo>
                  <a:pt x="5820" y="7670"/>
                </a:lnTo>
                <a:lnTo>
                  <a:pt x="5635" y="7763"/>
                </a:lnTo>
                <a:lnTo>
                  <a:pt x="5358" y="7670"/>
                </a:lnTo>
                <a:lnTo>
                  <a:pt x="5266" y="7486"/>
                </a:lnTo>
                <a:lnTo>
                  <a:pt x="5266" y="4343"/>
                </a:lnTo>
                <a:lnTo>
                  <a:pt x="5358" y="4158"/>
                </a:lnTo>
                <a:lnTo>
                  <a:pt x="5635" y="4066"/>
                </a:lnTo>
                <a:close/>
                <a:moveTo>
                  <a:pt x="4711" y="4066"/>
                </a:moveTo>
                <a:lnTo>
                  <a:pt x="4988" y="4158"/>
                </a:lnTo>
                <a:lnTo>
                  <a:pt x="5081" y="4343"/>
                </a:lnTo>
                <a:lnTo>
                  <a:pt x="5081" y="7486"/>
                </a:lnTo>
                <a:lnTo>
                  <a:pt x="4988" y="7670"/>
                </a:lnTo>
                <a:lnTo>
                  <a:pt x="4711" y="7763"/>
                </a:lnTo>
                <a:lnTo>
                  <a:pt x="4526" y="7670"/>
                </a:lnTo>
                <a:lnTo>
                  <a:pt x="4434" y="7486"/>
                </a:lnTo>
                <a:lnTo>
                  <a:pt x="4434" y="4343"/>
                </a:lnTo>
                <a:lnTo>
                  <a:pt x="4526" y="4158"/>
                </a:lnTo>
                <a:lnTo>
                  <a:pt x="4711" y="4066"/>
                </a:lnTo>
                <a:close/>
                <a:moveTo>
                  <a:pt x="6097" y="3881"/>
                </a:moveTo>
                <a:lnTo>
                  <a:pt x="6190" y="3881"/>
                </a:lnTo>
                <a:lnTo>
                  <a:pt x="6190" y="3973"/>
                </a:lnTo>
                <a:lnTo>
                  <a:pt x="6190" y="7855"/>
                </a:lnTo>
                <a:lnTo>
                  <a:pt x="6190" y="7948"/>
                </a:lnTo>
                <a:lnTo>
                  <a:pt x="6097" y="7948"/>
                </a:lnTo>
                <a:lnTo>
                  <a:pt x="4249" y="7948"/>
                </a:lnTo>
                <a:lnTo>
                  <a:pt x="4158" y="7855"/>
                </a:lnTo>
                <a:lnTo>
                  <a:pt x="4158" y="3973"/>
                </a:lnTo>
                <a:lnTo>
                  <a:pt x="4249" y="3881"/>
                </a:lnTo>
                <a:lnTo>
                  <a:pt x="6097" y="3881"/>
                </a:lnTo>
                <a:close/>
                <a:moveTo>
                  <a:pt x="3696" y="8225"/>
                </a:moveTo>
                <a:lnTo>
                  <a:pt x="12103" y="8225"/>
                </a:lnTo>
                <a:lnTo>
                  <a:pt x="12196" y="8502"/>
                </a:lnTo>
                <a:lnTo>
                  <a:pt x="3696" y="8502"/>
                </a:lnTo>
                <a:lnTo>
                  <a:pt x="3696" y="8225"/>
                </a:lnTo>
                <a:close/>
                <a:moveTo>
                  <a:pt x="2310" y="6654"/>
                </a:moveTo>
                <a:lnTo>
                  <a:pt x="2772" y="6746"/>
                </a:lnTo>
                <a:lnTo>
                  <a:pt x="3142" y="6931"/>
                </a:lnTo>
                <a:lnTo>
                  <a:pt x="3326" y="7301"/>
                </a:lnTo>
                <a:lnTo>
                  <a:pt x="3419" y="7763"/>
                </a:lnTo>
                <a:lnTo>
                  <a:pt x="3326" y="8225"/>
                </a:lnTo>
                <a:lnTo>
                  <a:pt x="3142" y="8594"/>
                </a:lnTo>
                <a:lnTo>
                  <a:pt x="2772" y="8872"/>
                </a:lnTo>
                <a:lnTo>
                  <a:pt x="2310" y="8964"/>
                </a:lnTo>
                <a:lnTo>
                  <a:pt x="1848" y="8872"/>
                </a:lnTo>
                <a:lnTo>
                  <a:pt x="1478" y="8594"/>
                </a:lnTo>
                <a:lnTo>
                  <a:pt x="1201" y="8225"/>
                </a:lnTo>
                <a:lnTo>
                  <a:pt x="1109" y="7763"/>
                </a:lnTo>
                <a:lnTo>
                  <a:pt x="1201" y="7301"/>
                </a:lnTo>
                <a:lnTo>
                  <a:pt x="1478" y="6931"/>
                </a:lnTo>
                <a:lnTo>
                  <a:pt x="1848" y="6746"/>
                </a:lnTo>
                <a:lnTo>
                  <a:pt x="2310" y="6654"/>
                </a:lnTo>
                <a:close/>
                <a:moveTo>
                  <a:pt x="2310" y="7116"/>
                </a:moveTo>
                <a:lnTo>
                  <a:pt x="2587" y="7208"/>
                </a:lnTo>
                <a:lnTo>
                  <a:pt x="2772" y="7301"/>
                </a:lnTo>
                <a:lnTo>
                  <a:pt x="2864" y="7486"/>
                </a:lnTo>
                <a:lnTo>
                  <a:pt x="2957" y="7763"/>
                </a:lnTo>
                <a:lnTo>
                  <a:pt x="2864" y="8040"/>
                </a:lnTo>
                <a:lnTo>
                  <a:pt x="2772" y="8225"/>
                </a:lnTo>
                <a:lnTo>
                  <a:pt x="2587" y="8317"/>
                </a:lnTo>
                <a:lnTo>
                  <a:pt x="2310" y="8410"/>
                </a:lnTo>
                <a:lnTo>
                  <a:pt x="2033" y="8317"/>
                </a:lnTo>
                <a:lnTo>
                  <a:pt x="1848" y="8225"/>
                </a:lnTo>
                <a:lnTo>
                  <a:pt x="1756" y="8040"/>
                </a:lnTo>
                <a:lnTo>
                  <a:pt x="1663" y="7763"/>
                </a:lnTo>
                <a:lnTo>
                  <a:pt x="1756" y="7486"/>
                </a:lnTo>
                <a:lnTo>
                  <a:pt x="1848" y="7301"/>
                </a:lnTo>
                <a:lnTo>
                  <a:pt x="2033" y="7208"/>
                </a:lnTo>
                <a:lnTo>
                  <a:pt x="2310" y="7116"/>
                </a:lnTo>
                <a:close/>
                <a:moveTo>
                  <a:pt x="1940" y="5083"/>
                </a:moveTo>
                <a:lnTo>
                  <a:pt x="1940" y="3881"/>
                </a:lnTo>
                <a:lnTo>
                  <a:pt x="2772" y="3789"/>
                </a:lnTo>
                <a:lnTo>
                  <a:pt x="3604" y="3789"/>
                </a:lnTo>
                <a:lnTo>
                  <a:pt x="3604" y="5083"/>
                </a:lnTo>
                <a:lnTo>
                  <a:pt x="1940" y="5083"/>
                </a:lnTo>
                <a:close/>
                <a:moveTo>
                  <a:pt x="1940" y="924"/>
                </a:moveTo>
                <a:lnTo>
                  <a:pt x="3881" y="924"/>
                </a:lnTo>
                <a:lnTo>
                  <a:pt x="3881" y="2125"/>
                </a:lnTo>
                <a:lnTo>
                  <a:pt x="1940" y="2125"/>
                </a:lnTo>
                <a:lnTo>
                  <a:pt x="1940" y="924"/>
                </a:lnTo>
                <a:close/>
                <a:moveTo>
                  <a:pt x="4342" y="924"/>
                </a:moveTo>
                <a:lnTo>
                  <a:pt x="6374" y="924"/>
                </a:lnTo>
                <a:lnTo>
                  <a:pt x="6374" y="2125"/>
                </a:lnTo>
                <a:lnTo>
                  <a:pt x="4342" y="2125"/>
                </a:lnTo>
                <a:lnTo>
                  <a:pt x="4342" y="924"/>
                </a:lnTo>
                <a:close/>
                <a:moveTo>
                  <a:pt x="6836" y="924"/>
                </a:moveTo>
                <a:lnTo>
                  <a:pt x="8592" y="924"/>
                </a:lnTo>
                <a:lnTo>
                  <a:pt x="8592" y="2125"/>
                </a:lnTo>
                <a:lnTo>
                  <a:pt x="6836" y="2125"/>
                </a:lnTo>
                <a:lnTo>
                  <a:pt x="6836" y="924"/>
                </a:lnTo>
                <a:close/>
                <a:moveTo>
                  <a:pt x="9054" y="924"/>
                </a:moveTo>
                <a:lnTo>
                  <a:pt x="10810" y="924"/>
                </a:lnTo>
                <a:lnTo>
                  <a:pt x="10810" y="2125"/>
                </a:lnTo>
                <a:lnTo>
                  <a:pt x="9054" y="2125"/>
                </a:lnTo>
                <a:lnTo>
                  <a:pt x="9054" y="924"/>
                </a:lnTo>
                <a:close/>
                <a:moveTo>
                  <a:pt x="11179" y="924"/>
                </a:moveTo>
                <a:lnTo>
                  <a:pt x="12934" y="924"/>
                </a:lnTo>
                <a:lnTo>
                  <a:pt x="12934" y="2125"/>
                </a:lnTo>
                <a:lnTo>
                  <a:pt x="11179" y="2125"/>
                </a:lnTo>
                <a:lnTo>
                  <a:pt x="11179" y="924"/>
                </a:lnTo>
                <a:close/>
                <a:moveTo>
                  <a:pt x="13396" y="924"/>
                </a:moveTo>
                <a:lnTo>
                  <a:pt x="15151" y="924"/>
                </a:lnTo>
                <a:lnTo>
                  <a:pt x="15151" y="2125"/>
                </a:lnTo>
                <a:lnTo>
                  <a:pt x="13396" y="2125"/>
                </a:lnTo>
                <a:lnTo>
                  <a:pt x="13396" y="924"/>
                </a:lnTo>
                <a:close/>
              </a:path>
            </a:pathLst>
          </a:custGeom>
          <a:gradFill>
            <a:gsLst>
              <a:gs pos="0">
                <a:srgbClr val="DC391E"/>
              </a:gs>
              <a:gs pos="5000">
                <a:srgbClr val="DC391E"/>
              </a:gs>
              <a:gs pos="100000">
                <a:srgbClr val="B81A20"/>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nvGrpSpPr>
          <p:cNvPr id="1724" name="Google Shape;1724;p25"/>
          <p:cNvGrpSpPr/>
          <p:nvPr/>
        </p:nvGrpSpPr>
        <p:grpSpPr>
          <a:xfrm>
            <a:off x="10658997" y="5505998"/>
            <a:ext cx="195096" cy="129926"/>
            <a:chOff x="4194175" y="5092700"/>
            <a:chExt cx="1374775" cy="658813"/>
          </a:xfrm>
        </p:grpSpPr>
        <p:sp>
          <p:nvSpPr>
            <p:cNvPr id="1725" name="Google Shape;1725;p25"/>
            <p:cNvSpPr/>
            <p:nvPr/>
          </p:nvSpPr>
          <p:spPr>
            <a:xfrm>
              <a:off x="4249738" y="5646738"/>
              <a:ext cx="1263650" cy="41275"/>
            </a:xfrm>
            <a:custGeom>
              <a:rect b="b" l="l" r="r" t="t"/>
              <a:pathLst>
                <a:path extrusionOk="0" h="492" w="15132">
                  <a:moveTo>
                    <a:pt x="0" y="0"/>
                  </a:moveTo>
                  <a:lnTo>
                    <a:pt x="1129" y="0"/>
                  </a:lnTo>
                  <a:lnTo>
                    <a:pt x="1144" y="63"/>
                  </a:lnTo>
                  <a:lnTo>
                    <a:pt x="1161" y="127"/>
                  </a:lnTo>
                  <a:lnTo>
                    <a:pt x="1170" y="159"/>
                  </a:lnTo>
                  <a:lnTo>
                    <a:pt x="1180" y="190"/>
                  </a:lnTo>
                  <a:lnTo>
                    <a:pt x="1190" y="222"/>
                  </a:lnTo>
                  <a:lnTo>
                    <a:pt x="1200" y="252"/>
                  </a:lnTo>
                  <a:lnTo>
                    <a:pt x="1223" y="314"/>
                  </a:lnTo>
                  <a:lnTo>
                    <a:pt x="1247" y="374"/>
                  </a:lnTo>
                  <a:lnTo>
                    <a:pt x="1260" y="404"/>
                  </a:lnTo>
                  <a:lnTo>
                    <a:pt x="1272" y="434"/>
                  </a:lnTo>
                  <a:lnTo>
                    <a:pt x="1287" y="463"/>
                  </a:lnTo>
                  <a:lnTo>
                    <a:pt x="1300" y="492"/>
                  </a:lnTo>
                  <a:lnTo>
                    <a:pt x="0" y="492"/>
                  </a:lnTo>
                  <a:lnTo>
                    <a:pt x="0" y="0"/>
                  </a:lnTo>
                  <a:close/>
                  <a:moveTo>
                    <a:pt x="5395" y="0"/>
                  </a:moveTo>
                  <a:lnTo>
                    <a:pt x="10024" y="0"/>
                  </a:lnTo>
                  <a:lnTo>
                    <a:pt x="10039" y="63"/>
                  </a:lnTo>
                  <a:lnTo>
                    <a:pt x="10056" y="127"/>
                  </a:lnTo>
                  <a:lnTo>
                    <a:pt x="10065" y="159"/>
                  </a:lnTo>
                  <a:lnTo>
                    <a:pt x="10074" y="190"/>
                  </a:lnTo>
                  <a:lnTo>
                    <a:pt x="10084" y="222"/>
                  </a:lnTo>
                  <a:lnTo>
                    <a:pt x="10096" y="252"/>
                  </a:lnTo>
                  <a:lnTo>
                    <a:pt x="10106" y="283"/>
                  </a:lnTo>
                  <a:lnTo>
                    <a:pt x="10117" y="314"/>
                  </a:lnTo>
                  <a:lnTo>
                    <a:pt x="10130" y="345"/>
                  </a:lnTo>
                  <a:lnTo>
                    <a:pt x="10142" y="374"/>
                  </a:lnTo>
                  <a:lnTo>
                    <a:pt x="10168" y="434"/>
                  </a:lnTo>
                  <a:lnTo>
                    <a:pt x="10196" y="492"/>
                  </a:lnTo>
                  <a:lnTo>
                    <a:pt x="5223" y="492"/>
                  </a:lnTo>
                  <a:lnTo>
                    <a:pt x="5250" y="434"/>
                  </a:lnTo>
                  <a:lnTo>
                    <a:pt x="5277" y="374"/>
                  </a:lnTo>
                  <a:lnTo>
                    <a:pt x="5300" y="314"/>
                  </a:lnTo>
                  <a:lnTo>
                    <a:pt x="5323" y="252"/>
                  </a:lnTo>
                  <a:lnTo>
                    <a:pt x="5344" y="190"/>
                  </a:lnTo>
                  <a:lnTo>
                    <a:pt x="5363" y="127"/>
                  </a:lnTo>
                  <a:lnTo>
                    <a:pt x="5380" y="63"/>
                  </a:lnTo>
                  <a:lnTo>
                    <a:pt x="5395" y="0"/>
                  </a:lnTo>
                  <a:close/>
                  <a:moveTo>
                    <a:pt x="14290" y="0"/>
                  </a:moveTo>
                  <a:lnTo>
                    <a:pt x="15132" y="0"/>
                  </a:lnTo>
                  <a:lnTo>
                    <a:pt x="15132" y="492"/>
                  </a:lnTo>
                  <a:lnTo>
                    <a:pt x="14118" y="492"/>
                  </a:lnTo>
                  <a:lnTo>
                    <a:pt x="14146" y="434"/>
                  </a:lnTo>
                  <a:lnTo>
                    <a:pt x="14171" y="374"/>
                  </a:lnTo>
                  <a:lnTo>
                    <a:pt x="14196" y="314"/>
                  </a:lnTo>
                  <a:lnTo>
                    <a:pt x="14219" y="252"/>
                  </a:lnTo>
                  <a:lnTo>
                    <a:pt x="14239" y="190"/>
                  </a:lnTo>
                  <a:lnTo>
                    <a:pt x="14258" y="127"/>
                  </a:lnTo>
                  <a:lnTo>
                    <a:pt x="14274" y="63"/>
                  </a:lnTo>
                  <a:lnTo>
                    <a:pt x="14290" y="0"/>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26" name="Google Shape;1726;p25"/>
            <p:cNvSpPr/>
            <p:nvPr/>
          </p:nvSpPr>
          <p:spPr>
            <a:xfrm>
              <a:off x="4194175" y="5092700"/>
              <a:ext cx="1374775" cy="658813"/>
            </a:xfrm>
            <a:custGeom>
              <a:rect b="b" l="l" r="r" t="t"/>
              <a:pathLst>
                <a:path extrusionOk="0" h="7885" w="16454">
                  <a:moveTo>
                    <a:pt x="889" y="3618"/>
                  </a:moveTo>
                  <a:lnTo>
                    <a:pt x="2425" y="2994"/>
                  </a:lnTo>
                  <a:lnTo>
                    <a:pt x="4207" y="61"/>
                  </a:lnTo>
                  <a:lnTo>
                    <a:pt x="10146" y="0"/>
                  </a:lnTo>
                  <a:lnTo>
                    <a:pt x="11966" y="2775"/>
                  </a:lnTo>
                  <a:lnTo>
                    <a:pt x="15565" y="3618"/>
                  </a:lnTo>
                  <a:lnTo>
                    <a:pt x="15565" y="4694"/>
                  </a:lnTo>
                  <a:lnTo>
                    <a:pt x="16454" y="4694"/>
                  </a:lnTo>
                  <a:lnTo>
                    <a:pt x="16454" y="6192"/>
                  </a:lnTo>
                  <a:lnTo>
                    <a:pt x="14537" y="6192"/>
                  </a:lnTo>
                  <a:lnTo>
                    <a:pt x="14533" y="6279"/>
                  </a:lnTo>
                  <a:lnTo>
                    <a:pt x="14525" y="6366"/>
                  </a:lnTo>
                  <a:lnTo>
                    <a:pt x="14513" y="6450"/>
                  </a:lnTo>
                  <a:lnTo>
                    <a:pt x="14497" y="6534"/>
                  </a:lnTo>
                  <a:lnTo>
                    <a:pt x="14476" y="6615"/>
                  </a:lnTo>
                  <a:lnTo>
                    <a:pt x="14453" y="6695"/>
                  </a:lnTo>
                  <a:lnTo>
                    <a:pt x="14425" y="6775"/>
                  </a:lnTo>
                  <a:lnTo>
                    <a:pt x="14393" y="6851"/>
                  </a:lnTo>
                  <a:lnTo>
                    <a:pt x="14358" y="6926"/>
                  </a:lnTo>
                  <a:lnTo>
                    <a:pt x="14320" y="6999"/>
                  </a:lnTo>
                  <a:lnTo>
                    <a:pt x="14278" y="7070"/>
                  </a:lnTo>
                  <a:lnTo>
                    <a:pt x="14234" y="7139"/>
                  </a:lnTo>
                  <a:lnTo>
                    <a:pt x="14185" y="7205"/>
                  </a:lnTo>
                  <a:lnTo>
                    <a:pt x="14134" y="7269"/>
                  </a:lnTo>
                  <a:lnTo>
                    <a:pt x="14081" y="7331"/>
                  </a:lnTo>
                  <a:lnTo>
                    <a:pt x="14023" y="7390"/>
                  </a:lnTo>
                  <a:lnTo>
                    <a:pt x="13963" y="7445"/>
                  </a:lnTo>
                  <a:lnTo>
                    <a:pt x="13902" y="7499"/>
                  </a:lnTo>
                  <a:lnTo>
                    <a:pt x="13837" y="7549"/>
                  </a:lnTo>
                  <a:lnTo>
                    <a:pt x="13770" y="7596"/>
                  </a:lnTo>
                  <a:lnTo>
                    <a:pt x="13700" y="7640"/>
                  </a:lnTo>
                  <a:lnTo>
                    <a:pt x="13629" y="7681"/>
                  </a:lnTo>
                  <a:lnTo>
                    <a:pt x="13556" y="7718"/>
                  </a:lnTo>
                  <a:lnTo>
                    <a:pt x="13480" y="7752"/>
                  </a:lnTo>
                  <a:lnTo>
                    <a:pt x="13403" y="7782"/>
                  </a:lnTo>
                  <a:lnTo>
                    <a:pt x="13324" y="7809"/>
                  </a:lnTo>
                  <a:lnTo>
                    <a:pt x="13242" y="7831"/>
                  </a:lnTo>
                  <a:lnTo>
                    <a:pt x="13161" y="7851"/>
                  </a:lnTo>
                  <a:lnTo>
                    <a:pt x="13077" y="7865"/>
                  </a:lnTo>
                  <a:lnTo>
                    <a:pt x="12991" y="7877"/>
                  </a:lnTo>
                  <a:lnTo>
                    <a:pt x="12906" y="7883"/>
                  </a:lnTo>
                  <a:lnTo>
                    <a:pt x="12819" y="7885"/>
                  </a:lnTo>
                  <a:lnTo>
                    <a:pt x="12731" y="7883"/>
                  </a:lnTo>
                  <a:lnTo>
                    <a:pt x="12645" y="7877"/>
                  </a:lnTo>
                  <a:lnTo>
                    <a:pt x="12560" y="7865"/>
                  </a:lnTo>
                  <a:lnTo>
                    <a:pt x="12476" y="7851"/>
                  </a:lnTo>
                  <a:lnTo>
                    <a:pt x="12393" y="7831"/>
                  </a:lnTo>
                  <a:lnTo>
                    <a:pt x="12313" y="7809"/>
                  </a:lnTo>
                  <a:lnTo>
                    <a:pt x="12234" y="7782"/>
                  </a:lnTo>
                  <a:lnTo>
                    <a:pt x="12156" y="7752"/>
                  </a:lnTo>
                  <a:lnTo>
                    <a:pt x="12080" y="7718"/>
                  </a:lnTo>
                  <a:lnTo>
                    <a:pt x="12007" y="7681"/>
                  </a:lnTo>
                  <a:lnTo>
                    <a:pt x="11935" y="7640"/>
                  </a:lnTo>
                  <a:lnTo>
                    <a:pt x="11866" y="7596"/>
                  </a:lnTo>
                  <a:lnTo>
                    <a:pt x="11800" y="7549"/>
                  </a:lnTo>
                  <a:lnTo>
                    <a:pt x="11735" y="7499"/>
                  </a:lnTo>
                  <a:lnTo>
                    <a:pt x="11672" y="7445"/>
                  </a:lnTo>
                  <a:lnTo>
                    <a:pt x="11613" y="7390"/>
                  </a:lnTo>
                  <a:lnTo>
                    <a:pt x="11556" y="7331"/>
                  </a:lnTo>
                  <a:lnTo>
                    <a:pt x="11502" y="7269"/>
                  </a:lnTo>
                  <a:lnTo>
                    <a:pt x="11451" y="7205"/>
                  </a:lnTo>
                  <a:lnTo>
                    <a:pt x="11403" y="7139"/>
                  </a:lnTo>
                  <a:lnTo>
                    <a:pt x="11357" y="7070"/>
                  </a:lnTo>
                  <a:lnTo>
                    <a:pt x="11316" y="6999"/>
                  </a:lnTo>
                  <a:lnTo>
                    <a:pt x="11277" y="6926"/>
                  </a:lnTo>
                  <a:lnTo>
                    <a:pt x="11242" y="6851"/>
                  </a:lnTo>
                  <a:lnTo>
                    <a:pt x="11211" y="6775"/>
                  </a:lnTo>
                  <a:lnTo>
                    <a:pt x="11184" y="6695"/>
                  </a:lnTo>
                  <a:lnTo>
                    <a:pt x="11159" y="6615"/>
                  </a:lnTo>
                  <a:lnTo>
                    <a:pt x="11139" y="6534"/>
                  </a:lnTo>
                  <a:lnTo>
                    <a:pt x="11123" y="6450"/>
                  </a:lnTo>
                  <a:lnTo>
                    <a:pt x="11111" y="6366"/>
                  </a:lnTo>
                  <a:lnTo>
                    <a:pt x="11103" y="6279"/>
                  </a:lnTo>
                  <a:lnTo>
                    <a:pt x="11099" y="6192"/>
                  </a:lnTo>
                  <a:lnTo>
                    <a:pt x="5642" y="6192"/>
                  </a:lnTo>
                  <a:lnTo>
                    <a:pt x="5639" y="6279"/>
                  </a:lnTo>
                  <a:lnTo>
                    <a:pt x="5630" y="6366"/>
                  </a:lnTo>
                  <a:lnTo>
                    <a:pt x="5618" y="6450"/>
                  </a:lnTo>
                  <a:lnTo>
                    <a:pt x="5602" y="6534"/>
                  </a:lnTo>
                  <a:lnTo>
                    <a:pt x="5582" y="6615"/>
                  </a:lnTo>
                  <a:lnTo>
                    <a:pt x="5557" y="6695"/>
                  </a:lnTo>
                  <a:lnTo>
                    <a:pt x="5530" y="6775"/>
                  </a:lnTo>
                  <a:lnTo>
                    <a:pt x="5499" y="6851"/>
                  </a:lnTo>
                  <a:lnTo>
                    <a:pt x="5464" y="6926"/>
                  </a:lnTo>
                  <a:lnTo>
                    <a:pt x="5425" y="6999"/>
                  </a:lnTo>
                  <a:lnTo>
                    <a:pt x="5384" y="7070"/>
                  </a:lnTo>
                  <a:lnTo>
                    <a:pt x="5338" y="7139"/>
                  </a:lnTo>
                  <a:lnTo>
                    <a:pt x="5290" y="7205"/>
                  </a:lnTo>
                  <a:lnTo>
                    <a:pt x="5240" y="7269"/>
                  </a:lnTo>
                  <a:lnTo>
                    <a:pt x="5185" y="7331"/>
                  </a:lnTo>
                  <a:lnTo>
                    <a:pt x="5129" y="7390"/>
                  </a:lnTo>
                  <a:lnTo>
                    <a:pt x="5069" y="7445"/>
                  </a:lnTo>
                  <a:lnTo>
                    <a:pt x="5006" y="7499"/>
                  </a:lnTo>
                  <a:lnTo>
                    <a:pt x="4942" y="7549"/>
                  </a:lnTo>
                  <a:lnTo>
                    <a:pt x="4874" y="7596"/>
                  </a:lnTo>
                  <a:lnTo>
                    <a:pt x="4806" y="7640"/>
                  </a:lnTo>
                  <a:lnTo>
                    <a:pt x="4734" y="7681"/>
                  </a:lnTo>
                  <a:lnTo>
                    <a:pt x="4661" y="7718"/>
                  </a:lnTo>
                  <a:lnTo>
                    <a:pt x="4586" y="7752"/>
                  </a:lnTo>
                  <a:lnTo>
                    <a:pt x="4507" y="7782"/>
                  </a:lnTo>
                  <a:lnTo>
                    <a:pt x="4428" y="7809"/>
                  </a:lnTo>
                  <a:lnTo>
                    <a:pt x="4348" y="7831"/>
                  </a:lnTo>
                  <a:lnTo>
                    <a:pt x="4266" y="7851"/>
                  </a:lnTo>
                  <a:lnTo>
                    <a:pt x="4182" y="7865"/>
                  </a:lnTo>
                  <a:lnTo>
                    <a:pt x="4097" y="7877"/>
                  </a:lnTo>
                  <a:lnTo>
                    <a:pt x="4011" y="7883"/>
                  </a:lnTo>
                  <a:lnTo>
                    <a:pt x="3923" y="7885"/>
                  </a:lnTo>
                  <a:lnTo>
                    <a:pt x="3836" y="7883"/>
                  </a:lnTo>
                  <a:lnTo>
                    <a:pt x="3749" y="7877"/>
                  </a:lnTo>
                  <a:lnTo>
                    <a:pt x="3664" y="7865"/>
                  </a:lnTo>
                  <a:lnTo>
                    <a:pt x="3581" y="7851"/>
                  </a:lnTo>
                  <a:lnTo>
                    <a:pt x="3499" y="7831"/>
                  </a:lnTo>
                  <a:lnTo>
                    <a:pt x="3417" y="7809"/>
                  </a:lnTo>
                  <a:lnTo>
                    <a:pt x="3339" y="7782"/>
                  </a:lnTo>
                  <a:lnTo>
                    <a:pt x="3261" y="7752"/>
                  </a:lnTo>
                  <a:lnTo>
                    <a:pt x="3186" y="7718"/>
                  </a:lnTo>
                  <a:lnTo>
                    <a:pt x="3112" y="7681"/>
                  </a:lnTo>
                  <a:lnTo>
                    <a:pt x="3041" y="7640"/>
                  </a:lnTo>
                  <a:lnTo>
                    <a:pt x="2971" y="7596"/>
                  </a:lnTo>
                  <a:lnTo>
                    <a:pt x="2904" y="7549"/>
                  </a:lnTo>
                  <a:lnTo>
                    <a:pt x="2839" y="7499"/>
                  </a:lnTo>
                  <a:lnTo>
                    <a:pt x="2778" y="7445"/>
                  </a:lnTo>
                  <a:lnTo>
                    <a:pt x="2718" y="7390"/>
                  </a:lnTo>
                  <a:lnTo>
                    <a:pt x="2661" y="7331"/>
                  </a:lnTo>
                  <a:lnTo>
                    <a:pt x="2607" y="7269"/>
                  </a:lnTo>
                  <a:lnTo>
                    <a:pt x="2556" y="7205"/>
                  </a:lnTo>
                  <a:lnTo>
                    <a:pt x="2508" y="7139"/>
                  </a:lnTo>
                  <a:lnTo>
                    <a:pt x="2463" y="7070"/>
                  </a:lnTo>
                  <a:lnTo>
                    <a:pt x="2421" y="6999"/>
                  </a:lnTo>
                  <a:lnTo>
                    <a:pt x="2383" y="6926"/>
                  </a:lnTo>
                  <a:lnTo>
                    <a:pt x="2348" y="6851"/>
                  </a:lnTo>
                  <a:lnTo>
                    <a:pt x="2316" y="6775"/>
                  </a:lnTo>
                  <a:lnTo>
                    <a:pt x="2288" y="6695"/>
                  </a:lnTo>
                  <a:lnTo>
                    <a:pt x="2264" y="6615"/>
                  </a:lnTo>
                  <a:lnTo>
                    <a:pt x="2244" y="6534"/>
                  </a:lnTo>
                  <a:lnTo>
                    <a:pt x="2228" y="6450"/>
                  </a:lnTo>
                  <a:lnTo>
                    <a:pt x="2216" y="6366"/>
                  </a:lnTo>
                  <a:lnTo>
                    <a:pt x="2208" y="6279"/>
                  </a:lnTo>
                  <a:lnTo>
                    <a:pt x="2205" y="6192"/>
                  </a:lnTo>
                  <a:lnTo>
                    <a:pt x="0" y="6192"/>
                  </a:lnTo>
                  <a:lnTo>
                    <a:pt x="0" y="4694"/>
                  </a:lnTo>
                  <a:lnTo>
                    <a:pt x="889" y="4694"/>
                  </a:lnTo>
                  <a:lnTo>
                    <a:pt x="889" y="3618"/>
                  </a:lnTo>
                  <a:close/>
                  <a:moveTo>
                    <a:pt x="12819" y="5289"/>
                  </a:moveTo>
                  <a:lnTo>
                    <a:pt x="12863" y="5290"/>
                  </a:lnTo>
                  <a:lnTo>
                    <a:pt x="12907" y="5293"/>
                  </a:lnTo>
                  <a:lnTo>
                    <a:pt x="12951" y="5299"/>
                  </a:lnTo>
                  <a:lnTo>
                    <a:pt x="12994" y="5306"/>
                  </a:lnTo>
                  <a:lnTo>
                    <a:pt x="13036" y="5316"/>
                  </a:lnTo>
                  <a:lnTo>
                    <a:pt x="13078" y="5328"/>
                  </a:lnTo>
                  <a:lnTo>
                    <a:pt x="13118" y="5342"/>
                  </a:lnTo>
                  <a:lnTo>
                    <a:pt x="13158" y="5358"/>
                  </a:lnTo>
                  <a:lnTo>
                    <a:pt x="13196" y="5375"/>
                  </a:lnTo>
                  <a:lnTo>
                    <a:pt x="13234" y="5395"/>
                  </a:lnTo>
                  <a:lnTo>
                    <a:pt x="13270" y="5416"/>
                  </a:lnTo>
                  <a:lnTo>
                    <a:pt x="13306" y="5439"/>
                  </a:lnTo>
                  <a:lnTo>
                    <a:pt x="13340" y="5463"/>
                  </a:lnTo>
                  <a:lnTo>
                    <a:pt x="13373" y="5489"/>
                  </a:lnTo>
                  <a:lnTo>
                    <a:pt x="13405" y="5516"/>
                  </a:lnTo>
                  <a:lnTo>
                    <a:pt x="13436" y="5545"/>
                  </a:lnTo>
                  <a:lnTo>
                    <a:pt x="13465" y="5576"/>
                  </a:lnTo>
                  <a:lnTo>
                    <a:pt x="13492" y="5608"/>
                  </a:lnTo>
                  <a:lnTo>
                    <a:pt x="13518" y="5641"/>
                  </a:lnTo>
                  <a:lnTo>
                    <a:pt x="13543" y="5675"/>
                  </a:lnTo>
                  <a:lnTo>
                    <a:pt x="13565" y="5711"/>
                  </a:lnTo>
                  <a:lnTo>
                    <a:pt x="13586" y="5747"/>
                  </a:lnTo>
                  <a:lnTo>
                    <a:pt x="13605" y="5785"/>
                  </a:lnTo>
                  <a:lnTo>
                    <a:pt x="13623" y="5823"/>
                  </a:lnTo>
                  <a:lnTo>
                    <a:pt x="13638" y="5863"/>
                  </a:lnTo>
                  <a:lnTo>
                    <a:pt x="13653" y="5904"/>
                  </a:lnTo>
                  <a:lnTo>
                    <a:pt x="13664" y="5946"/>
                  </a:lnTo>
                  <a:lnTo>
                    <a:pt x="13674" y="5988"/>
                  </a:lnTo>
                  <a:lnTo>
                    <a:pt x="13682" y="6031"/>
                  </a:lnTo>
                  <a:lnTo>
                    <a:pt x="13688" y="6074"/>
                  </a:lnTo>
                  <a:lnTo>
                    <a:pt x="13691" y="6119"/>
                  </a:lnTo>
                  <a:lnTo>
                    <a:pt x="13692" y="6164"/>
                  </a:lnTo>
                  <a:lnTo>
                    <a:pt x="13691" y="6208"/>
                  </a:lnTo>
                  <a:lnTo>
                    <a:pt x="13688" y="6253"/>
                  </a:lnTo>
                  <a:lnTo>
                    <a:pt x="13682" y="6297"/>
                  </a:lnTo>
                  <a:lnTo>
                    <a:pt x="13674" y="6340"/>
                  </a:lnTo>
                  <a:lnTo>
                    <a:pt x="13664" y="6382"/>
                  </a:lnTo>
                  <a:lnTo>
                    <a:pt x="13653" y="6424"/>
                  </a:lnTo>
                  <a:lnTo>
                    <a:pt x="13638" y="6464"/>
                  </a:lnTo>
                  <a:lnTo>
                    <a:pt x="13623" y="6504"/>
                  </a:lnTo>
                  <a:lnTo>
                    <a:pt x="13605" y="6542"/>
                  </a:lnTo>
                  <a:lnTo>
                    <a:pt x="13586" y="6580"/>
                  </a:lnTo>
                  <a:lnTo>
                    <a:pt x="13565" y="6617"/>
                  </a:lnTo>
                  <a:lnTo>
                    <a:pt x="13543" y="6652"/>
                  </a:lnTo>
                  <a:lnTo>
                    <a:pt x="13518" y="6687"/>
                  </a:lnTo>
                  <a:lnTo>
                    <a:pt x="13492" y="6720"/>
                  </a:lnTo>
                  <a:lnTo>
                    <a:pt x="13465" y="6751"/>
                  </a:lnTo>
                  <a:lnTo>
                    <a:pt x="13436" y="6782"/>
                  </a:lnTo>
                  <a:lnTo>
                    <a:pt x="13405" y="6811"/>
                  </a:lnTo>
                  <a:lnTo>
                    <a:pt x="13373" y="6839"/>
                  </a:lnTo>
                  <a:lnTo>
                    <a:pt x="13340" y="6864"/>
                  </a:lnTo>
                  <a:lnTo>
                    <a:pt x="13306" y="6889"/>
                  </a:lnTo>
                  <a:lnTo>
                    <a:pt x="13270" y="6912"/>
                  </a:lnTo>
                  <a:lnTo>
                    <a:pt x="13234" y="6933"/>
                  </a:lnTo>
                  <a:lnTo>
                    <a:pt x="13196" y="6952"/>
                  </a:lnTo>
                  <a:lnTo>
                    <a:pt x="13158" y="6969"/>
                  </a:lnTo>
                  <a:lnTo>
                    <a:pt x="13118" y="6986"/>
                  </a:lnTo>
                  <a:lnTo>
                    <a:pt x="13078" y="6999"/>
                  </a:lnTo>
                  <a:lnTo>
                    <a:pt x="13036" y="7012"/>
                  </a:lnTo>
                  <a:lnTo>
                    <a:pt x="12994" y="7021"/>
                  </a:lnTo>
                  <a:lnTo>
                    <a:pt x="12951" y="7028"/>
                  </a:lnTo>
                  <a:lnTo>
                    <a:pt x="12907" y="7034"/>
                  </a:lnTo>
                  <a:lnTo>
                    <a:pt x="12863" y="7037"/>
                  </a:lnTo>
                  <a:lnTo>
                    <a:pt x="12819" y="7038"/>
                  </a:lnTo>
                  <a:lnTo>
                    <a:pt x="12773" y="7037"/>
                  </a:lnTo>
                  <a:lnTo>
                    <a:pt x="12729" y="7034"/>
                  </a:lnTo>
                  <a:lnTo>
                    <a:pt x="12685" y="7028"/>
                  </a:lnTo>
                  <a:lnTo>
                    <a:pt x="12643" y="7021"/>
                  </a:lnTo>
                  <a:lnTo>
                    <a:pt x="12601" y="7012"/>
                  </a:lnTo>
                  <a:lnTo>
                    <a:pt x="12559" y="6999"/>
                  </a:lnTo>
                  <a:lnTo>
                    <a:pt x="12518" y="6986"/>
                  </a:lnTo>
                  <a:lnTo>
                    <a:pt x="12478" y="6969"/>
                  </a:lnTo>
                  <a:lnTo>
                    <a:pt x="12440" y="6952"/>
                  </a:lnTo>
                  <a:lnTo>
                    <a:pt x="12402" y="6933"/>
                  </a:lnTo>
                  <a:lnTo>
                    <a:pt x="12366" y="6912"/>
                  </a:lnTo>
                  <a:lnTo>
                    <a:pt x="12330" y="6889"/>
                  </a:lnTo>
                  <a:lnTo>
                    <a:pt x="12296" y="6864"/>
                  </a:lnTo>
                  <a:lnTo>
                    <a:pt x="12263" y="6839"/>
                  </a:lnTo>
                  <a:lnTo>
                    <a:pt x="12231" y="6811"/>
                  </a:lnTo>
                  <a:lnTo>
                    <a:pt x="12201" y="6782"/>
                  </a:lnTo>
                  <a:lnTo>
                    <a:pt x="12172" y="6751"/>
                  </a:lnTo>
                  <a:lnTo>
                    <a:pt x="12144" y="6720"/>
                  </a:lnTo>
                  <a:lnTo>
                    <a:pt x="12118" y="6687"/>
                  </a:lnTo>
                  <a:lnTo>
                    <a:pt x="12094" y="6652"/>
                  </a:lnTo>
                  <a:lnTo>
                    <a:pt x="12071" y="6617"/>
                  </a:lnTo>
                  <a:lnTo>
                    <a:pt x="12050" y="6580"/>
                  </a:lnTo>
                  <a:lnTo>
                    <a:pt x="12031" y="6542"/>
                  </a:lnTo>
                  <a:lnTo>
                    <a:pt x="12013" y="6504"/>
                  </a:lnTo>
                  <a:lnTo>
                    <a:pt x="11997" y="6464"/>
                  </a:lnTo>
                  <a:lnTo>
                    <a:pt x="11984" y="6424"/>
                  </a:lnTo>
                  <a:lnTo>
                    <a:pt x="11972" y="6382"/>
                  </a:lnTo>
                  <a:lnTo>
                    <a:pt x="11962" y="6340"/>
                  </a:lnTo>
                  <a:lnTo>
                    <a:pt x="11955" y="6297"/>
                  </a:lnTo>
                  <a:lnTo>
                    <a:pt x="11949" y="6253"/>
                  </a:lnTo>
                  <a:lnTo>
                    <a:pt x="11946" y="6208"/>
                  </a:lnTo>
                  <a:lnTo>
                    <a:pt x="11945" y="6164"/>
                  </a:lnTo>
                  <a:lnTo>
                    <a:pt x="11946" y="6119"/>
                  </a:lnTo>
                  <a:lnTo>
                    <a:pt x="11949" y="6074"/>
                  </a:lnTo>
                  <a:lnTo>
                    <a:pt x="11955" y="6031"/>
                  </a:lnTo>
                  <a:lnTo>
                    <a:pt x="11962" y="5988"/>
                  </a:lnTo>
                  <a:lnTo>
                    <a:pt x="11972" y="5946"/>
                  </a:lnTo>
                  <a:lnTo>
                    <a:pt x="11984" y="5904"/>
                  </a:lnTo>
                  <a:lnTo>
                    <a:pt x="11997" y="5863"/>
                  </a:lnTo>
                  <a:lnTo>
                    <a:pt x="12013" y="5823"/>
                  </a:lnTo>
                  <a:lnTo>
                    <a:pt x="12031" y="5785"/>
                  </a:lnTo>
                  <a:lnTo>
                    <a:pt x="12050" y="5747"/>
                  </a:lnTo>
                  <a:lnTo>
                    <a:pt x="12071" y="5711"/>
                  </a:lnTo>
                  <a:lnTo>
                    <a:pt x="12094" y="5675"/>
                  </a:lnTo>
                  <a:lnTo>
                    <a:pt x="12118" y="5641"/>
                  </a:lnTo>
                  <a:lnTo>
                    <a:pt x="12144" y="5608"/>
                  </a:lnTo>
                  <a:lnTo>
                    <a:pt x="12172" y="5576"/>
                  </a:lnTo>
                  <a:lnTo>
                    <a:pt x="12201" y="5545"/>
                  </a:lnTo>
                  <a:lnTo>
                    <a:pt x="12231" y="5516"/>
                  </a:lnTo>
                  <a:lnTo>
                    <a:pt x="12263" y="5489"/>
                  </a:lnTo>
                  <a:lnTo>
                    <a:pt x="12296" y="5463"/>
                  </a:lnTo>
                  <a:lnTo>
                    <a:pt x="12330" y="5439"/>
                  </a:lnTo>
                  <a:lnTo>
                    <a:pt x="12366" y="5416"/>
                  </a:lnTo>
                  <a:lnTo>
                    <a:pt x="12402" y="5395"/>
                  </a:lnTo>
                  <a:lnTo>
                    <a:pt x="12440" y="5375"/>
                  </a:lnTo>
                  <a:lnTo>
                    <a:pt x="12478" y="5358"/>
                  </a:lnTo>
                  <a:lnTo>
                    <a:pt x="12518" y="5342"/>
                  </a:lnTo>
                  <a:lnTo>
                    <a:pt x="12559" y="5328"/>
                  </a:lnTo>
                  <a:lnTo>
                    <a:pt x="12601" y="5316"/>
                  </a:lnTo>
                  <a:lnTo>
                    <a:pt x="12643" y="5306"/>
                  </a:lnTo>
                  <a:lnTo>
                    <a:pt x="12685" y="5299"/>
                  </a:lnTo>
                  <a:lnTo>
                    <a:pt x="12729" y="5293"/>
                  </a:lnTo>
                  <a:lnTo>
                    <a:pt x="12773" y="5290"/>
                  </a:lnTo>
                  <a:lnTo>
                    <a:pt x="12819" y="5289"/>
                  </a:lnTo>
                  <a:close/>
                  <a:moveTo>
                    <a:pt x="3923" y="5289"/>
                  </a:moveTo>
                  <a:lnTo>
                    <a:pt x="3968" y="5290"/>
                  </a:lnTo>
                  <a:lnTo>
                    <a:pt x="4013" y="5293"/>
                  </a:lnTo>
                  <a:lnTo>
                    <a:pt x="4056" y="5299"/>
                  </a:lnTo>
                  <a:lnTo>
                    <a:pt x="4099" y="5306"/>
                  </a:lnTo>
                  <a:lnTo>
                    <a:pt x="4141" y="5316"/>
                  </a:lnTo>
                  <a:lnTo>
                    <a:pt x="4182" y="5328"/>
                  </a:lnTo>
                  <a:lnTo>
                    <a:pt x="4224" y="5342"/>
                  </a:lnTo>
                  <a:lnTo>
                    <a:pt x="4263" y="5358"/>
                  </a:lnTo>
                  <a:lnTo>
                    <a:pt x="4302" y="5375"/>
                  </a:lnTo>
                  <a:lnTo>
                    <a:pt x="4339" y="5395"/>
                  </a:lnTo>
                  <a:lnTo>
                    <a:pt x="4376" y="5416"/>
                  </a:lnTo>
                  <a:lnTo>
                    <a:pt x="4411" y="5439"/>
                  </a:lnTo>
                  <a:lnTo>
                    <a:pt x="4446" y="5463"/>
                  </a:lnTo>
                  <a:lnTo>
                    <a:pt x="4479" y="5489"/>
                  </a:lnTo>
                  <a:lnTo>
                    <a:pt x="4510" y="5516"/>
                  </a:lnTo>
                  <a:lnTo>
                    <a:pt x="4540" y="5545"/>
                  </a:lnTo>
                  <a:lnTo>
                    <a:pt x="4569" y="5576"/>
                  </a:lnTo>
                  <a:lnTo>
                    <a:pt x="4597" y="5608"/>
                  </a:lnTo>
                  <a:lnTo>
                    <a:pt x="4623" y="5641"/>
                  </a:lnTo>
                  <a:lnTo>
                    <a:pt x="4647" y="5675"/>
                  </a:lnTo>
                  <a:lnTo>
                    <a:pt x="4670" y="5711"/>
                  </a:lnTo>
                  <a:lnTo>
                    <a:pt x="4691" y="5747"/>
                  </a:lnTo>
                  <a:lnTo>
                    <a:pt x="4711" y="5785"/>
                  </a:lnTo>
                  <a:lnTo>
                    <a:pt x="4728" y="5823"/>
                  </a:lnTo>
                  <a:lnTo>
                    <a:pt x="4744" y="5863"/>
                  </a:lnTo>
                  <a:lnTo>
                    <a:pt x="4757" y="5904"/>
                  </a:lnTo>
                  <a:lnTo>
                    <a:pt x="4770" y="5946"/>
                  </a:lnTo>
                  <a:lnTo>
                    <a:pt x="4779" y="5988"/>
                  </a:lnTo>
                  <a:lnTo>
                    <a:pt x="4787" y="6031"/>
                  </a:lnTo>
                  <a:lnTo>
                    <a:pt x="4792" y="6074"/>
                  </a:lnTo>
                  <a:lnTo>
                    <a:pt x="4796" y="6119"/>
                  </a:lnTo>
                  <a:lnTo>
                    <a:pt x="4797" y="6164"/>
                  </a:lnTo>
                  <a:lnTo>
                    <a:pt x="4796" y="6208"/>
                  </a:lnTo>
                  <a:lnTo>
                    <a:pt x="4792" y="6253"/>
                  </a:lnTo>
                  <a:lnTo>
                    <a:pt x="4787" y="6297"/>
                  </a:lnTo>
                  <a:lnTo>
                    <a:pt x="4779" y="6340"/>
                  </a:lnTo>
                  <a:lnTo>
                    <a:pt x="4770" y="6382"/>
                  </a:lnTo>
                  <a:lnTo>
                    <a:pt x="4757" y="6424"/>
                  </a:lnTo>
                  <a:lnTo>
                    <a:pt x="4744" y="6464"/>
                  </a:lnTo>
                  <a:lnTo>
                    <a:pt x="4728" y="6504"/>
                  </a:lnTo>
                  <a:lnTo>
                    <a:pt x="4711" y="6542"/>
                  </a:lnTo>
                  <a:lnTo>
                    <a:pt x="4691" y="6580"/>
                  </a:lnTo>
                  <a:lnTo>
                    <a:pt x="4670" y="6617"/>
                  </a:lnTo>
                  <a:lnTo>
                    <a:pt x="4647" y="6652"/>
                  </a:lnTo>
                  <a:lnTo>
                    <a:pt x="4623" y="6687"/>
                  </a:lnTo>
                  <a:lnTo>
                    <a:pt x="4597" y="6720"/>
                  </a:lnTo>
                  <a:lnTo>
                    <a:pt x="4569" y="6751"/>
                  </a:lnTo>
                  <a:lnTo>
                    <a:pt x="4540" y="6782"/>
                  </a:lnTo>
                  <a:lnTo>
                    <a:pt x="4510" y="6811"/>
                  </a:lnTo>
                  <a:lnTo>
                    <a:pt x="4479" y="6839"/>
                  </a:lnTo>
                  <a:lnTo>
                    <a:pt x="4446" y="6864"/>
                  </a:lnTo>
                  <a:lnTo>
                    <a:pt x="4411" y="6889"/>
                  </a:lnTo>
                  <a:lnTo>
                    <a:pt x="4376" y="6912"/>
                  </a:lnTo>
                  <a:lnTo>
                    <a:pt x="4339" y="6933"/>
                  </a:lnTo>
                  <a:lnTo>
                    <a:pt x="4302" y="6952"/>
                  </a:lnTo>
                  <a:lnTo>
                    <a:pt x="4263" y="6969"/>
                  </a:lnTo>
                  <a:lnTo>
                    <a:pt x="4224" y="6986"/>
                  </a:lnTo>
                  <a:lnTo>
                    <a:pt x="4182" y="6999"/>
                  </a:lnTo>
                  <a:lnTo>
                    <a:pt x="4141" y="7012"/>
                  </a:lnTo>
                  <a:lnTo>
                    <a:pt x="4099" y="7021"/>
                  </a:lnTo>
                  <a:lnTo>
                    <a:pt x="4056" y="7028"/>
                  </a:lnTo>
                  <a:lnTo>
                    <a:pt x="4013" y="7034"/>
                  </a:lnTo>
                  <a:lnTo>
                    <a:pt x="3968" y="7037"/>
                  </a:lnTo>
                  <a:lnTo>
                    <a:pt x="3923" y="7038"/>
                  </a:lnTo>
                  <a:lnTo>
                    <a:pt x="3878" y="7037"/>
                  </a:lnTo>
                  <a:lnTo>
                    <a:pt x="3834" y="7034"/>
                  </a:lnTo>
                  <a:lnTo>
                    <a:pt x="3791" y="7028"/>
                  </a:lnTo>
                  <a:lnTo>
                    <a:pt x="3747" y="7021"/>
                  </a:lnTo>
                  <a:lnTo>
                    <a:pt x="3705" y="7012"/>
                  </a:lnTo>
                  <a:lnTo>
                    <a:pt x="3664" y="6999"/>
                  </a:lnTo>
                  <a:lnTo>
                    <a:pt x="3623" y="6986"/>
                  </a:lnTo>
                  <a:lnTo>
                    <a:pt x="3584" y="6969"/>
                  </a:lnTo>
                  <a:lnTo>
                    <a:pt x="3545" y="6952"/>
                  </a:lnTo>
                  <a:lnTo>
                    <a:pt x="3508" y="6933"/>
                  </a:lnTo>
                  <a:lnTo>
                    <a:pt x="3471" y="6912"/>
                  </a:lnTo>
                  <a:lnTo>
                    <a:pt x="3435" y="6889"/>
                  </a:lnTo>
                  <a:lnTo>
                    <a:pt x="3401" y="6864"/>
                  </a:lnTo>
                  <a:lnTo>
                    <a:pt x="3368" y="6839"/>
                  </a:lnTo>
                  <a:lnTo>
                    <a:pt x="3336" y="6811"/>
                  </a:lnTo>
                  <a:lnTo>
                    <a:pt x="3306" y="6782"/>
                  </a:lnTo>
                  <a:lnTo>
                    <a:pt x="3276" y="6751"/>
                  </a:lnTo>
                  <a:lnTo>
                    <a:pt x="3250" y="6720"/>
                  </a:lnTo>
                  <a:lnTo>
                    <a:pt x="3223" y="6687"/>
                  </a:lnTo>
                  <a:lnTo>
                    <a:pt x="3199" y="6652"/>
                  </a:lnTo>
                  <a:lnTo>
                    <a:pt x="3177" y="6617"/>
                  </a:lnTo>
                  <a:lnTo>
                    <a:pt x="3155" y="6580"/>
                  </a:lnTo>
                  <a:lnTo>
                    <a:pt x="3136" y="6542"/>
                  </a:lnTo>
                  <a:lnTo>
                    <a:pt x="3118" y="6504"/>
                  </a:lnTo>
                  <a:lnTo>
                    <a:pt x="3103" y="6464"/>
                  </a:lnTo>
                  <a:lnTo>
                    <a:pt x="3089" y="6424"/>
                  </a:lnTo>
                  <a:lnTo>
                    <a:pt x="3077" y="6382"/>
                  </a:lnTo>
                  <a:lnTo>
                    <a:pt x="3068" y="6340"/>
                  </a:lnTo>
                  <a:lnTo>
                    <a:pt x="3059" y="6297"/>
                  </a:lnTo>
                  <a:lnTo>
                    <a:pt x="3054" y="6253"/>
                  </a:lnTo>
                  <a:lnTo>
                    <a:pt x="3050" y="6208"/>
                  </a:lnTo>
                  <a:lnTo>
                    <a:pt x="3049" y="6164"/>
                  </a:lnTo>
                  <a:lnTo>
                    <a:pt x="3050" y="6119"/>
                  </a:lnTo>
                  <a:lnTo>
                    <a:pt x="3054" y="6074"/>
                  </a:lnTo>
                  <a:lnTo>
                    <a:pt x="3059" y="6031"/>
                  </a:lnTo>
                  <a:lnTo>
                    <a:pt x="3068" y="5988"/>
                  </a:lnTo>
                  <a:lnTo>
                    <a:pt x="3077" y="5946"/>
                  </a:lnTo>
                  <a:lnTo>
                    <a:pt x="3089" y="5904"/>
                  </a:lnTo>
                  <a:lnTo>
                    <a:pt x="3103" y="5863"/>
                  </a:lnTo>
                  <a:lnTo>
                    <a:pt x="3118" y="5823"/>
                  </a:lnTo>
                  <a:lnTo>
                    <a:pt x="3136" y="5785"/>
                  </a:lnTo>
                  <a:lnTo>
                    <a:pt x="3155" y="5747"/>
                  </a:lnTo>
                  <a:lnTo>
                    <a:pt x="3177" y="5711"/>
                  </a:lnTo>
                  <a:lnTo>
                    <a:pt x="3199" y="5675"/>
                  </a:lnTo>
                  <a:lnTo>
                    <a:pt x="3223" y="5641"/>
                  </a:lnTo>
                  <a:lnTo>
                    <a:pt x="3250" y="5608"/>
                  </a:lnTo>
                  <a:lnTo>
                    <a:pt x="3276" y="5576"/>
                  </a:lnTo>
                  <a:lnTo>
                    <a:pt x="3306" y="5545"/>
                  </a:lnTo>
                  <a:lnTo>
                    <a:pt x="3336" y="5516"/>
                  </a:lnTo>
                  <a:lnTo>
                    <a:pt x="3368" y="5489"/>
                  </a:lnTo>
                  <a:lnTo>
                    <a:pt x="3401" y="5463"/>
                  </a:lnTo>
                  <a:lnTo>
                    <a:pt x="3435" y="5439"/>
                  </a:lnTo>
                  <a:lnTo>
                    <a:pt x="3471" y="5416"/>
                  </a:lnTo>
                  <a:lnTo>
                    <a:pt x="3508" y="5395"/>
                  </a:lnTo>
                  <a:lnTo>
                    <a:pt x="3545" y="5375"/>
                  </a:lnTo>
                  <a:lnTo>
                    <a:pt x="3584" y="5358"/>
                  </a:lnTo>
                  <a:lnTo>
                    <a:pt x="3623" y="5342"/>
                  </a:lnTo>
                  <a:lnTo>
                    <a:pt x="3664" y="5328"/>
                  </a:lnTo>
                  <a:lnTo>
                    <a:pt x="3705" y="5316"/>
                  </a:lnTo>
                  <a:lnTo>
                    <a:pt x="3747" y="5306"/>
                  </a:lnTo>
                  <a:lnTo>
                    <a:pt x="3791" y="5299"/>
                  </a:lnTo>
                  <a:lnTo>
                    <a:pt x="3834" y="5293"/>
                  </a:lnTo>
                  <a:lnTo>
                    <a:pt x="3878" y="5290"/>
                  </a:lnTo>
                  <a:lnTo>
                    <a:pt x="3923" y="5289"/>
                  </a:lnTo>
                  <a:close/>
                  <a:moveTo>
                    <a:pt x="4469" y="944"/>
                  </a:moveTo>
                  <a:lnTo>
                    <a:pt x="7037" y="944"/>
                  </a:lnTo>
                  <a:lnTo>
                    <a:pt x="6517" y="3103"/>
                  </a:lnTo>
                  <a:lnTo>
                    <a:pt x="3542" y="3103"/>
                  </a:lnTo>
                  <a:lnTo>
                    <a:pt x="4469" y="944"/>
                  </a:lnTo>
                  <a:close/>
                  <a:moveTo>
                    <a:pt x="7815" y="944"/>
                  </a:moveTo>
                  <a:lnTo>
                    <a:pt x="9490" y="944"/>
                  </a:lnTo>
                  <a:lnTo>
                    <a:pt x="10718" y="3103"/>
                  </a:lnTo>
                  <a:lnTo>
                    <a:pt x="7204" y="3103"/>
                  </a:lnTo>
                  <a:lnTo>
                    <a:pt x="7815" y="944"/>
                  </a:lnTo>
                  <a:close/>
                </a:path>
              </a:pathLst>
            </a:custGeom>
            <a:solidFill>
              <a:srgbClr val="00B05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grpSp>
      <p:sp>
        <p:nvSpPr>
          <p:cNvPr id="1727" name="Google Shape;1727;p25"/>
          <p:cNvSpPr/>
          <p:nvPr/>
        </p:nvSpPr>
        <p:spPr>
          <a:xfrm>
            <a:off x="10853609" y="5508585"/>
            <a:ext cx="183539" cy="127339"/>
          </a:xfrm>
          <a:custGeom>
            <a:rect b="b" l="l" r="r" t="t"/>
            <a:pathLst>
              <a:path extrusionOk="0" h="8619" w="17264">
                <a:moveTo>
                  <a:pt x="16211" y="3889"/>
                </a:moveTo>
                <a:lnTo>
                  <a:pt x="16421" y="4310"/>
                </a:lnTo>
                <a:lnTo>
                  <a:pt x="16000" y="4310"/>
                </a:lnTo>
                <a:lnTo>
                  <a:pt x="16000" y="5045"/>
                </a:lnTo>
                <a:lnTo>
                  <a:pt x="16633" y="5045"/>
                </a:lnTo>
                <a:lnTo>
                  <a:pt x="16737" y="5466"/>
                </a:lnTo>
                <a:lnTo>
                  <a:pt x="17264" y="5571"/>
                </a:lnTo>
                <a:lnTo>
                  <a:pt x="17158" y="6937"/>
                </a:lnTo>
                <a:lnTo>
                  <a:pt x="16633" y="7147"/>
                </a:lnTo>
                <a:lnTo>
                  <a:pt x="16633" y="6727"/>
                </a:lnTo>
                <a:lnTo>
                  <a:pt x="16527" y="6411"/>
                </a:lnTo>
                <a:lnTo>
                  <a:pt x="16317" y="6097"/>
                </a:lnTo>
                <a:lnTo>
                  <a:pt x="16106" y="5781"/>
                </a:lnTo>
                <a:lnTo>
                  <a:pt x="15790" y="5571"/>
                </a:lnTo>
                <a:lnTo>
                  <a:pt x="15474" y="5361"/>
                </a:lnTo>
                <a:lnTo>
                  <a:pt x="15159" y="5255"/>
                </a:lnTo>
                <a:lnTo>
                  <a:pt x="14737" y="5255"/>
                </a:lnTo>
                <a:lnTo>
                  <a:pt x="14422" y="5255"/>
                </a:lnTo>
                <a:lnTo>
                  <a:pt x="14001" y="5361"/>
                </a:lnTo>
                <a:lnTo>
                  <a:pt x="13685" y="5571"/>
                </a:lnTo>
                <a:lnTo>
                  <a:pt x="13369" y="5781"/>
                </a:lnTo>
                <a:lnTo>
                  <a:pt x="13158" y="6097"/>
                </a:lnTo>
                <a:lnTo>
                  <a:pt x="13054" y="6411"/>
                </a:lnTo>
                <a:lnTo>
                  <a:pt x="12948" y="6727"/>
                </a:lnTo>
                <a:lnTo>
                  <a:pt x="12842" y="7147"/>
                </a:lnTo>
                <a:lnTo>
                  <a:pt x="12842" y="7463"/>
                </a:lnTo>
                <a:lnTo>
                  <a:pt x="10211" y="7463"/>
                </a:lnTo>
                <a:lnTo>
                  <a:pt x="9896" y="7989"/>
                </a:lnTo>
                <a:lnTo>
                  <a:pt x="5895" y="7989"/>
                </a:lnTo>
                <a:lnTo>
                  <a:pt x="4632" y="7989"/>
                </a:lnTo>
                <a:lnTo>
                  <a:pt x="4843" y="7463"/>
                </a:lnTo>
                <a:lnTo>
                  <a:pt x="4843" y="7043"/>
                </a:lnTo>
                <a:lnTo>
                  <a:pt x="4843" y="6622"/>
                </a:lnTo>
                <a:lnTo>
                  <a:pt x="4737" y="6307"/>
                </a:lnTo>
                <a:lnTo>
                  <a:pt x="10106" y="6307"/>
                </a:lnTo>
                <a:lnTo>
                  <a:pt x="10421" y="1156"/>
                </a:lnTo>
                <a:lnTo>
                  <a:pt x="12317" y="1156"/>
                </a:lnTo>
                <a:lnTo>
                  <a:pt x="13685" y="1262"/>
                </a:lnTo>
                <a:lnTo>
                  <a:pt x="15264" y="3468"/>
                </a:lnTo>
                <a:lnTo>
                  <a:pt x="16211" y="3889"/>
                </a:lnTo>
                <a:close/>
                <a:moveTo>
                  <a:pt x="2948" y="5571"/>
                </a:moveTo>
                <a:lnTo>
                  <a:pt x="2421" y="5781"/>
                </a:lnTo>
                <a:lnTo>
                  <a:pt x="1895" y="6097"/>
                </a:lnTo>
                <a:lnTo>
                  <a:pt x="1579" y="6517"/>
                </a:lnTo>
                <a:lnTo>
                  <a:pt x="1474" y="7147"/>
                </a:lnTo>
                <a:lnTo>
                  <a:pt x="1579" y="7673"/>
                </a:lnTo>
                <a:lnTo>
                  <a:pt x="1895" y="8199"/>
                </a:lnTo>
                <a:lnTo>
                  <a:pt x="2421" y="8513"/>
                </a:lnTo>
                <a:lnTo>
                  <a:pt x="2948" y="8619"/>
                </a:lnTo>
                <a:lnTo>
                  <a:pt x="3579" y="8513"/>
                </a:lnTo>
                <a:lnTo>
                  <a:pt x="4000" y="8199"/>
                </a:lnTo>
                <a:lnTo>
                  <a:pt x="4316" y="7673"/>
                </a:lnTo>
                <a:lnTo>
                  <a:pt x="4526" y="7147"/>
                </a:lnTo>
                <a:lnTo>
                  <a:pt x="4316" y="6517"/>
                </a:lnTo>
                <a:lnTo>
                  <a:pt x="4000" y="6097"/>
                </a:lnTo>
                <a:lnTo>
                  <a:pt x="3579" y="5781"/>
                </a:lnTo>
                <a:lnTo>
                  <a:pt x="2948" y="5571"/>
                </a:lnTo>
                <a:close/>
                <a:moveTo>
                  <a:pt x="2948" y="6307"/>
                </a:moveTo>
                <a:lnTo>
                  <a:pt x="3263" y="6411"/>
                </a:lnTo>
                <a:lnTo>
                  <a:pt x="3579" y="6517"/>
                </a:lnTo>
                <a:lnTo>
                  <a:pt x="3685" y="6832"/>
                </a:lnTo>
                <a:lnTo>
                  <a:pt x="3789" y="7147"/>
                </a:lnTo>
                <a:lnTo>
                  <a:pt x="3685" y="7463"/>
                </a:lnTo>
                <a:lnTo>
                  <a:pt x="3579" y="7673"/>
                </a:lnTo>
                <a:lnTo>
                  <a:pt x="3263" y="7883"/>
                </a:lnTo>
                <a:lnTo>
                  <a:pt x="2948" y="7989"/>
                </a:lnTo>
                <a:lnTo>
                  <a:pt x="2632" y="7883"/>
                </a:lnTo>
                <a:lnTo>
                  <a:pt x="2421" y="7673"/>
                </a:lnTo>
                <a:lnTo>
                  <a:pt x="2211" y="7463"/>
                </a:lnTo>
                <a:lnTo>
                  <a:pt x="2105" y="7147"/>
                </a:lnTo>
                <a:lnTo>
                  <a:pt x="2211" y="6832"/>
                </a:lnTo>
                <a:lnTo>
                  <a:pt x="2421" y="6517"/>
                </a:lnTo>
                <a:lnTo>
                  <a:pt x="2632" y="6411"/>
                </a:lnTo>
                <a:lnTo>
                  <a:pt x="2948" y="6307"/>
                </a:lnTo>
                <a:close/>
                <a:moveTo>
                  <a:pt x="9474" y="0"/>
                </a:moveTo>
                <a:lnTo>
                  <a:pt x="842" y="0"/>
                </a:lnTo>
                <a:lnTo>
                  <a:pt x="527" y="106"/>
                </a:lnTo>
                <a:lnTo>
                  <a:pt x="421" y="420"/>
                </a:lnTo>
                <a:lnTo>
                  <a:pt x="421" y="1997"/>
                </a:lnTo>
                <a:lnTo>
                  <a:pt x="6000" y="1997"/>
                </a:lnTo>
                <a:lnTo>
                  <a:pt x="6000" y="1052"/>
                </a:lnTo>
                <a:lnTo>
                  <a:pt x="8842" y="2943"/>
                </a:lnTo>
                <a:lnTo>
                  <a:pt x="6000" y="4835"/>
                </a:lnTo>
                <a:lnTo>
                  <a:pt x="6000" y="3889"/>
                </a:lnTo>
                <a:lnTo>
                  <a:pt x="421" y="3889"/>
                </a:lnTo>
                <a:lnTo>
                  <a:pt x="421" y="5466"/>
                </a:lnTo>
                <a:lnTo>
                  <a:pt x="527" y="5781"/>
                </a:lnTo>
                <a:lnTo>
                  <a:pt x="842" y="5886"/>
                </a:lnTo>
                <a:lnTo>
                  <a:pt x="1579" y="5886"/>
                </a:lnTo>
                <a:lnTo>
                  <a:pt x="1895" y="5676"/>
                </a:lnTo>
                <a:lnTo>
                  <a:pt x="2211" y="5466"/>
                </a:lnTo>
                <a:lnTo>
                  <a:pt x="2526" y="5361"/>
                </a:lnTo>
                <a:lnTo>
                  <a:pt x="2948" y="5255"/>
                </a:lnTo>
                <a:lnTo>
                  <a:pt x="3369" y="5361"/>
                </a:lnTo>
                <a:lnTo>
                  <a:pt x="3685" y="5466"/>
                </a:lnTo>
                <a:lnTo>
                  <a:pt x="4106" y="5676"/>
                </a:lnTo>
                <a:lnTo>
                  <a:pt x="4316" y="5886"/>
                </a:lnTo>
                <a:lnTo>
                  <a:pt x="9263" y="5886"/>
                </a:lnTo>
                <a:lnTo>
                  <a:pt x="9474" y="5781"/>
                </a:lnTo>
                <a:lnTo>
                  <a:pt x="9685" y="5466"/>
                </a:lnTo>
                <a:lnTo>
                  <a:pt x="9896" y="420"/>
                </a:lnTo>
                <a:lnTo>
                  <a:pt x="9896" y="316"/>
                </a:lnTo>
                <a:lnTo>
                  <a:pt x="9790" y="106"/>
                </a:lnTo>
                <a:lnTo>
                  <a:pt x="9474" y="0"/>
                </a:lnTo>
                <a:close/>
                <a:moveTo>
                  <a:pt x="1264" y="6307"/>
                </a:moveTo>
                <a:lnTo>
                  <a:pt x="1158" y="6727"/>
                </a:lnTo>
                <a:lnTo>
                  <a:pt x="1053" y="7147"/>
                </a:lnTo>
                <a:lnTo>
                  <a:pt x="1158" y="7463"/>
                </a:lnTo>
                <a:lnTo>
                  <a:pt x="842" y="7463"/>
                </a:lnTo>
                <a:lnTo>
                  <a:pt x="0" y="7147"/>
                </a:lnTo>
                <a:lnTo>
                  <a:pt x="0" y="6307"/>
                </a:lnTo>
                <a:lnTo>
                  <a:pt x="1264" y="6307"/>
                </a:lnTo>
                <a:close/>
                <a:moveTo>
                  <a:pt x="12948" y="7778"/>
                </a:moveTo>
                <a:lnTo>
                  <a:pt x="10421" y="7778"/>
                </a:lnTo>
                <a:lnTo>
                  <a:pt x="10211" y="8093"/>
                </a:lnTo>
                <a:lnTo>
                  <a:pt x="12948" y="8093"/>
                </a:lnTo>
                <a:lnTo>
                  <a:pt x="12948" y="7778"/>
                </a:lnTo>
                <a:close/>
                <a:moveTo>
                  <a:pt x="14737" y="5571"/>
                </a:moveTo>
                <a:lnTo>
                  <a:pt x="14212" y="5781"/>
                </a:lnTo>
                <a:lnTo>
                  <a:pt x="13685" y="6097"/>
                </a:lnTo>
                <a:lnTo>
                  <a:pt x="13369" y="6517"/>
                </a:lnTo>
                <a:lnTo>
                  <a:pt x="13264" y="7147"/>
                </a:lnTo>
                <a:lnTo>
                  <a:pt x="13369" y="7673"/>
                </a:lnTo>
                <a:lnTo>
                  <a:pt x="13685" y="8199"/>
                </a:lnTo>
                <a:lnTo>
                  <a:pt x="14212" y="8513"/>
                </a:lnTo>
                <a:lnTo>
                  <a:pt x="14737" y="8619"/>
                </a:lnTo>
                <a:lnTo>
                  <a:pt x="15369" y="8513"/>
                </a:lnTo>
                <a:lnTo>
                  <a:pt x="15790" y="8199"/>
                </a:lnTo>
                <a:lnTo>
                  <a:pt x="16106" y="7673"/>
                </a:lnTo>
                <a:lnTo>
                  <a:pt x="16317" y="7147"/>
                </a:lnTo>
                <a:lnTo>
                  <a:pt x="16106" y="6517"/>
                </a:lnTo>
                <a:lnTo>
                  <a:pt x="15790" y="6097"/>
                </a:lnTo>
                <a:lnTo>
                  <a:pt x="15369" y="5781"/>
                </a:lnTo>
                <a:lnTo>
                  <a:pt x="14737" y="5571"/>
                </a:lnTo>
                <a:close/>
                <a:moveTo>
                  <a:pt x="14737" y="6307"/>
                </a:moveTo>
                <a:lnTo>
                  <a:pt x="14422" y="6411"/>
                </a:lnTo>
                <a:lnTo>
                  <a:pt x="14212" y="6517"/>
                </a:lnTo>
                <a:lnTo>
                  <a:pt x="14001" y="6832"/>
                </a:lnTo>
                <a:lnTo>
                  <a:pt x="13895" y="7147"/>
                </a:lnTo>
                <a:lnTo>
                  <a:pt x="14001" y="7463"/>
                </a:lnTo>
                <a:lnTo>
                  <a:pt x="14212" y="7673"/>
                </a:lnTo>
                <a:lnTo>
                  <a:pt x="14422" y="7883"/>
                </a:lnTo>
                <a:lnTo>
                  <a:pt x="14737" y="7989"/>
                </a:lnTo>
                <a:lnTo>
                  <a:pt x="15053" y="7883"/>
                </a:lnTo>
                <a:lnTo>
                  <a:pt x="15369" y="7673"/>
                </a:lnTo>
                <a:lnTo>
                  <a:pt x="15474" y="7463"/>
                </a:lnTo>
                <a:lnTo>
                  <a:pt x="15580" y="7147"/>
                </a:lnTo>
                <a:lnTo>
                  <a:pt x="15474" y="6832"/>
                </a:lnTo>
                <a:lnTo>
                  <a:pt x="15369" y="6517"/>
                </a:lnTo>
                <a:lnTo>
                  <a:pt x="15053" y="6411"/>
                </a:lnTo>
                <a:lnTo>
                  <a:pt x="14737" y="6307"/>
                </a:lnTo>
                <a:close/>
                <a:moveTo>
                  <a:pt x="11053" y="3889"/>
                </a:moveTo>
                <a:lnTo>
                  <a:pt x="11053" y="4310"/>
                </a:lnTo>
                <a:lnTo>
                  <a:pt x="11474" y="4204"/>
                </a:lnTo>
                <a:lnTo>
                  <a:pt x="12001" y="4099"/>
                </a:lnTo>
                <a:lnTo>
                  <a:pt x="12105" y="3994"/>
                </a:lnTo>
                <a:lnTo>
                  <a:pt x="12105" y="3889"/>
                </a:lnTo>
                <a:lnTo>
                  <a:pt x="11053" y="3889"/>
                </a:lnTo>
                <a:close/>
                <a:moveTo>
                  <a:pt x="14527" y="3889"/>
                </a:moveTo>
                <a:lnTo>
                  <a:pt x="13895" y="2838"/>
                </a:lnTo>
                <a:lnTo>
                  <a:pt x="13264" y="1787"/>
                </a:lnTo>
                <a:lnTo>
                  <a:pt x="11158" y="1682"/>
                </a:lnTo>
                <a:lnTo>
                  <a:pt x="11053" y="3468"/>
                </a:lnTo>
                <a:lnTo>
                  <a:pt x="13158" y="3574"/>
                </a:lnTo>
                <a:lnTo>
                  <a:pt x="13369" y="3784"/>
                </a:lnTo>
                <a:lnTo>
                  <a:pt x="14527" y="3889"/>
                </a:lnTo>
                <a:close/>
              </a:path>
            </a:pathLst>
          </a:custGeom>
          <a:solidFill>
            <a:srgbClr val="00B0F0"/>
          </a:solid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9900"/>
              </a:buClr>
              <a:buSzPts val="1800"/>
              <a:buFont typeface="Noto Sans Symbols"/>
              <a:buNone/>
            </a:pPr>
            <a:r>
              <a:t/>
            </a:r>
            <a:endParaRPr sz="1800">
              <a:solidFill>
                <a:schemeClr val="dk1"/>
              </a:solidFill>
              <a:latin typeface="Arial"/>
              <a:ea typeface="Arial"/>
              <a:cs typeface="Arial"/>
              <a:sym typeface="Arial"/>
            </a:endParaRPr>
          </a:p>
        </p:txBody>
      </p:sp>
      <p:sp>
        <p:nvSpPr>
          <p:cNvPr id="1728" name="Google Shape;1728;p25"/>
          <p:cNvSpPr/>
          <p:nvPr/>
        </p:nvSpPr>
        <p:spPr>
          <a:xfrm>
            <a:off x="10485165" y="5535997"/>
            <a:ext cx="67352" cy="115428"/>
          </a:xfrm>
          <a:prstGeom prst="irregularSeal1">
            <a:avLst/>
          </a:prstGeom>
          <a:solidFill>
            <a:srgbClr val="EA002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9" name="Google Shape;1729;p25"/>
          <p:cNvSpPr/>
          <p:nvPr/>
        </p:nvSpPr>
        <p:spPr>
          <a:xfrm>
            <a:off x="8265208" y="5719382"/>
            <a:ext cx="1105217" cy="410962"/>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华为</a:t>
            </a:r>
            <a:endParaRPr b="1" sz="800">
              <a:solidFill>
                <a:schemeClr val="dk1"/>
              </a:solidFill>
              <a:latin typeface="Arial"/>
              <a:ea typeface="Arial"/>
              <a:cs typeface="Arial"/>
              <a:sym typeface="Arial"/>
            </a:endParaRPr>
          </a:p>
        </p:txBody>
      </p:sp>
      <p:sp>
        <p:nvSpPr>
          <p:cNvPr id="1730" name="Google Shape;1730;p25"/>
          <p:cNvSpPr/>
          <p:nvPr/>
        </p:nvSpPr>
        <p:spPr>
          <a:xfrm>
            <a:off x="9931931" y="5689623"/>
            <a:ext cx="1105217" cy="409447"/>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lang="en-US" sz="1000">
                <a:solidFill>
                  <a:schemeClr val="dk1"/>
                </a:solidFill>
                <a:latin typeface="Arial"/>
                <a:ea typeface="Arial"/>
                <a:cs typeface="Arial"/>
                <a:sym typeface="Arial"/>
              </a:rPr>
              <a:t>传统</a:t>
            </a:r>
            <a:endParaRPr b="1" sz="800">
              <a:solidFill>
                <a:schemeClr val="dk1"/>
              </a:solidFill>
              <a:latin typeface="Arial"/>
              <a:ea typeface="Arial"/>
              <a:cs typeface="Arial"/>
              <a:sym typeface="Arial"/>
            </a:endParaRPr>
          </a:p>
        </p:txBody>
      </p:sp>
      <p:sp>
        <p:nvSpPr>
          <p:cNvPr id="1731" name="Google Shape;1731;p25"/>
          <p:cNvSpPr/>
          <p:nvPr/>
        </p:nvSpPr>
        <p:spPr>
          <a:xfrm>
            <a:off x="8915010" y="5428611"/>
            <a:ext cx="1105217" cy="437605"/>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b="1" i="1" lang="en-US" sz="1100">
                <a:solidFill>
                  <a:srgbClr val="C00000"/>
                </a:solidFill>
                <a:latin typeface="Arial"/>
                <a:ea typeface="Arial"/>
                <a:cs typeface="Arial"/>
                <a:sym typeface="Arial"/>
              </a:rPr>
              <a:t>VS</a:t>
            </a:r>
            <a:endParaRPr b="1" i="1" sz="1000">
              <a:solidFill>
                <a:srgbClr val="C00000"/>
              </a:solidFill>
              <a:latin typeface="Arial"/>
              <a:ea typeface="Arial"/>
              <a:cs typeface="Arial"/>
              <a:sym typeface="Arial"/>
            </a:endParaRPr>
          </a:p>
        </p:txBody>
      </p:sp>
      <p:sp>
        <p:nvSpPr>
          <p:cNvPr id="1732" name="Google Shape;1732;p25"/>
          <p:cNvSpPr/>
          <p:nvPr/>
        </p:nvSpPr>
        <p:spPr>
          <a:xfrm>
            <a:off x="3662207" y="5704169"/>
            <a:ext cx="1637058" cy="410697"/>
          </a:xfrm>
          <a:prstGeom prst="rect">
            <a:avLst/>
          </a:prstGeom>
          <a:noFill/>
          <a:ln>
            <a:noFill/>
          </a:ln>
        </p:spPr>
        <p:txBody>
          <a:bodyPr anchorCtr="0" anchor="ctr" bIns="9700" lIns="9700" spcFirstLastPara="1" rIns="9700" wrap="square" tIns="9700">
            <a:noAutofit/>
          </a:bodyPr>
          <a:lstStyle/>
          <a:p>
            <a:pPr indent="0" lvl="0" marL="0" marR="0" rtl="0" algn="l">
              <a:spcBef>
                <a:spcPts val="0"/>
              </a:spcBef>
              <a:spcAft>
                <a:spcPts val="0"/>
              </a:spcAft>
              <a:buNone/>
            </a:pPr>
            <a:r>
              <a:rPr lang="en-US" sz="900">
                <a:solidFill>
                  <a:srgbClr val="1D1D1A"/>
                </a:solidFill>
                <a:latin typeface="Arial"/>
                <a:ea typeface="Arial"/>
                <a:cs typeface="Arial"/>
                <a:sym typeface="Arial"/>
              </a:rPr>
              <a:t>结售汇办理</a:t>
            </a:r>
            <a:endParaRPr sz="900">
              <a:solidFill>
                <a:srgbClr val="1D1D1A"/>
              </a:solidFill>
              <a:latin typeface="Arial"/>
              <a:ea typeface="Arial"/>
              <a:cs typeface="Arial"/>
              <a:sym typeface="Arial"/>
            </a:endParaRPr>
          </a:p>
          <a:p>
            <a:pPr indent="0" lvl="0" marL="0" marR="0" rtl="0" algn="l">
              <a:spcBef>
                <a:spcPts val="0"/>
              </a:spcBef>
              <a:spcAft>
                <a:spcPts val="0"/>
              </a:spcAft>
              <a:buNone/>
            </a:pPr>
            <a:r>
              <a:rPr lang="en-US" sz="900">
                <a:solidFill>
                  <a:srgbClr val="1D1D1A"/>
                </a:solidFill>
                <a:latin typeface="Arial"/>
                <a:ea typeface="Arial"/>
                <a:cs typeface="Arial"/>
                <a:sym typeface="Arial"/>
              </a:rPr>
              <a:t>时间</a:t>
            </a:r>
            <a:r>
              <a:rPr b="1" lang="en-US" sz="1600">
                <a:solidFill>
                  <a:srgbClr val="C00000"/>
                </a:solidFill>
                <a:latin typeface="Arial"/>
                <a:ea typeface="Arial"/>
                <a:cs typeface="Arial"/>
                <a:sym typeface="Arial"/>
              </a:rPr>
              <a:t>90%↓</a:t>
            </a:r>
            <a:endParaRPr/>
          </a:p>
        </p:txBody>
      </p:sp>
      <p:sp>
        <p:nvSpPr>
          <p:cNvPr id="1733" name="Google Shape;1733;p25"/>
          <p:cNvSpPr/>
          <p:nvPr/>
        </p:nvSpPr>
        <p:spPr>
          <a:xfrm>
            <a:off x="3476530" y="5606461"/>
            <a:ext cx="3594830" cy="567639"/>
          </a:xfrm>
          <a:prstGeom prst="rect">
            <a:avLst/>
          </a:prstGeom>
          <a:noFill/>
          <a:ln cap="flat" cmpd="sng" w="9525">
            <a:solidFill>
              <a:srgbClr val="A3A3A3"/>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666666"/>
              </a:solidFill>
              <a:latin typeface="Calibri"/>
              <a:ea typeface="Calibri"/>
              <a:cs typeface="Calibri"/>
              <a:sym typeface="Calibri"/>
            </a:endParaRPr>
          </a:p>
        </p:txBody>
      </p:sp>
      <p:grpSp>
        <p:nvGrpSpPr>
          <p:cNvPr id="1734" name="Google Shape;1734;p25"/>
          <p:cNvGrpSpPr/>
          <p:nvPr/>
        </p:nvGrpSpPr>
        <p:grpSpPr>
          <a:xfrm>
            <a:off x="4547770" y="5625344"/>
            <a:ext cx="2409871" cy="510226"/>
            <a:chOff x="9246503" y="1925649"/>
            <a:chExt cx="1359737" cy="400820"/>
          </a:xfrm>
        </p:grpSpPr>
        <p:sp>
          <p:nvSpPr>
            <p:cNvPr id="1735" name="Google Shape;1735;p25"/>
            <p:cNvSpPr/>
            <p:nvPr/>
          </p:nvSpPr>
          <p:spPr>
            <a:xfrm>
              <a:off x="9268662" y="2155064"/>
              <a:ext cx="761972" cy="163161"/>
            </a:xfrm>
            <a:prstGeom prst="rect">
              <a:avLst/>
            </a:prstGeom>
            <a:solidFill>
              <a:srgbClr val="A3A3A3"/>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900">
                  <a:solidFill>
                    <a:schemeClr val="dk2"/>
                  </a:solidFill>
                  <a:latin typeface="Microsoft Yahei"/>
                  <a:ea typeface="Microsoft Yahei"/>
                  <a:cs typeface="Microsoft Yahei"/>
                  <a:sym typeface="Microsoft Yahei"/>
                </a:rPr>
                <a:t>10分钟</a:t>
              </a:r>
              <a:endParaRPr/>
            </a:p>
          </p:txBody>
        </p:sp>
        <p:sp>
          <p:nvSpPr>
            <p:cNvPr id="1736" name="Google Shape;1736;p25"/>
            <p:cNvSpPr/>
            <p:nvPr/>
          </p:nvSpPr>
          <p:spPr>
            <a:xfrm>
              <a:off x="9268662" y="1956153"/>
              <a:ext cx="352546" cy="163161"/>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chemeClr val="dk2"/>
                </a:solidFill>
                <a:latin typeface="Arial"/>
                <a:ea typeface="Arial"/>
                <a:cs typeface="Arial"/>
                <a:sym typeface="Arial"/>
              </a:endParaRPr>
            </a:p>
          </p:txBody>
        </p:sp>
        <p:sp>
          <p:nvSpPr>
            <p:cNvPr id="1737" name="Google Shape;1737;p25"/>
            <p:cNvSpPr/>
            <p:nvPr/>
          </p:nvSpPr>
          <p:spPr>
            <a:xfrm>
              <a:off x="9246503" y="1925649"/>
              <a:ext cx="390021" cy="216495"/>
            </a:xfrm>
            <a:prstGeom prst="rect">
              <a:avLst/>
            </a:prstGeom>
            <a:noFill/>
            <a:ln>
              <a:noFill/>
            </a:ln>
          </p:spPr>
          <p:txBody>
            <a:bodyPr anchorCtr="0" anchor="ctr" bIns="45700" lIns="0" spcFirstLastPara="1" rIns="0" wrap="square" tIns="45700">
              <a:spAutoFit/>
            </a:bodyPr>
            <a:lstStyle/>
            <a:p>
              <a:pPr indent="0" lvl="0" marL="0" marR="0" rtl="0" algn="ctr">
                <a:lnSpc>
                  <a:spcPct val="150000"/>
                </a:lnSpc>
                <a:spcBef>
                  <a:spcPts val="0"/>
                </a:spcBef>
                <a:spcAft>
                  <a:spcPts val="0"/>
                </a:spcAft>
                <a:buNone/>
              </a:pPr>
              <a:r>
                <a:rPr b="1" lang="en-US" sz="900">
                  <a:solidFill>
                    <a:schemeClr val="dk2"/>
                  </a:solidFill>
                  <a:latin typeface="Microsoft Yahei"/>
                  <a:ea typeface="Microsoft Yahei"/>
                  <a:cs typeface="Microsoft Yahei"/>
                  <a:sym typeface="Microsoft Yahei"/>
                </a:rPr>
                <a:t>0.67分钟</a:t>
              </a:r>
              <a:endParaRPr b="1" sz="900">
                <a:solidFill>
                  <a:schemeClr val="dk2"/>
                </a:solidFill>
                <a:latin typeface="Microsoft Yahei"/>
                <a:ea typeface="Microsoft Yahei"/>
                <a:cs typeface="Microsoft Yahei"/>
                <a:sym typeface="Microsoft Yahei"/>
              </a:endParaRPr>
            </a:p>
          </p:txBody>
        </p:sp>
        <p:sp>
          <p:nvSpPr>
            <p:cNvPr id="1738" name="Google Shape;1738;p25"/>
            <p:cNvSpPr/>
            <p:nvPr/>
          </p:nvSpPr>
          <p:spPr>
            <a:xfrm>
              <a:off x="9472614" y="1937545"/>
              <a:ext cx="579135" cy="200376"/>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lang="en-US" sz="800">
                  <a:solidFill>
                    <a:schemeClr val="dk1"/>
                  </a:solidFill>
                  <a:latin typeface="Arial"/>
                  <a:ea typeface="Arial"/>
                  <a:cs typeface="Arial"/>
                  <a:sym typeface="Arial"/>
                </a:rPr>
                <a:t>现在</a:t>
              </a:r>
              <a:endParaRPr sz="600">
                <a:solidFill>
                  <a:schemeClr val="dk1"/>
                </a:solidFill>
                <a:latin typeface="Arial"/>
                <a:ea typeface="Arial"/>
                <a:cs typeface="Arial"/>
                <a:sym typeface="Arial"/>
              </a:endParaRPr>
            </a:p>
          </p:txBody>
        </p:sp>
        <p:sp>
          <p:nvSpPr>
            <p:cNvPr id="1739" name="Google Shape;1739;p25"/>
            <p:cNvSpPr/>
            <p:nvPr/>
          </p:nvSpPr>
          <p:spPr>
            <a:xfrm>
              <a:off x="9705402" y="2126093"/>
              <a:ext cx="900838" cy="200376"/>
            </a:xfrm>
            <a:prstGeom prst="rect">
              <a:avLst/>
            </a:prstGeom>
            <a:noFill/>
            <a:ln>
              <a:noFill/>
            </a:ln>
          </p:spPr>
          <p:txBody>
            <a:bodyPr anchorCtr="0" anchor="ctr" bIns="45700" lIns="91425" spcFirstLastPara="1" rIns="91425" wrap="square" tIns="45700">
              <a:spAutoFit/>
            </a:bodyPr>
            <a:lstStyle/>
            <a:p>
              <a:pPr indent="0" lvl="0" marL="0" marR="0" rtl="0" algn="ctr">
                <a:lnSpc>
                  <a:spcPct val="150000"/>
                </a:lnSpc>
                <a:spcBef>
                  <a:spcPts val="0"/>
                </a:spcBef>
                <a:spcAft>
                  <a:spcPts val="0"/>
                </a:spcAft>
                <a:buNone/>
              </a:pPr>
              <a:r>
                <a:rPr lang="en-US" sz="800">
                  <a:solidFill>
                    <a:schemeClr val="dk1"/>
                  </a:solidFill>
                  <a:latin typeface="Arial"/>
                  <a:ea typeface="Arial"/>
                  <a:cs typeface="Arial"/>
                  <a:sym typeface="Arial"/>
                </a:rPr>
                <a:t>过去</a:t>
              </a:r>
              <a:endParaRPr sz="800">
                <a:solidFill>
                  <a:schemeClr val="dk1"/>
                </a:solidFill>
                <a:latin typeface="Arial"/>
                <a:ea typeface="Arial"/>
                <a:cs typeface="Arial"/>
                <a:sym typeface="Arial"/>
              </a:endParaRPr>
            </a:p>
          </p:txBody>
        </p:sp>
      </p:grpSp>
      <p:pic>
        <p:nvPicPr>
          <p:cNvPr id="1740" name="Google Shape;1740;p25"/>
          <p:cNvPicPr preferRelativeResize="0"/>
          <p:nvPr/>
        </p:nvPicPr>
        <p:blipFill rotWithShape="1">
          <a:blip r:embed="rId10">
            <a:alphaModFix/>
          </a:blip>
          <a:srcRect b="0" l="0" r="0" t="0"/>
          <a:stretch/>
        </p:blipFill>
        <p:spPr>
          <a:xfrm flipH="1" rot="5400000">
            <a:off x="3075779" y="5815881"/>
            <a:ext cx="241591" cy="23328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30"/>
          <p:cNvSpPr txBox="1"/>
          <p:nvPr>
            <p:ph type="ctrTitle"/>
          </p:nvPr>
        </p:nvSpPr>
        <p:spPr>
          <a:xfrm>
            <a:off x="1524596" y="1122363"/>
            <a:ext cx="9147572"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747" name="Google Shape;1747;p30"/>
          <p:cNvSpPr txBox="1"/>
          <p:nvPr>
            <p:ph idx="1" type="subTitle"/>
          </p:nvPr>
        </p:nvSpPr>
        <p:spPr>
          <a:xfrm>
            <a:off x="1524596" y="3602038"/>
            <a:ext cx="9147572" cy="1655762"/>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t/>
            </a:r>
            <a:endParaRPr/>
          </a:p>
        </p:txBody>
      </p:sp>
      <p:pic>
        <p:nvPicPr>
          <p:cNvPr id="1748" name="Google Shape;1748;p30"/>
          <p:cNvPicPr preferRelativeResize="0"/>
          <p:nvPr/>
        </p:nvPicPr>
        <p:blipFill rotWithShape="1">
          <a:blip r:embed="rId3">
            <a:alphaModFix/>
          </a:blip>
          <a:srcRect b="0" l="0" r="0" t="0"/>
          <a:stretch/>
        </p:blipFill>
        <p:spPr>
          <a:xfrm>
            <a:off x="2381" y="0"/>
            <a:ext cx="12192000" cy="6858000"/>
          </a:xfrm>
          <a:prstGeom prst="rect">
            <a:avLst/>
          </a:prstGeom>
          <a:noFill/>
          <a:ln>
            <a:noFill/>
          </a:ln>
        </p:spPr>
      </p:pic>
      <p:pic>
        <p:nvPicPr>
          <p:cNvPr id="1749" name="Google Shape;1749;p30"/>
          <p:cNvPicPr preferRelativeResize="0"/>
          <p:nvPr/>
        </p:nvPicPr>
        <p:blipFill rotWithShape="1">
          <a:blip r:embed="rId4">
            <a:alphaModFix/>
          </a:blip>
          <a:srcRect b="0" l="0" r="0" t="0"/>
          <a:stretch/>
        </p:blipFill>
        <p:spPr>
          <a:xfrm>
            <a:off x="10670381" y="5578337"/>
            <a:ext cx="959126" cy="959126"/>
          </a:xfrm>
          <a:prstGeom prst="rect">
            <a:avLst/>
          </a:prstGeom>
          <a:noFill/>
          <a:ln>
            <a:noFill/>
          </a:ln>
        </p:spPr>
      </p:pic>
      <p:sp>
        <p:nvSpPr>
          <p:cNvPr id="1750" name="Google Shape;1750;p30"/>
          <p:cNvSpPr txBox="1"/>
          <p:nvPr/>
        </p:nvSpPr>
        <p:spPr>
          <a:xfrm>
            <a:off x="468047" y="3509964"/>
            <a:ext cx="4627419" cy="689985"/>
          </a:xfrm>
          <a:prstGeom prst="rect">
            <a:avLst/>
          </a:prstGeom>
          <a:noFill/>
          <a:ln>
            <a:noFill/>
          </a:ln>
        </p:spPr>
        <p:txBody>
          <a:bodyPr anchorCtr="0" anchor="t" bIns="0" lIns="0" spcFirstLastPara="1" rIns="0" wrap="square" tIns="0">
            <a:noAutofit/>
          </a:bodyPr>
          <a:lstStyle/>
          <a:p>
            <a:pPr indent="0" lvl="0" marL="0" marR="0" rtl="0" algn="l">
              <a:lnSpc>
                <a:spcPct val="87500"/>
              </a:lnSpc>
              <a:spcBef>
                <a:spcPts val="0"/>
              </a:spcBef>
              <a:spcAft>
                <a:spcPts val="0"/>
              </a:spcAft>
              <a:buClr>
                <a:schemeClr val="dk1"/>
              </a:buClr>
              <a:buSzPts val="3200"/>
              <a:buFont typeface="Microsoft YaHei"/>
              <a:buNone/>
            </a:pPr>
            <a:r>
              <a:rPr b="1" i="0" lang="en-US" sz="3200">
                <a:solidFill>
                  <a:schemeClr val="dk1"/>
                </a:solidFill>
                <a:latin typeface="Microsoft YaHei"/>
                <a:ea typeface="Microsoft YaHei"/>
                <a:cs typeface="Microsoft YaHei"/>
                <a:sym typeface="Microsoft YaHei"/>
              </a:rPr>
              <a:t>以澎湃动力</a:t>
            </a:r>
            <a:endParaRPr b="1" i="0" sz="3200">
              <a:solidFill>
                <a:schemeClr val="dk1"/>
              </a:solidFill>
              <a:latin typeface="Microsoft YaHei"/>
              <a:ea typeface="Microsoft YaHei"/>
              <a:cs typeface="Microsoft YaHei"/>
              <a:sym typeface="Microsoft YaHei"/>
            </a:endParaRPr>
          </a:p>
          <a:p>
            <a:pPr indent="0" lvl="0" marL="0" marR="0" rtl="0" algn="l">
              <a:lnSpc>
                <a:spcPct val="112500"/>
              </a:lnSpc>
              <a:spcBef>
                <a:spcPts val="0"/>
              </a:spcBef>
              <a:spcAft>
                <a:spcPts val="0"/>
              </a:spcAft>
              <a:buClr>
                <a:schemeClr val="dk1"/>
              </a:buClr>
              <a:buSzPts val="3200"/>
              <a:buFont typeface="Microsoft YaHei"/>
              <a:buNone/>
            </a:pPr>
            <a:r>
              <a:rPr b="1" i="0" lang="en-US" sz="3200">
                <a:solidFill>
                  <a:schemeClr val="dk1"/>
                </a:solidFill>
                <a:latin typeface="Microsoft YaHei"/>
                <a:ea typeface="Microsoft YaHei"/>
                <a:cs typeface="Microsoft YaHei"/>
                <a:sym typeface="Microsoft YaHei"/>
              </a:rPr>
              <a:t>引领智能IP网络</a:t>
            </a:r>
            <a:endParaRPr b="1" i="0" sz="3200">
              <a:solidFill>
                <a:schemeClr val="dk1"/>
              </a:solidFill>
              <a:latin typeface="Microsoft YaHei"/>
              <a:ea typeface="Microsoft YaHei"/>
              <a:cs typeface="Microsoft YaHei"/>
              <a:sym typeface="Microsoft YaHei"/>
            </a:endParaRPr>
          </a:p>
        </p:txBody>
      </p:sp>
      <p:grpSp>
        <p:nvGrpSpPr>
          <p:cNvPr id="1751" name="Google Shape;1751;p30"/>
          <p:cNvGrpSpPr/>
          <p:nvPr/>
        </p:nvGrpSpPr>
        <p:grpSpPr>
          <a:xfrm>
            <a:off x="7622381" y="1030288"/>
            <a:ext cx="6096000" cy="901320"/>
            <a:chOff x="332510" y="4811460"/>
            <a:chExt cx="6096000" cy="901320"/>
          </a:xfrm>
        </p:grpSpPr>
        <p:sp>
          <p:nvSpPr>
            <p:cNvPr id="1752" name="Google Shape;1752;p30"/>
            <p:cNvSpPr/>
            <p:nvPr/>
          </p:nvSpPr>
          <p:spPr>
            <a:xfrm>
              <a:off x="332510" y="4811460"/>
              <a:ext cx="6096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282824"/>
                  </a:solidFill>
                  <a:latin typeface="Calibri"/>
                  <a:ea typeface="Calibri"/>
                  <a:cs typeface="Calibri"/>
                  <a:sym typeface="Calibri"/>
                </a:rPr>
                <a:t>Powered by</a:t>
              </a:r>
              <a:endParaRPr/>
            </a:p>
            <a:p>
              <a:pPr indent="0" lvl="0" marL="0" marR="0" rtl="0" algn="ctr">
                <a:spcBef>
                  <a:spcPts val="0"/>
                </a:spcBef>
                <a:spcAft>
                  <a:spcPts val="0"/>
                </a:spcAft>
                <a:buNone/>
              </a:pPr>
              <a:r>
                <a:rPr b="1" lang="en-US" sz="1800">
                  <a:solidFill>
                    <a:srgbClr val="C00000"/>
                  </a:solidFill>
                  <a:latin typeface="Calibri"/>
                  <a:ea typeface="Calibri"/>
                  <a:cs typeface="Calibri"/>
                  <a:sym typeface="Calibri"/>
                </a:rPr>
                <a:t>   </a:t>
              </a:r>
              <a:endParaRPr/>
            </a:p>
          </p:txBody>
        </p:sp>
        <p:sp>
          <p:nvSpPr>
            <p:cNvPr id="1753" name="Google Shape;1753;p30"/>
            <p:cNvSpPr/>
            <p:nvPr/>
          </p:nvSpPr>
          <p:spPr>
            <a:xfrm>
              <a:off x="3325089" y="5343448"/>
              <a:ext cx="18473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1" sz="1800">
                <a:solidFill>
                  <a:srgbClr val="C00000"/>
                </a:solidFill>
                <a:latin typeface="Calibri"/>
                <a:ea typeface="Calibri"/>
                <a:cs typeface="Calibri"/>
                <a:sym typeface="Calibri"/>
              </a:endParaRPr>
            </a:p>
          </p:txBody>
        </p:sp>
      </p:grpSp>
      <p:pic>
        <p:nvPicPr>
          <p:cNvPr id="1754" name="Google Shape;1754;p30"/>
          <p:cNvPicPr preferRelativeResize="0"/>
          <p:nvPr/>
        </p:nvPicPr>
        <p:blipFill rotWithShape="1">
          <a:blip r:embed="rId5">
            <a:alphaModFix/>
          </a:blip>
          <a:srcRect b="0" l="0" r="0" t="0"/>
          <a:stretch/>
        </p:blipFill>
        <p:spPr>
          <a:xfrm>
            <a:off x="9537284" y="2093969"/>
            <a:ext cx="2543175" cy="895350"/>
          </a:xfrm>
          <a:prstGeom prst="rect">
            <a:avLst/>
          </a:prstGeom>
          <a:noFill/>
          <a:ln>
            <a:noFill/>
          </a:ln>
        </p:spPr>
      </p:pic>
      <p:pic>
        <p:nvPicPr>
          <p:cNvPr id="1755" name="Google Shape;1755;p30"/>
          <p:cNvPicPr preferRelativeResize="0"/>
          <p:nvPr/>
        </p:nvPicPr>
        <p:blipFill rotWithShape="1">
          <a:blip r:embed="rId6">
            <a:alphaModFix/>
          </a:blip>
          <a:srcRect b="0" l="0" r="0" t="0"/>
          <a:stretch/>
        </p:blipFill>
        <p:spPr>
          <a:xfrm>
            <a:off x="9398794" y="1418389"/>
            <a:ext cx="2543175" cy="895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23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2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内容Copytext ">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1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Title Slid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0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61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2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35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20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2018-11-29T10:16:29Z</dcterms:created>
  <dc:creator>fanyan (A)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(3)b9SMdexsvlqHzDSwtFmBH0nzGWL3YKVPr7nhtXmWpvuTDlaWzxEcogYuwkn/iXM7ZKWSkMvZ
vIi+ryHWvL2BI9N/izTAKZGpGr7tg6n2+w2P1GIujsNryy/d3pw5fr5Bmd/RNnbAbCBmtDut
IWuv2bIsEJ2izpZH6ARDOI9lZZiI3++I6ILGCHbA9PFfaNWyPdQaI8J//Bulqqv0zmhwTOTY
3f6gOabTdU0N3SKt9F</vt:lpwstr>
  </property>
  <property fmtid="{D5CDD505-2E9C-101B-9397-08002B2CF9AE}" pid="3" name="_2015_ms_pID_7253431">
    <vt:lpwstr>7/GGPvgq+zREgNJmymCpGJzWIv9SdydH018BMteC7T1oT7eh3c9w54
VB1PWPkJnW9O0h1YG261rVU2+92kg3Ozm+1m6SLjD4JGm+ay5g7fj7rcE1DdhNkaZyPyTKH2
Aqlgz/yYXtc6zDm+JWnDfCV5mXn8T+RpcwUv3BDCG3Gw5/nBBcvxTuDbK8gSUQWrlibduGGW
j9e9em8HmsD/nSFaNTY9k/PPQFi58zD8OFZA</vt:lpwstr>
  </property>
  <property fmtid="{D5CDD505-2E9C-101B-9397-08002B2CF9AE}" pid="4" name="_2015_ms_pID_7253432">
    <vt:lpwstr>ZQRKGxsB29r2G0Naldx6x8s=</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1611797118</vt:lpwstr>
  </property>
</Properties>
</file>